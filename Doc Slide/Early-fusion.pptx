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BE625D-07DB-942E-4572-9B77AA44B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0ED85F-9F8C-F09A-523F-A6C372466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764FC0-EF8B-7B1B-2283-016EEF03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B1267C-2A9C-63AE-6FDC-FCC08BECA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BD39BA-C2CD-9AFE-5C0A-E4812BD3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639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4D8C3-5BFC-F352-A235-8007E31A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8CB6D-6BDC-761F-3ED2-FE33E6E8F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20A7DA-D1EB-1EEF-CF18-747DEDF9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0E1784-5DC0-71FE-6EA8-87DA5D10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2EDD93-3050-3313-E519-21EAA834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931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5EE86-8D4E-8CFA-F3C6-5B0D777A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4B7F9B-BBA0-3D21-5B36-B66B93BBC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D33222-A446-BE7C-D55F-7C4D4411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52FE09-8C27-133D-7B85-ADF2E4A62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6C2D45-66AD-9DD4-B0D2-10C5E08A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962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39603-5352-99B7-51C5-D8AA8926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EF159C-CC80-ED4F-BD36-DE42669C1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71EB1F-1C23-0E6D-6E4B-04A5A1370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F8CD35-7914-341D-2BC6-B7EEE2B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78C91C-B941-F162-C598-F67B6113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143082-0474-8076-4095-1ED77181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6751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FA218-5B49-6004-BF7B-38DF71003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BFBC12-C82D-8B75-C644-5F2633555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0AF9CA4-3F27-9B9B-1EF8-A20538A8C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B927E47-7DB0-C514-47A6-EDC89CD1D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9449190-51E7-AEDF-5A84-43777F911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861939-409A-1028-F9AD-26BD28E6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B7F0BE-C222-1FD2-5D1A-830BD07AF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59149DD-92C2-A0CA-F729-2CF1FB58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052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8903FF-C943-D1A8-6717-53D19671B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4D79CF1-07D5-5882-2C7E-6B51B4B1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02CA8B-1A93-D0CD-007B-B95ACE3AF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6F6996-9B00-FBF8-F3FD-B547C1C7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526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3FA722F-5ECD-868D-D793-43B03662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5CEEE7C-5973-5098-02D7-1ACCAA97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D5A3EB-5B2E-B339-E9ED-81AE6F8F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8386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1513D4-B847-E1B6-35A7-6146EDF31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A8F17F-6799-7A89-784B-12EA72AE0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B36417-0993-6DC6-253C-5180648E0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A5C5564-EABB-7BEC-0854-D9B6A1D0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61E1DD-BFA6-8169-F499-345E8E7F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A9A967-A432-F6B5-F9B0-C6D74E69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530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15E58-D6D8-551E-0FBB-5E706EBD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49C473D-4BE3-5C58-FF5A-EC03063BD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57430B-5590-77AF-2BE9-75F21ACDF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FB66EC-836E-2E12-4CC5-8B12C2302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A3536F-47DC-F8AC-2B01-3E78C5E6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3B19C39-F9F4-CD9B-EDA3-59F79097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542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9173D-2E7D-1956-F8CC-5992BA30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251E35-E9B9-421C-9B10-22CD8FAB4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126344-491A-36AE-618B-9E9431BA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BA9AF1-03B6-2DDE-9A6D-F4E4C8FC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0F0635-B56A-82B1-E6D0-E6DE3321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567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339D805-E157-6E56-6DF9-4706C687D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94E16E7-7BCF-81C0-9F1B-2A2CBB4BE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F56361-0117-300D-EF61-963245E0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BD07B2-AB27-0A3E-C7BB-F5978EA4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01887B-9E61-ED24-6A09-735F4EF73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52377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21BF6E-D85E-B29B-E661-BB4E73AE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C10FD4-F8CE-E8B1-F43C-AA6FE781A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D9E770-BB3B-9167-FCEE-5138DB518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072E9-A1F4-4B8B-AF87-864FA4190B88}" type="datetimeFigureOut">
              <a:rPr lang="es-AR" smtClean="0"/>
              <a:t>4/12/2025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AF9998-DDBF-A252-981A-9201401B4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E400A3-317A-D9B0-E85C-D9D76B8A3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887C8E-78F0-42AC-9087-A24D902214E3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097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637555-41D4-9FEB-7F02-689C893F1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5922"/>
            <a:ext cx="10905066" cy="3026154"/>
          </a:xfrm>
          <a:prstGeom prst="rect">
            <a:avLst/>
          </a:prstGeom>
          <a:ln>
            <a:noFill/>
          </a:ln>
        </p:spPr>
      </p:pic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1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1D257CA1-0259-C2A1-70CB-BC1DB86AE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24932" y="643467"/>
            <a:ext cx="6942136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CCEE2-29B4-827E-819C-5FDF00C64841}"/>
              </a:ext>
            </a:extLst>
          </p:cNvPr>
          <p:cNvSpPr/>
          <p:nvPr/>
        </p:nvSpPr>
        <p:spPr>
          <a:xfrm>
            <a:off x="8095623" y="5689788"/>
            <a:ext cx="1426512" cy="3603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0428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D903A32-59DD-0CD5-E155-7701FA765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528" y="643467"/>
            <a:ext cx="5208944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0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39A653-53F4-9C8F-73DD-EB07A666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F84DA4-5BF9-5B98-88C8-7FD2587A8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797233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0</Words>
  <Application>Microsoft Office PowerPoint</Application>
  <PresentationFormat>Grand écran</PresentationFormat>
  <Paragraphs>0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MOUGNE Robin</dc:creator>
  <cp:lastModifiedBy>MOUGNE Robin</cp:lastModifiedBy>
  <cp:revision>1</cp:revision>
  <dcterms:created xsi:type="dcterms:W3CDTF">2025-12-04T09:05:30Z</dcterms:created>
  <dcterms:modified xsi:type="dcterms:W3CDTF">2025-12-04T10:20:02Z</dcterms:modified>
</cp:coreProperties>
</file>