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8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9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5" r:id="rId9"/>
    <p:sldId id="264" r:id="rId10"/>
    <p:sldId id="272" r:id="rId11"/>
    <p:sldId id="266" r:id="rId12"/>
    <p:sldId id="262" r:id="rId13"/>
    <p:sldId id="267" r:id="rId14"/>
    <p:sldId id="270" r:id="rId15"/>
    <p:sldId id="271" r:id="rId16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514" autoAdjust="0"/>
  </p:normalViewPr>
  <p:slideViewPr>
    <p:cSldViewPr snapToGrid="0">
      <p:cViewPr varScale="1">
        <p:scale>
          <a:sx n="116" d="100"/>
          <a:sy n="116" d="100"/>
        </p:scale>
        <p:origin x="110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4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C86EC04-E509-41C5-B8B2-05CE0B82B3D9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D38045F-9288-42A3-917F-FA652F2B4D12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s-AR" dirty="0"/>
            <a:t>Unimodal</a:t>
          </a:r>
          <a:endParaRPr lang="en-US" dirty="0"/>
        </a:p>
      </dgm:t>
    </dgm:pt>
    <dgm:pt modelId="{EC6BAE35-AAF9-4E18-85F2-82F081E588D2}" type="parTrans" cxnId="{F3CD020A-DB0F-49D2-BEDB-2A3061045DEB}">
      <dgm:prSet/>
      <dgm:spPr/>
      <dgm:t>
        <a:bodyPr/>
        <a:lstStyle/>
        <a:p>
          <a:endParaRPr lang="en-US"/>
        </a:p>
      </dgm:t>
    </dgm:pt>
    <dgm:pt modelId="{06AEBA92-3190-4356-B552-BC426EAF196E}" type="sibTrans" cxnId="{F3CD020A-DB0F-49D2-BEDB-2A3061045DEB}">
      <dgm:prSet/>
      <dgm:spPr/>
      <dgm:t>
        <a:bodyPr/>
        <a:lstStyle/>
        <a:p>
          <a:endParaRPr lang="en-US"/>
        </a:p>
      </dgm:t>
    </dgm:pt>
    <dgm:pt modelId="{2F7CCFEF-6B2C-4E31-91C6-A2A7859ECB74}">
      <dgm:prSet/>
      <dgm:spPr/>
      <dgm:t>
        <a:bodyPr/>
        <a:lstStyle/>
        <a:p>
          <a:pPr>
            <a:lnSpc>
              <a:spcPct val="100000"/>
            </a:lnSpc>
          </a:pPr>
          <a:r>
            <a:rPr lang="es-AR" dirty="0" err="1"/>
            <a:t>Assistance</a:t>
          </a:r>
          <a:r>
            <a:rPr lang="es-AR" dirty="0"/>
            <a:t> </a:t>
          </a:r>
          <a:r>
            <a:rPr lang="es-AR" dirty="0" err="1"/>
            <a:t>réglementaire</a:t>
          </a:r>
          <a:r>
            <a:rPr lang="es-AR" dirty="0"/>
            <a:t> et normative</a:t>
          </a:r>
          <a:endParaRPr lang="en-US" dirty="0"/>
        </a:p>
      </dgm:t>
    </dgm:pt>
    <dgm:pt modelId="{3696EAC3-D811-4787-A985-E2E0D59010D8}" type="parTrans" cxnId="{03B65351-ADA2-481B-81EA-AFF7A1C0F0AE}">
      <dgm:prSet/>
      <dgm:spPr/>
      <dgm:t>
        <a:bodyPr/>
        <a:lstStyle/>
        <a:p>
          <a:endParaRPr lang="en-US"/>
        </a:p>
      </dgm:t>
    </dgm:pt>
    <dgm:pt modelId="{35736356-A47A-46B7-B78B-FFCB1220B5B5}" type="sibTrans" cxnId="{03B65351-ADA2-481B-81EA-AFF7A1C0F0AE}">
      <dgm:prSet/>
      <dgm:spPr/>
      <dgm:t>
        <a:bodyPr/>
        <a:lstStyle/>
        <a:p>
          <a:endParaRPr lang="en-US"/>
        </a:p>
      </dgm:t>
    </dgm:pt>
    <dgm:pt modelId="{9BD09608-481C-46C7-A033-7444C0B16DE8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Relecture et feedback de documents techniques</a:t>
          </a:r>
          <a:endParaRPr lang="en-US"/>
        </a:p>
      </dgm:t>
    </dgm:pt>
    <dgm:pt modelId="{3EAE192C-A53A-4218-8367-2A566885C938}" type="parTrans" cxnId="{9206DC78-FA10-4683-B5CC-BAF855401B55}">
      <dgm:prSet/>
      <dgm:spPr/>
      <dgm:t>
        <a:bodyPr/>
        <a:lstStyle/>
        <a:p>
          <a:endParaRPr lang="en-US"/>
        </a:p>
      </dgm:t>
    </dgm:pt>
    <dgm:pt modelId="{46EAC97E-3292-46C3-875B-980E050FCC04}" type="sibTrans" cxnId="{9206DC78-FA10-4683-B5CC-BAF855401B55}">
      <dgm:prSet/>
      <dgm:spPr/>
      <dgm:t>
        <a:bodyPr/>
        <a:lstStyle/>
        <a:p>
          <a:endParaRPr lang="en-US"/>
        </a:p>
      </dgm:t>
    </dgm:pt>
    <dgm:pt modelId="{D3C80141-1BC3-4046-96BF-D212459977A3}">
      <dgm:prSet/>
      <dgm:spPr/>
      <dgm:t>
        <a:bodyPr/>
        <a:lstStyle/>
        <a:p>
          <a:pPr>
            <a:lnSpc>
              <a:spcPct val="100000"/>
            </a:lnSpc>
          </a:pPr>
          <a:r>
            <a:rPr lang="es-AR" dirty="0" err="1"/>
            <a:t>Domain-specific</a:t>
          </a:r>
          <a:r>
            <a:rPr lang="es-AR" dirty="0"/>
            <a:t> </a:t>
          </a:r>
          <a:r>
            <a:rPr lang="es-AR" dirty="0" err="1"/>
            <a:t>LLMs</a:t>
          </a:r>
          <a:endParaRPr lang="en-US" dirty="0"/>
        </a:p>
      </dgm:t>
    </dgm:pt>
    <dgm:pt modelId="{1C081ECA-7F3B-43E5-B0F7-06B895F245BE}" type="parTrans" cxnId="{424BE92B-2682-4773-9402-9AF3665C96F7}">
      <dgm:prSet/>
      <dgm:spPr/>
      <dgm:t>
        <a:bodyPr/>
        <a:lstStyle/>
        <a:p>
          <a:endParaRPr lang="en-US"/>
        </a:p>
      </dgm:t>
    </dgm:pt>
    <dgm:pt modelId="{D2CDD0E1-8A9B-4A82-BB27-1FCEF45EA409}" type="sibTrans" cxnId="{424BE92B-2682-4773-9402-9AF3665C96F7}">
      <dgm:prSet/>
      <dgm:spPr/>
      <dgm:t>
        <a:bodyPr/>
        <a:lstStyle/>
        <a:p>
          <a:endParaRPr lang="en-US"/>
        </a:p>
      </dgm:t>
    </dgm:pt>
    <dgm:pt modelId="{D32D1E0D-A0BA-4202-9DF4-C6EB5638085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s-AR" dirty="0"/>
            <a:t>Multimodal</a:t>
          </a:r>
          <a:endParaRPr lang="en-US" dirty="0"/>
        </a:p>
      </dgm:t>
    </dgm:pt>
    <dgm:pt modelId="{423FD113-FD98-4B60-ADB0-7D97FA848867}" type="parTrans" cxnId="{9D4525EB-C28F-49C1-8DCD-EB96B857E19D}">
      <dgm:prSet/>
      <dgm:spPr/>
      <dgm:t>
        <a:bodyPr/>
        <a:lstStyle/>
        <a:p>
          <a:endParaRPr lang="en-US"/>
        </a:p>
      </dgm:t>
    </dgm:pt>
    <dgm:pt modelId="{12504A14-410F-45A9-8C0C-435B5F5B052F}" type="sibTrans" cxnId="{9D4525EB-C28F-49C1-8DCD-EB96B857E19D}">
      <dgm:prSet/>
      <dgm:spPr/>
      <dgm:t>
        <a:bodyPr/>
        <a:lstStyle/>
        <a:p>
          <a:endParaRPr lang="en-US"/>
        </a:p>
      </dgm:t>
    </dgm:pt>
    <dgm:pt modelId="{C15B2ECA-D3E9-424C-AC75-2E675E1ED734}">
      <dgm:prSet/>
      <dgm:spPr/>
      <dgm:t>
        <a:bodyPr/>
        <a:lstStyle/>
        <a:p>
          <a:pPr>
            <a:lnSpc>
              <a:spcPct val="100000"/>
            </a:lnSpc>
          </a:pPr>
          <a:r>
            <a:rPr lang="es-AR"/>
            <a:t>Génération de rapports automatisés</a:t>
          </a:r>
          <a:endParaRPr lang="en-US"/>
        </a:p>
      </dgm:t>
    </dgm:pt>
    <dgm:pt modelId="{77587FC7-CAC5-409C-9AB5-AE0F2D235F5C}" type="parTrans" cxnId="{5ED40E8F-D2C6-47FB-AB5A-B72C1A872F26}">
      <dgm:prSet/>
      <dgm:spPr/>
      <dgm:t>
        <a:bodyPr/>
        <a:lstStyle/>
        <a:p>
          <a:endParaRPr lang="en-US"/>
        </a:p>
      </dgm:t>
    </dgm:pt>
    <dgm:pt modelId="{159B1F80-472E-49EB-AFC3-2FAFF55EFEE3}" type="sibTrans" cxnId="{5ED40E8F-D2C6-47FB-AB5A-B72C1A872F26}">
      <dgm:prSet/>
      <dgm:spPr/>
      <dgm:t>
        <a:bodyPr/>
        <a:lstStyle/>
        <a:p>
          <a:endParaRPr lang="en-US"/>
        </a:p>
      </dgm:t>
    </dgm:pt>
    <dgm:pt modelId="{65B30D46-F709-4967-B225-EE270FFDEEAD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Reconnaissance de matériaux de déchets</a:t>
          </a:r>
          <a:endParaRPr lang="en-US"/>
        </a:p>
      </dgm:t>
    </dgm:pt>
    <dgm:pt modelId="{B76C6C78-9833-4EB8-8289-7F0538D3810D}" type="parTrans" cxnId="{EA378F27-4F1A-445C-8F77-D9B8E1D06357}">
      <dgm:prSet/>
      <dgm:spPr/>
      <dgm:t>
        <a:bodyPr/>
        <a:lstStyle/>
        <a:p>
          <a:endParaRPr lang="en-US"/>
        </a:p>
      </dgm:t>
    </dgm:pt>
    <dgm:pt modelId="{129979BB-9078-41B6-A4D5-2ECA70C22696}" type="sibTrans" cxnId="{EA378F27-4F1A-445C-8F77-D9B8E1D06357}">
      <dgm:prSet/>
      <dgm:spPr/>
      <dgm:t>
        <a:bodyPr/>
        <a:lstStyle/>
        <a:p>
          <a:endParaRPr lang="en-US"/>
        </a:p>
      </dgm:t>
    </dgm:pt>
    <dgm:pt modelId="{33BEFC75-36CE-44FF-AEBC-45216B1000A5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Classification des activités de chantier</a:t>
          </a:r>
          <a:endParaRPr lang="en-US"/>
        </a:p>
      </dgm:t>
    </dgm:pt>
    <dgm:pt modelId="{04E0A404-2B02-4DF8-8FB5-6D81B9AAABD9}" type="parTrans" cxnId="{8EAD28E4-6E12-4ADC-AE2F-52A2CEEA1020}">
      <dgm:prSet/>
      <dgm:spPr/>
      <dgm:t>
        <a:bodyPr/>
        <a:lstStyle/>
        <a:p>
          <a:endParaRPr lang="en-US"/>
        </a:p>
      </dgm:t>
    </dgm:pt>
    <dgm:pt modelId="{54A924F0-0ACD-4575-B984-C92DD0130F11}" type="sibTrans" cxnId="{8EAD28E4-6E12-4ADC-AE2F-52A2CEEA1020}">
      <dgm:prSet/>
      <dgm:spPr/>
      <dgm:t>
        <a:bodyPr/>
        <a:lstStyle/>
        <a:p>
          <a:endParaRPr lang="en-US"/>
        </a:p>
      </dgm:t>
    </dgm:pt>
    <dgm:pt modelId="{52D2F33B-17F0-46B8-9ACA-09E2B1AF1EC3}" type="pres">
      <dgm:prSet presAssocID="{0C86EC04-E509-41C5-B8B2-05CE0B82B3D9}" presName="root" presStyleCnt="0">
        <dgm:presLayoutVars>
          <dgm:dir/>
          <dgm:resizeHandles val="exact"/>
        </dgm:presLayoutVars>
      </dgm:prSet>
      <dgm:spPr/>
    </dgm:pt>
    <dgm:pt modelId="{38992E95-3E1D-41BB-8F25-CF252D83995F}" type="pres">
      <dgm:prSet presAssocID="{9D38045F-9288-42A3-917F-FA652F2B4D12}" presName="compNode" presStyleCnt="0"/>
      <dgm:spPr/>
    </dgm:pt>
    <dgm:pt modelId="{CCB79326-4639-4A6D-895F-5B1FD2F82BF8}" type="pres">
      <dgm:prSet presAssocID="{9D38045F-9288-42A3-917F-FA652F2B4D12}" presName="iconRect" presStyleLbl="node1" presStyleIdx="0" presStyleCnt="2" custScaleY="102629" custLinFactNeighborX="26372" custLinFactNeighborY="-2608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1000" r="-1000"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mage contour"/>
        </a:ext>
      </dgm:extLst>
    </dgm:pt>
    <dgm:pt modelId="{0F35DFC3-F865-493C-9E3E-3D8484C58A8F}" type="pres">
      <dgm:prSet presAssocID="{9D38045F-9288-42A3-917F-FA652F2B4D12}" presName="iconSpace" presStyleCnt="0"/>
      <dgm:spPr/>
    </dgm:pt>
    <dgm:pt modelId="{1526ED69-52E7-4203-AF0F-1595341779B8}" type="pres">
      <dgm:prSet presAssocID="{9D38045F-9288-42A3-917F-FA652F2B4D12}" presName="parTx" presStyleLbl="revTx" presStyleIdx="0" presStyleCnt="4" custLinFactNeighborX="-995" custLinFactNeighborY="-78329">
        <dgm:presLayoutVars>
          <dgm:chMax val="0"/>
          <dgm:chPref val="0"/>
        </dgm:presLayoutVars>
      </dgm:prSet>
      <dgm:spPr/>
    </dgm:pt>
    <dgm:pt modelId="{4C3F778B-8450-4DCD-B86D-D4A8221A13FB}" type="pres">
      <dgm:prSet presAssocID="{9D38045F-9288-42A3-917F-FA652F2B4D12}" presName="txSpace" presStyleCnt="0"/>
      <dgm:spPr/>
    </dgm:pt>
    <dgm:pt modelId="{4DF2D504-0DF9-44B6-9078-1D2711CBB013}" type="pres">
      <dgm:prSet presAssocID="{9D38045F-9288-42A3-917F-FA652F2B4D12}" presName="desTx" presStyleLbl="revTx" presStyleIdx="1" presStyleCnt="4" custLinFactY="-54600000" custLinFactNeighborX="-995" custLinFactNeighborY="-54652369">
        <dgm:presLayoutVars/>
      </dgm:prSet>
      <dgm:spPr/>
    </dgm:pt>
    <dgm:pt modelId="{FD8CF9C9-5766-4943-BEEC-42F284403DDA}" type="pres">
      <dgm:prSet presAssocID="{06AEBA92-3190-4356-B552-BC426EAF196E}" presName="sibTrans" presStyleCnt="0"/>
      <dgm:spPr/>
    </dgm:pt>
    <dgm:pt modelId="{AA9B7DE1-B714-4C84-BF2C-9CEAD55FCAD8}" type="pres">
      <dgm:prSet presAssocID="{D32D1E0D-A0BA-4202-9DF4-C6EB56380853}" presName="compNode" presStyleCnt="0"/>
      <dgm:spPr/>
    </dgm:pt>
    <dgm:pt modelId="{CE197E7E-2AA3-45EA-AEB0-5DFADEFB3424}" type="pres">
      <dgm:prSet presAssocID="{D32D1E0D-A0BA-4202-9DF4-C6EB56380853}" presName="iconRect" presStyleLbl="node1" presStyleIdx="1" presStyleCnt="2" custScaleX="47866" custScaleY="48770" custLinFactX="20969" custLinFactNeighborX="100000" custLinFactNeighborY="-39366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 l="-2000" r="-2000"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pport sonore avec un remplissage uni"/>
        </a:ext>
      </dgm:extLst>
    </dgm:pt>
    <dgm:pt modelId="{769F6323-BB7C-4477-8369-94169B7B495F}" type="pres">
      <dgm:prSet presAssocID="{D32D1E0D-A0BA-4202-9DF4-C6EB56380853}" presName="iconSpace" presStyleCnt="0"/>
      <dgm:spPr/>
    </dgm:pt>
    <dgm:pt modelId="{6A3C8E60-AFCF-4597-BA88-A1682BFB8CB0}" type="pres">
      <dgm:prSet presAssocID="{D32D1E0D-A0BA-4202-9DF4-C6EB56380853}" presName="parTx" presStyleLbl="revTx" presStyleIdx="2" presStyleCnt="4">
        <dgm:presLayoutVars>
          <dgm:chMax val="0"/>
          <dgm:chPref val="0"/>
        </dgm:presLayoutVars>
      </dgm:prSet>
      <dgm:spPr/>
    </dgm:pt>
    <dgm:pt modelId="{210E8193-7DBB-4B33-8323-B557E46188B7}" type="pres">
      <dgm:prSet presAssocID="{D32D1E0D-A0BA-4202-9DF4-C6EB56380853}" presName="txSpace" presStyleCnt="0"/>
      <dgm:spPr/>
    </dgm:pt>
    <dgm:pt modelId="{059C7EA3-7CCC-412F-B3F0-3A0C520B37E6}" type="pres">
      <dgm:prSet presAssocID="{D32D1E0D-A0BA-4202-9DF4-C6EB56380853}" presName="desTx" presStyleLbl="revTx" presStyleIdx="3" presStyleCnt="4">
        <dgm:presLayoutVars/>
      </dgm:prSet>
      <dgm:spPr/>
    </dgm:pt>
  </dgm:ptLst>
  <dgm:cxnLst>
    <dgm:cxn modelId="{F3CD020A-DB0F-49D2-BEDB-2A3061045DEB}" srcId="{0C86EC04-E509-41C5-B8B2-05CE0B82B3D9}" destId="{9D38045F-9288-42A3-917F-FA652F2B4D12}" srcOrd="0" destOrd="0" parTransId="{EC6BAE35-AAF9-4E18-85F2-82F081E588D2}" sibTransId="{06AEBA92-3190-4356-B552-BC426EAF196E}"/>
    <dgm:cxn modelId="{0311B00F-4245-4E4D-8A75-C068F0DBD2BA}" type="presOf" srcId="{9D38045F-9288-42A3-917F-FA652F2B4D12}" destId="{1526ED69-52E7-4203-AF0F-1595341779B8}" srcOrd="0" destOrd="0" presId="urn:microsoft.com/office/officeart/2018/2/layout/IconLabelDescriptionList"/>
    <dgm:cxn modelId="{EA378F27-4F1A-445C-8F77-D9B8E1D06357}" srcId="{D32D1E0D-A0BA-4202-9DF4-C6EB56380853}" destId="{65B30D46-F709-4967-B225-EE270FFDEEAD}" srcOrd="1" destOrd="0" parTransId="{B76C6C78-9833-4EB8-8289-7F0538D3810D}" sibTransId="{129979BB-9078-41B6-A4D5-2ECA70C22696}"/>
    <dgm:cxn modelId="{424BE92B-2682-4773-9402-9AF3665C96F7}" srcId="{9D38045F-9288-42A3-917F-FA652F2B4D12}" destId="{D3C80141-1BC3-4046-96BF-D212459977A3}" srcOrd="2" destOrd="0" parTransId="{1C081ECA-7F3B-43E5-B0F7-06B895F245BE}" sibTransId="{D2CDD0E1-8A9B-4A82-BB27-1FCEF45EA409}"/>
    <dgm:cxn modelId="{D8C76265-8A0C-4D47-83CE-BADFEE3A803C}" type="presOf" srcId="{33BEFC75-36CE-44FF-AEBC-45216B1000A5}" destId="{059C7EA3-7CCC-412F-B3F0-3A0C520B37E6}" srcOrd="0" destOrd="2" presId="urn:microsoft.com/office/officeart/2018/2/layout/IconLabelDescriptionList"/>
    <dgm:cxn modelId="{03B65351-ADA2-481B-81EA-AFF7A1C0F0AE}" srcId="{9D38045F-9288-42A3-917F-FA652F2B4D12}" destId="{2F7CCFEF-6B2C-4E31-91C6-A2A7859ECB74}" srcOrd="0" destOrd="0" parTransId="{3696EAC3-D811-4787-A985-E2E0D59010D8}" sibTransId="{35736356-A47A-46B7-B78B-FFCB1220B5B5}"/>
    <dgm:cxn modelId="{9206DC78-FA10-4683-B5CC-BAF855401B55}" srcId="{9D38045F-9288-42A3-917F-FA652F2B4D12}" destId="{9BD09608-481C-46C7-A033-7444C0B16DE8}" srcOrd="1" destOrd="0" parTransId="{3EAE192C-A53A-4218-8367-2A566885C938}" sibTransId="{46EAC97E-3292-46C3-875B-980E050FCC04}"/>
    <dgm:cxn modelId="{690BD087-174D-4FCB-97DE-B18D08F7D7C8}" type="presOf" srcId="{C15B2ECA-D3E9-424C-AC75-2E675E1ED734}" destId="{059C7EA3-7CCC-412F-B3F0-3A0C520B37E6}" srcOrd="0" destOrd="0" presId="urn:microsoft.com/office/officeart/2018/2/layout/IconLabelDescriptionList"/>
    <dgm:cxn modelId="{5ED40E8F-D2C6-47FB-AB5A-B72C1A872F26}" srcId="{D32D1E0D-A0BA-4202-9DF4-C6EB56380853}" destId="{C15B2ECA-D3E9-424C-AC75-2E675E1ED734}" srcOrd="0" destOrd="0" parTransId="{77587FC7-CAC5-409C-9AB5-AE0F2D235F5C}" sibTransId="{159B1F80-472E-49EB-AFC3-2FAFF55EFEE3}"/>
    <dgm:cxn modelId="{01AE9398-F410-4524-B803-5CA3197813EC}" type="presOf" srcId="{D3C80141-1BC3-4046-96BF-D212459977A3}" destId="{4DF2D504-0DF9-44B6-9078-1D2711CBB013}" srcOrd="0" destOrd="2" presId="urn:microsoft.com/office/officeart/2018/2/layout/IconLabelDescriptionList"/>
    <dgm:cxn modelId="{0B53D6A9-B3D3-4672-928A-D042D7901A21}" type="presOf" srcId="{D32D1E0D-A0BA-4202-9DF4-C6EB56380853}" destId="{6A3C8E60-AFCF-4597-BA88-A1682BFB8CB0}" srcOrd="0" destOrd="0" presId="urn:microsoft.com/office/officeart/2018/2/layout/IconLabelDescriptionList"/>
    <dgm:cxn modelId="{EED50BAF-95F9-42CC-83FF-C87988323DB2}" type="presOf" srcId="{0C86EC04-E509-41C5-B8B2-05CE0B82B3D9}" destId="{52D2F33B-17F0-46B8-9ACA-09E2B1AF1EC3}" srcOrd="0" destOrd="0" presId="urn:microsoft.com/office/officeart/2018/2/layout/IconLabelDescriptionList"/>
    <dgm:cxn modelId="{1D967CB1-770B-4CBF-A8EE-E4F893A9D68B}" type="presOf" srcId="{2F7CCFEF-6B2C-4E31-91C6-A2A7859ECB74}" destId="{4DF2D504-0DF9-44B6-9078-1D2711CBB013}" srcOrd="0" destOrd="0" presId="urn:microsoft.com/office/officeart/2018/2/layout/IconLabelDescriptionList"/>
    <dgm:cxn modelId="{3601D0B1-7296-4CCA-8061-A48AE2250E58}" type="presOf" srcId="{9BD09608-481C-46C7-A033-7444C0B16DE8}" destId="{4DF2D504-0DF9-44B6-9078-1D2711CBB013}" srcOrd="0" destOrd="1" presId="urn:microsoft.com/office/officeart/2018/2/layout/IconLabelDescriptionList"/>
    <dgm:cxn modelId="{33908BD1-EC93-4756-891E-EA84368BF3CB}" type="presOf" srcId="{65B30D46-F709-4967-B225-EE270FFDEEAD}" destId="{059C7EA3-7CCC-412F-B3F0-3A0C520B37E6}" srcOrd="0" destOrd="1" presId="urn:microsoft.com/office/officeart/2018/2/layout/IconLabelDescriptionList"/>
    <dgm:cxn modelId="{8EAD28E4-6E12-4ADC-AE2F-52A2CEEA1020}" srcId="{D32D1E0D-A0BA-4202-9DF4-C6EB56380853}" destId="{33BEFC75-36CE-44FF-AEBC-45216B1000A5}" srcOrd="2" destOrd="0" parTransId="{04E0A404-2B02-4DF8-8FB5-6D81B9AAABD9}" sibTransId="{54A924F0-0ACD-4575-B984-C92DD0130F11}"/>
    <dgm:cxn modelId="{9D4525EB-C28F-49C1-8DCD-EB96B857E19D}" srcId="{0C86EC04-E509-41C5-B8B2-05CE0B82B3D9}" destId="{D32D1E0D-A0BA-4202-9DF4-C6EB56380853}" srcOrd="1" destOrd="0" parTransId="{423FD113-FD98-4B60-ADB0-7D97FA848867}" sibTransId="{12504A14-410F-45A9-8C0C-435B5F5B052F}"/>
    <dgm:cxn modelId="{7354B58B-C9A9-436C-AC8F-8E8AD3C1EB08}" type="presParOf" srcId="{52D2F33B-17F0-46B8-9ACA-09E2B1AF1EC3}" destId="{38992E95-3E1D-41BB-8F25-CF252D83995F}" srcOrd="0" destOrd="0" presId="urn:microsoft.com/office/officeart/2018/2/layout/IconLabelDescriptionList"/>
    <dgm:cxn modelId="{260AF4E6-228E-460D-83E4-5AB4232A5115}" type="presParOf" srcId="{38992E95-3E1D-41BB-8F25-CF252D83995F}" destId="{CCB79326-4639-4A6D-895F-5B1FD2F82BF8}" srcOrd="0" destOrd="0" presId="urn:microsoft.com/office/officeart/2018/2/layout/IconLabelDescriptionList"/>
    <dgm:cxn modelId="{C01EBEA7-12D8-4B60-8CB2-462C3A137A9D}" type="presParOf" srcId="{38992E95-3E1D-41BB-8F25-CF252D83995F}" destId="{0F35DFC3-F865-493C-9E3E-3D8484C58A8F}" srcOrd="1" destOrd="0" presId="urn:microsoft.com/office/officeart/2018/2/layout/IconLabelDescriptionList"/>
    <dgm:cxn modelId="{F6C0C990-1963-4BEA-A7B9-79A2BC7CF94A}" type="presParOf" srcId="{38992E95-3E1D-41BB-8F25-CF252D83995F}" destId="{1526ED69-52E7-4203-AF0F-1595341779B8}" srcOrd="2" destOrd="0" presId="urn:microsoft.com/office/officeart/2018/2/layout/IconLabelDescriptionList"/>
    <dgm:cxn modelId="{BB41BA26-41E3-4D56-A819-F8F423E25D3D}" type="presParOf" srcId="{38992E95-3E1D-41BB-8F25-CF252D83995F}" destId="{4C3F778B-8450-4DCD-B86D-D4A8221A13FB}" srcOrd="3" destOrd="0" presId="urn:microsoft.com/office/officeart/2018/2/layout/IconLabelDescriptionList"/>
    <dgm:cxn modelId="{C331B25B-59C9-49B0-9D1A-A829AD28662C}" type="presParOf" srcId="{38992E95-3E1D-41BB-8F25-CF252D83995F}" destId="{4DF2D504-0DF9-44B6-9078-1D2711CBB013}" srcOrd="4" destOrd="0" presId="urn:microsoft.com/office/officeart/2018/2/layout/IconLabelDescriptionList"/>
    <dgm:cxn modelId="{F0E750DD-DC9B-478C-936D-CD465AFC4994}" type="presParOf" srcId="{52D2F33B-17F0-46B8-9ACA-09E2B1AF1EC3}" destId="{FD8CF9C9-5766-4943-BEEC-42F284403DDA}" srcOrd="1" destOrd="0" presId="urn:microsoft.com/office/officeart/2018/2/layout/IconLabelDescriptionList"/>
    <dgm:cxn modelId="{189F3C43-DBE6-4000-8722-8ABE27FF62DC}" type="presParOf" srcId="{52D2F33B-17F0-46B8-9ACA-09E2B1AF1EC3}" destId="{AA9B7DE1-B714-4C84-BF2C-9CEAD55FCAD8}" srcOrd="2" destOrd="0" presId="urn:microsoft.com/office/officeart/2018/2/layout/IconLabelDescriptionList"/>
    <dgm:cxn modelId="{1E8D857D-5DDC-44EE-A891-92E50D5D55FD}" type="presParOf" srcId="{AA9B7DE1-B714-4C84-BF2C-9CEAD55FCAD8}" destId="{CE197E7E-2AA3-45EA-AEB0-5DFADEFB3424}" srcOrd="0" destOrd="0" presId="urn:microsoft.com/office/officeart/2018/2/layout/IconLabelDescriptionList"/>
    <dgm:cxn modelId="{B5930C7D-EC93-4BFC-9AC2-3B2780609D0F}" type="presParOf" srcId="{AA9B7DE1-B714-4C84-BF2C-9CEAD55FCAD8}" destId="{769F6323-BB7C-4477-8369-94169B7B495F}" srcOrd="1" destOrd="0" presId="urn:microsoft.com/office/officeart/2018/2/layout/IconLabelDescriptionList"/>
    <dgm:cxn modelId="{744D11DF-35C8-48C5-AFB0-409F722DB2D0}" type="presParOf" srcId="{AA9B7DE1-B714-4C84-BF2C-9CEAD55FCAD8}" destId="{6A3C8E60-AFCF-4597-BA88-A1682BFB8CB0}" srcOrd="2" destOrd="0" presId="urn:microsoft.com/office/officeart/2018/2/layout/IconLabelDescriptionList"/>
    <dgm:cxn modelId="{CEEDC4C8-5A76-408C-9154-194BCA3DE212}" type="presParOf" srcId="{AA9B7DE1-B714-4C84-BF2C-9CEAD55FCAD8}" destId="{210E8193-7DBB-4B33-8323-B557E46188B7}" srcOrd="3" destOrd="0" presId="urn:microsoft.com/office/officeart/2018/2/layout/IconLabelDescriptionList"/>
    <dgm:cxn modelId="{14D697EC-F12F-4BCA-A562-53705845B4B3}" type="presParOf" srcId="{AA9B7DE1-B714-4C84-BF2C-9CEAD55FCAD8}" destId="{059C7EA3-7CCC-412F-B3F0-3A0C520B37E6}" srcOrd="4" destOrd="0" presId="urn:microsoft.com/office/officeart/2018/2/layout/IconLabelDescriptionList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018854C-3E88-40B4-A776-A2042AA90919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DA288DD0-BEF1-4027-9E6E-5C1CF3CA6BC4}">
      <dgm:prSet/>
      <dgm:spPr/>
      <dgm:t>
        <a:bodyPr/>
        <a:lstStyle/>
        <a:p>
          <a:r>
            <a:rPr lang="fr-FR"/>
            <a:t>Extractions de données </a:t>
          </a:r>
          <a:endParaRPr lang="en-US"/>
        </a:p>
      </dgm:t>
    </dgm:pt>
    <dgm:pt modelId="{434B8188-8EE1-4A2E-AFBA-B676D620AA4F}" type="parTrans" cxnId="{BBBE774C-9A33-4626-B212-D7B7A96633CA}">
      <dgm:prSet/>
      <dgm:spPr/>
      <dgm:t>
        <a:bodyPr/>
        <a:lstStyle/>
        <a:p>
          <a:endParaRPr lang="en-US"/>
        </a:p>
      </dgm:t>
    </dgm:pt>
    <dgm:pt modelId="{704E0615-45B1-4F51-94C8-04C673B01BFD}" type="sibTrans" cxnId="{BBBE774C-9A33-4626-B212-D7B7A96633CA}">
      <dgm:prSet/>
      <dgm:spPr/>
      <dgm:t>
        <a:bodyPr/>
        <a:lstStyle/>
        <a:p>
          <a:endParaRPr lang="en-US"/>
        </a:p>
      </dgm:t>
    </dgm:pt>
    <dgm:pt modelId="{48602B3A-5F65-442F-B104-47C8D8B67076}">
      <dgm:prSet/>
      <dgm:spPr/>
      <dgm:t>
        <a:bodyPr/>
        <a:lstStyle/>
        <a:p>
          <a:r>
            <a:rPr lang="fr-FR" dirty="0"/>
            <a:t>Restructurations des données </a:t>
          </a:r>
          <a:endParaRPr lang="en-US" dirty="0"/>
        </a:p>
      </dgm:t>
    </dgm:pt>
    <dgm:pt modelId="{B948D1FE-E955-4F61-AB06-720731485B66}" type="parTrans" cxnId="{F4E6A6CB-90BC-44FC-8ABF-C2AAA4E8DF4E}">
      <dgm:prSet/>
      <dgm:spPr/>
      <dgm:t>
        <a:bodyPr/>
        <a:lstStyle/>
        <a:p>
          <a:endParaRPr lang="en-US"/>
        </a:p>
      </dgm:t>
    </dgm:pt>
    <dgm:pt modelId="{27210073-E0C8-4C8D-8A0D-8F7EAED4F2A6}" type="sibTrans" cxnId="{F4E6A6CB-90BC-44FC-8ABF-C2AAA4E8DF4E}">
      <dgm:prSet/>
      <dgm:spPr/>
      <dgm:t>
        <a:bodyPr/>
        <a:lstStyle/>
        <a:p>
          <a:endParaRPr lang="en-US"/>
        </a:p>
      </dgm:t>
    </dgm:pt>
    <dgm:pt modelId="{667D0FC2-98BC-427D-BA76-EDF39191E7F1}">
      <dgm:prSet/>
      <dgm:spPr/>
      <dgm:t>
        <a:bodyPr/>
        <a:lstStyle/>
        <a:p>
          <a:r>
            <a:rPr lang="fr-FR" dirty="0"/>
            <a:t>Établissement de la chaîne de raisonnement </a:t>
          </a:r>
          <a:endParaRPr lang="en-US" dirty="0"/>
        </a:p>
      </dgm:t>
    </dgm:pt>
    <dgm:pt modelId="{DC406671-DB2D-406A-BB28-E3BFF8562D4A}" type="parTrans" cxnId="{7D7EF230-DDA5-4BB1-9D28-A5C04F8BF11C}">
      <dgm:prSet/>
      <dgm:spPr/>
      <dgm:t>
        <a:bodyPr/>
        <a:lstStyle/>
        <a:p>
          <a:endParaRPr lang="en-US"/>
        </a:p>
      </dgm:t>
    </dgm:pt>
    <dgm:pt modelId="{156B4061-4D33-42A0-8BE6-D7785092F901}" type="sibTrans" cxnId="{7D7EF230-DDA5-4BB1-9D28-A5C04F8BF11C}">
      <dgm:prSet/>
      <dgm:spPr/>
      <dgm:t>
        <a:bodyPr/>
        <a:lstStyle/>
        <a:p>
          <a:endParaRPr lang="en-US"/>
        </a:p>
      </dgm:t>
    </dgm:pt>
    <dgm:pt modelId="{58FECFFA-475C-4B6E-B965-B1571370E908}" type="pres">
      <dgm:prSet presAssocID="{1018854C-3E88-40B4-A776-A2042AA9091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DB5C690-9793-47E2-8467-A1DF0029E3ED}" type="pres">
      <dgm:prSet presAssocID="{DA288DD0-BEF1-4027-9E6E-5C1CF3CA6BC4}" presName="hierRoot1" presStyleCnt="0"/>
      <dgm:spPr/>
    </dgm:pt>
    <dgm:pt modelId="{BBAA8A4F-87B9-4E20-967A-45706DA63BAA}" type="pres">
      <dgm:prSet presAssocID="{DA288DD0-BEF1-4027-9E6E-5C1CF3CA6BC4}" presName="composite" presStyleCnt="0"/>
      <dgm:spPr/>
    </dgm:pt>
    <dgm:pt modelId="{BADD0381-16A5-4FE3-8723-A5D261F534F4}" type="pres">
      <dgm:prSet presAssocID="{DA288DD0-BEF1-4027-9E6E-5C1CF3CA6BC4}" presName="background" presStyleLbl="node0" presStyleIdx="0" presStyleCnt="3"/>
      <dgm:spPr/>
    </dgm:pt>
    <dgm:pt modelId="{836D30DB-637F-42F2-99C8-A2F205193E04}" type="pres">
      <dgm:prSet presAssocID="{DA288DD0-BEF1-4027-9E6E-5C1CF3CA6BC4}" presName="text" presStyleLbl="fgAcc0" presStyleIdx="0" presStyleCnt="3">
        <dgm:presLayoutVars>
          <dgm:chPref val="3"/>
        </dgm:presLayoutVars>
      </dgm:prSet>
      <dgm:spPr/>
    </dgm:pt>
    <dgm:pt modelId="{263A66DD-38D5-4C00-900B-210AABF5857D}" type="pres">
      <dgm:prSet presAssocID="{DA288DD0-BEF1-4027-9E6E-5C1CF3CA6BC4}" presName="hierChild2" presStyleCnt="0"/>
      <dgm:spPr/>
    </dgm:pt>
    <dgm:pt modelId="{CBF27A16-80E7-4846-9491-5CE96534F04D}" type="pres">
      <dgm:prSet presAssocID="{48602B3A-5F65-442F-B104-47C8D8B67076}" presName="hierRoot1" presStyleCnt="0"/>
      <dgm:spPr/>
    </dgm:pt>
    <dgm:pt modelId="{BD4B5A8D-84F4-41F2-BA5A-825BA4B0C562}" type="pres">
      <dgm:prSet presAssocID="{48602B3A-5F65-442F-B104-47C8D8B67076}" presName="composite" presStyleCnt="0"/>
      <dgm:spPr/>
    </dgm:pt>
    <dgm:pt modelId="{3451EA13-FADD-45B0-9717-E7219B97F34F}" type="pres">
      <dgm:prSet presAssocID="{48602B3A-5F65-442F-B104-47C8D8B67076}" presName="background" presStyleLbl="node0" presStyleIdx="1" presStyleCnt="3"/>
      <dgm:spPr/>
    </dgm:pt>
    <dgm:pt modelId="{4F86D00F-1D8E-4959-8CCF-C57E56590FCE}" type="pres">
      <dgm:prSet presAssocID="{48602B3A-5F65-442F-B104-47C8D8B67076}" presName="text" presStyleLbl="fgAcc0" presStyleIdx="1" presStyleCnt="3">
        <dgm:presLayoutVars>
          <dgm:chPref val="3"/>
        </dgm:presLayoutVars>
      </dgm:prSet>
      <dgm:spPr/>
    </dgm:pt>
    <dgm:pt modelId="{CF7A4CBC-7276-4561-AAC3-7BBA5B798EBA}" type="pres">
      <dgm:prSet presAssocID="{48602B3A-5F65-442F-B104-47C8D8B67076}" presName="hierChild2" presStyleCnt="0"/>
      <dgm:spPr/>
    </dgm:pt>
    <dgm:pt modelId="{4006B4E6-A6BD-4594-B783-FB2671D475A5}" type="pres">
      <dgm:prSet presAssocID="{667D0FC2-98BC-427D-BA76-EDF39191E7F1}" presName="hierRoot1" presStyleCnt="0"/>
      <dgm:spPr/>
    </dgm:pt>
    <dgm:pt modelId="{62EB8AD5-5241-439A-AFB0-8BA3914BA0C4}" type="pres">
      <dgm:prSet presAssocID="{667D0FC2-98BC-427D-BA76-EDF39191E7F1}" presName="composite" presStyleCnt="0"/>
      <dgm:spPr/>
    </dgm:pt>
    <dgm:pt modelId="{BF83E076-B4AC-4B75-A7A5-2A209E2BCD8A}" type="pres">
      <dgm:prSet presAssocID="{667D0FC2-98BC-427D-BA76-EDF39191E7F1}" presName="background" presStyleLbl="node0" presStyleIdx="2" presStyleCnt="3"/>
      <dgm:spPr/>
    </dgm:pt>
    <dgm:pt modelId="{470466D8-A803-4DE0-AC48-9A25A799196D}" type="pres">
      <dgm:prSet presAssocID="{667D0FC2-98BC-427D-BA76-EDF39191E7F1}" presName="text" presStyleLbl="fgAcc0" presStyleIdx="2" presStyleCnt="3">
        <dgm:presLayoutVars>
          <dgm:chPref val="3"/>
        </dgm:presLayoutVars>
      </dgm:prSet>
      <dgm:spPr/>
    </dgm:pt>
    <dgm:pt modelId="{18F38F0D-0F7C-4CE5-A52E-A1B38BCBE939}" type="pres">
      <dgm:prSet presAssocID="{667D0FC2-98BC-427D-BA76-EDF39191E7F1}" presName="hierChild2" presStyleCnt="0"/>
      <dgm:spPr/>
    </dgm:pt>
  </dgm:ptLst>
  <dgm:cxnLst>
    <dgm:cxn modelId="{550E2002-AF4B-45DE-99DD-4FE36D7F690A}" type="presOf" srcId="{667D0FC2-98BC-427D-BA76-EDF39191E7F1}" destId="{470466D8-A803-4DE0-AC48-9A25A799196D}" srcOrd="0" destOrd="0" presId="urn:microsoft.com/office/officeart/2005/8/layout/hierarchy1"/>
    <dgm:cxn modelId="{3A2E280D-A843-4732-989D-272E80783BED}" type="presOf" srcId="{48602B3A-5F65-442F-B104-47C8D8B67076}" destId="{4F86D00F-1D8E-4959-8CCF-C57E56590FCE}" srcOrd="0" destOrd="0" presId="urn:microsoft.com/office/officeart/2005/8/layout/hierarchy1"/>
    <dgm:cxn modelId="{D9EE9B26-7D22-44E8-A3C0-1FAE5CD3EC82}" type="presOf" srcId="{1018854C-3E88-40B4-A776-A2042AA90919}" destId="{58FECFFA-475C-4B6E-B965-B1571370E908}" srcOrd="0" destOrd="0" presId="urn:microsoft.com/office/officeart/2005/8/layout/hierarchy1"/>
    <dgm:cxn modelId="{7D7EF230-DDA5-4BB1-9D28-A5C04F8BF11C}" srcId="{1018854C-3E88-40B4-A776-A2042AA90919}" destId="{667D0FC2-98BC-427D-BA76-EDF39191E7F1}" srcOrd="2" destOrd="0" parTransId="{DC406671-DB2D-406A-BB28-E3BFF8562D4A}" sibTransId="{156B4061-4D33-42A0-8BE6-D7785092F901}"/>
    <dgm:cxn modelId="{BBBE774C-9A33-4626-B212-D7B7A96633CA}" srcId="{1018854C-3E88-40B4-A776-A2042AA90919}" destId="{DA288DD0-BEF1-4027-9E6E-5C1CF3CA6BC4}" srcOrd="0" destOrd="0" parTransId="{434B8188-8EE1-4A2E-AFBA-B676D620AA4F}" sibTransId="{704E0615-45B1-4F51-94C8-04C673B01BFD}"/>
    <dgm:cxn modelId="{8054367F-2C62-44BA-9491-D82A4CC00191}" type="presOf" srcId="{DA288DD0-BEF1-4027-9E6E-5C1CF3CA6BC4}" destId="{836D30DB-637F-42F2-99C8-A2F205193E04}" srcOrd="0" destOrd="0" presId="urn:microsoft.com/office/officeart/2005/8/layout/hierarchy1"/>
    <dgm:cxn modelId="{F4E6A6CB-90BC-44FC-8ABF-C2AAA4E8DF4E}" srcId="{1018854C-3E88-40B4-A776-A2042AA90919}" destId="{48602B3A-5F65-442F-B104-47C8D8B67076}" srcOrd="1" destOrd="0" parTransId="{B948D1FE-E955-4F61-AB06-720731485B66}" sibTransId="{27210073-E0C8-4C8D-8A0D-8F7EAED4F2A6}"/>
    <dgm:cxn modelId="{30BFE5ED-314A-4365-9698-BC82EDB3B770}" type="presParOf" srcId="{58FECFFA-475C-4B6E-B965-B1571370E908}" destId="{4DB5C690-9793-47E2-8467-A1DF0029E3ED}" srcOrd="0" destOrd="0" presId="urn:microsoft.com/office/officeart/2005/8/layout/hierarchy1"/>
    <dgm:cxn modelId="{500D0FAF-1588-401D-93B1-59975CBBCEB2}" type="presParOf" srcId="{4DB5C690-9793-47E2-8467-A1DF0029E3ED}" destId="{BBAA8A4F-87B9-4E20-967A-45706DA63BAA}" srcOrd="0" destOrd="0" presId="urn:microsoft.com/office/officeart/2005/8/layout/hierarchy1"/>
    <dgm:cxn modelId="{079B2D22-7AC2-425A-A5EC-304CAFBF6BCA}" type="presParOf" srcId="{BBAA8A4F-87B9-4E20-967A-45706DA63BAA}" destId="{BADD0381-16A5-4FE3-8723-A5D261F534F4}" srcOrd="0" destOrd="0" presId="urn:microsoft.com/office/officeart/2005/8/layout/hierarchy1"/>
    <dgm:cxn modelId="{C0AF09C3-C2AA-4492-98A8-F2DE384424ED}" type="presParOf" srcId="{BBAA8A4F-87B9-4E20-967A-45706DA63BAA}" destId="{836D30DB-637F-42F2-99C8-A2F205193E04}" srcOrd="1" destOrd="0" presId="urn:microsoft.com/office/officeart/2005/8/layout/hierarchy1"/>
    <dgm:cxn modelId="{FA50479C-FD0B-4A69-A865-9646F1E09629}" type="presParOf" srcId="{4DB5C690-9793-47E2-8467-A1DF0029E3ED}" destId="{263A66DD-38D5-4C00-900B-210AABF5857D}" srcOrd="1" destOrd="0" presId="urn:microsoft.com/office/officeart/2005/8/layout/hierarchy1"/>
    <dgm:cxn modelId="{F2290EA1-5032-4EDF-B3EE-E0C21FCE47D9}" type="presParOf" srcId="{58FECFFA-475C-4B6E-B965-B1571370E908}" destId="{CBF27A16-80E7-4846-9491-5CE96534F04D}" srcOrd="1" destOrd="0" presId="urn:microsoft.com/office/officeart/2005/8/layout/hierarchy1"/>
    <dgm:cxn modelId="{92DE5E13-386A-440F-9B13-92714BBF3F8F}" type="presParOf" srcId="{CBF27A16-80E7-4846-9491-5CE96534F04D}" destId="{BD4B5A8D-84F4-41F2-BA5A-825BA4B0C562}" srcOrd="0" destOrd="0" presId="urn:microsoft.com/office/officeart/2005/8/layout/hierarchy1"/>
    <dgm:cxn modelId="{78B99406-4465-4820-96F0-7D49783FDD80}" type="presParOf" srcId="{BD4B5A8D-84F4-41F2-BA5A-825BA4B0C562}" destId="{3451EA13-FADD-45B0-9717-E7219B97F34F}" srcOrd="0" destOrd="0" presId="urn:microsoft.com/office/officeart/2005/8/layout/hierarchy1"/>
    <dgm:cxn modelId="{BBA8BEDE-7499-49D3-A1EF-790ECB7AD46D}" type="presParOf" srcId="{BD4B5A8D-84F4-41F2-BA5A-825BA4B0C562}" destId="{4F86D00F-1D8E-4959-8CCF-C57E56590FCE}" srcOrd="1" destOrd="0" presId="urn:microsoft.com/office/officeart/2005/8/layout/hierarchy1"/>
    <dgm:cxn modelId="{2397FF86-5061-4F32-8D1E-0B376C6CD137}" type="presParOf" srcId="{CBF27A16-80E7-4846-9491-5CE96534F04D}" destId="{CF7A4CBC-7276-4561-AAC3-7BBA5B798EBA}" srcOrd="1" destOrd="0" presId="urn:microsoft.com/office/officeart/2005/8/layout/hierarchy1"/>
    <dgm:cxn modelId="{A1DDCA42-EB26-4911-B8D1-64051AC8BD48}" type="presParOf" srcId="{58FECFFA-475C-4B6E-B965-B1571370E908}" destId="{4006B4E6-A6BD-4594-B783-FB2671D475A5}" srcOrd="2" destOrd="0" presId="urn:microsoft.com/office/officeart/2005/8/layout/hierarchy1"/>
    <dgm:cxn modelId="{701CE1BF-6621-41C4-BD97-59CF04A9491A}" type="presParOf" srcId="{4006B4E6-A6BD-4594-B783-FB2671D475A5}" destId="{62EB8AD5-5241-439A-AFB0-8BA3914BA0C4}" srcOrd="0" destOrd="0" presId="urn:microsoft.com/office/officeart/2005/8/layout/hierarchy1"/>
    <dgm:cxn modelId="{66F11DDF-BB67-4BB3-86C8-21C043808067}" type="presParOf" srcId="{62EB8AD5-5241-439A-AFB0-8BA3914BA0C4}" destId="{BF83E076-B4AC-4B75-A7A5-2A209E2BCD8A}" srcOrd="0" destOrd="0" presId="urn:microsoft.com/office/officeart/2005/8/layout/hierarchy1"/>
    <dgm:cxn modelId="{7CFA4D90-5BD2-4510-AA2A-63ADF3C141A1}" type="presParOf" srcId="{62EB8AD5-5241-439A-AFB0-8BA3914BA0C4}" destId="{470466D8-A803-4DE0-AC48-9A25A799196D}" srcOrd="1" destOrd="0" presId="urn:microsoft.com/office/officeart/2005/8/layout/hierarchy1"/>
    <dgm:cxn modelId="{E7FCA559-46FD-4FE9-B090-ED182AF5B566}" type="presParOf" srcId="{4006B4E6-A6BD-4594-B783-FB2671D475A5}" destId="{18F38F0D-0F7C-4CE5-A52E-A1B38BCBE939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D86E23C-35BD-4559-A9CC-54AD63F3ED34}" type="doc">
      <dgm:prSet loTypeId="urn:microsoft.com/office/officeart/2005/8/layout/vList5" loCatId="list" qsTypeId="urn:microsoft.com/office/officeart/2005/8/quickstyle/simple2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FF5F07E6-1498-44AA-887A-511A916C8DF7}">
      <dgm:prSet/>
      <dgm:spPr/>
      <dgm:t>
        <a:bodyPr/>
        <a:lstStyle/>
        <a:p>
          <a:r>
            <a:rPr lang="fr-FR"/>
            <a:t>Documents divers des projets </a:t>
          </a:r>
          <a:endParaRPr lang="en-US"/>
        </a:p>
      </dgm:t>
    </dgm:pt>
    <dgm:pt modelId="{D8EE9299-4190-465C-B00C-863F67191BA2}" type="parTrans" cxnId="{7EC5F039-1DA3-4931-B840-CB01957EDF5B}">
      <dgm:prSet/>
      <dgm:spPr/>
      <dgm:t>
        <a:bodyPr/>
        <a:lstStyle/>
        <a:p>
          <a:endParaRPr lang="en-US"/>
        </a:p>
      </dgm:t>
    </dgm:pt>
    <dgm:pt modelId="{B9796B94-7AC7-461A-8293-8E5E4116D21C}" type="sibTrans" cxnId="{7EC5F039-1DA3-4931-B840-CB01957EDF5B}">
      <dgm:prSet/>
      <dgm:spPr/>
      <dgm:t>
        <a:bodyPr/>
        <a:lstStyle/>
        <a:p>
          <a:endParaRPr lang="en-US"/>
        </a:p>
      </dgm:t>
    </dgm:pt>
    <dgm:pt modelId="{D2C4C7C7-7EE5-4938-B925-04141FDDC62F}">
      <dgm:prSet/>
      <dgm:spPr/>
      <dgm:t>
        <a:bodyPr/>
        <a:lstStyle/>
        <a:p>
          <a:r>
            <a:rPr lang="fr-FR" dirty="0"/>
            <a:t>PDF -  Plans 2D, documents techniques</a:t>
          </a:r>
          <a:endParaRPr lang="en-US" dirty="0"/>
        </a:p>
      </dgm:t>
    </dgm:pt>
    <dgm:pt modelId="{A60B032A-673B-497E-B5FB-CF48CE0610A3}" type="parTrans" cxnId="{DC2F2C1F-933B-465F-A4C6-1D93852EB279}">
      <dgm:prSet/>
      <dgm:spPr/>
      <dgm:t>
        <a:bodyPr/>
        <a:lstStyle/>
        <a:p>
          <a:endParaRPr lang="en-US"/>
        </a:p>
      </dgm:t>
    </dgm:pt>
    <dgm:pt modelId="{5CAC247A-1988-4B2E-90A7-648A3C1490D8}" type="sibTrans" cxnId="{DC2F2C1F-933B-465F-A4C6-1D93852EB279}">
      <dgm:prSet/>
      <dgm:spPr/>
      <dgm:t>
        <a:bodyPr/>
        <a:lstStyle/>
        <a:p>
          <a:endParaRPr lang="en-US"/>
        </a:p>
      </dgm:t>
    </dgm:pt>
    <dgm:pt modelId="{59958B14-9CE5-4DF6-BEC4-D45504F83EB9}">
      <dgm:prSet/>
      <dgm:spPr/>
      <dgm:t>
        <a:bodyPr/>
        <a:lstStyle/>
        <a:p>
          <a:r>
            <a:rPr lang="fr-FR"/>
            <a:t>Word - </a:t>
          </a:r>
          <a:r>
            <a:rPr lang="es-AR"/>
            <a:t>textes descriptifs, spécifications techniques</a:t>
          </a:r>
          <a:endParaRPr lang="en-US"/>
        </a:p>
      </dgm:t>
    </dgm:pt>
    <dgm:pt modelId="{01F14216-A2D3-4767-86E7-3C4CB6CE369F}" type="parTrans" cxnId="{D96C2CA0-9EBA-4E0F-85D6-F565A5451236}">
      <dgm:prSet/>
      <dgm:spPr/>
      <dgm:t>
        <a:bodyPr/>
        <a:lstStyle/>
        <a:p>
          <a:endParaRPr lang="en-US"/>
        </a:p>
      </dgm:t>
    </dgm:pt>
    <dgm:pt modelId="{4A04B8F5-93BF-4761-975F-FD6135C251E3}" type="sibTrans" cxnId="{D96C2CA0-9EBA-4E0F-85D6-F565A5451236}">
      <dgm:prSet/>
      <dgm:spPr/>
      <dgm:t>
        <a:bodyPr/>
        <a:lstStyle/>
        <a:p>
          <a:endParaRPr lang="en-US"/>
        </a:p>
      </dgm:t>
    </dgm:pt>
    <dgm:pt modelId="{8C6BD790-5D04-4145-A5BC-91BBB23282D9}">
      <dgm:prSet/>
      <dgm:spPr/>
      <dgm:t>
        <a:bodyPr/>
        <a:lstStyle/>
        <a:p>
          <a:r>
            <a:rPr lang="fr-FR"/>
            <a:t>Excel - tableaux de mesures, quantités, unités, coefficients</a:t>
          </a:r>
          <a:endParaRPr lang="en-US"/>
        </a:p>
      </dgm:t>
    </dgm:pt>
    <dgm:pt modelId="{75756580-74F5-4626-8813-E16C529FBBCC}" type="parTrans" cxnId="{C28DE2E0-C362-4E7F-AD07-FFC9A82C90DC}">
      <dgm:prSet/>
      <dgm:spPr/>
      <dgm:t>
        <a:bodyPr/>
        <a:lstStyle/>
        <a:p>
          <a:endParaRPr lang="en-US"/>
        </a:p>
      </dgm:t>
    </dgm:pt>
    <dgm:pt modelId="{A36FBFE3-6D9F-43D2-9354-5189DEF19947}" type="sibTrans" cxnId="{C28DE2E0-C362-4E7F-AD07-FFC9A82C90DC}">
      <dgm:prSet/>
      <dgm:spPr/>
      <dgm:t>
        <a:bodyPr/>
        <a:lstStyle/>
        <a:p>
          <a:endParaRPr lang="en-US"/>
        </a:p>
      </dgm:t>
    </dgm:pt>
    <dgm:pt modelId="{95AA5AF2-13A0-4644-82B1-ACD28F3BB534}">
      <dgm:prSet/>
      <dgm:spPr/>
      <dgm:t>
        <a:bodyPr/>
        <a:lstStyle/>
        <a:p>
          <a:r>
            <a:rPr lang="fr-FR"/>
            <a:t>Méthode d’extractions des données </a:t>
          </a:r>
          <a:endParaRPr lang="en-US"/>
        </a:p>
      </dgm:t>
    </dgm:pt>
    <dgm:pt modelId="{4E63265C-A5EB-42DB-BBB6-CB37157C8695}" type="parTrans" cxnId="{DA35EFF1-E83E-435C-A1F2-1BD7EBAE0531}">
      <dgm:prSet/>
      <dgm:spPr/>
      <dgm:t>
        <a:bodyPr/>
        <a:lstStyle/>
        <a:p>
          <a:endParaRPr lang="en-US"/>
        </a:p>
      </dgm:t>
    </dgm:pt>
    <dgm:pt modelId="{20C00327-0A00-48B0-BE1D-882CF1952614}" type="sibTrans" cxnId="{DA35EFF1-E83E-435C-A1F2-1BD7EBAE0531}">
      <dgm:prSet/>
      <dgm:spPr/>
      <dgm:t>
        <a:bodyPr/>
        <a:lstStyle/>
        <a:p>
          <a:endParaRPr lang="en-US"/>
        </a:p>
      </dgm:t>
    </dgm:pt>
    <dgm:pt modelId="{B14CE6D2-FD4D-417D-8431-7E07823E7FFA}">
      <dgm:prSet/>
      <dgm:spPr/>
      <dgm:t>
        <a:bodyPr/>
        <a:lstStyle/>
        <a:p>
          <a:r>
            <a:rPr lang="fr-FR" dirty="0"/>
            <a:t>Segmentations des données </a:t>
          </a:r>
          <a:endParaRPr lang="en-US" dirty="0"/>
        </a:p>
      </dgm:t>
    </dgm:pt>
    <dgm:pt modelId="{77BB5DDE-FA63-4A67-B114-6329939075DC}" type="parTrans" cxnId="{4E435CC8-F231-423F-9719-F26426B82269}">
      <dgm:prSet/>
      <dgm:spPr/>
      <dgm:t>
        <a:bodyPr/>
        <a:lstStyle/>
        <a:p>
          <a:endParaRPr lang="en-US"/>
        </a:p>
      </dgm:t>
    </dgm:pt>
    <dgm:pt modelId="{9CB7CB13-8029-4277-9CA2-7E0834A3678E}" type="sibTrans" cxnId="{4E435CC8-F231-423F-9719-F26426B82269}">
      <dgm:prSet/>
      <dgm:spPr/>
      <dgm:t>
        <a:bodyPr/>
        <a:lstStyle/>
        <a:p>
          <a:endParaRPr lang="en-US"/>
        </a:p>
      </dgm:t>
    </dgm:pt>
    <dgm:pt modelId="{241EB2BC-67B1-4D8E-B409-2AE6BF6627DF}">
      <dgm:prSet/>
      <dgm:spPr/>
      <dgm:t>
        <a:bodyPr/>
        <a:lstStyle/>
        <a:p>
          <a:r>
            <a:rPr lang="en-US" dirty="0"/>
            <a:t>“OCR Technologies” </a:t>
          </a:r>
        </a:p>
      </dgm:t>
    </dgm:pt>
    <dgm:pt modelId="{85900101-7E3A-4370-964F-E4D2690E8FCD}" type="parTrans" cxnId="{6149EEC1-AF84-49E2-BAE3-6F783C02EA57}">
      <dgm:prSet/>
      <dgm:spPr/>
      <dgm:t>
        <a:bodyPr/>
        <a:lstStyle/>
        <a:p>
          <a:endParaRPr lang="en-US"/>
        </a:p>
      </dgm:t>
    </dgm:pt>
    <dgm:pt modelId="{82740E68-C90A-489B-89FE-079E1081A9B0}" type="sibTrans" cxnId="{6149EEC1-AF84-49E2-BAE3-6F783C02EA57}">
      <dgm:prSet/>
      <dgm:spPr/>
      <dgm:t>
        <a:bodyPr/>
        <a:lstStyle/>
        <a:p>
          <a:endParaRPr lang="en-US"/>
        </a:p>
      </dgm:t>
    </dgm:pt>
    <dgm:pt modelId="{62DDA30E-08AD-40F7-9E50-FBF5B8E3F93A}">
      <dgm:prSet/>
      <dgm:spPr/>
      <dgm:t>
        <a:bodyPr/>
        <a:lstStyle/>
        <a:p>
          <a:r>
            <a:rPr lang="fr-FR" dirty="0"/>
            <a:t>Corrections des textes par LLM   GPT-4o</a:t>
          </a:r>
          <a:endParaRPr lang="en-US" dirty="0"/>
        </a:p>
      </dgm:t>
    </dgm:pt>
    <dgm:pt modelId="{98159939-AB2C-4AEB-86A6-A5E2C5C81E72}" type="parTrans" cxnId="{D744280D-0B51-4100-B218-C50AF0400A3F}">
      <dgm:prSet/>
      <dgm:spPr/>
      <dgm:t>
        <a:bodyPr/>
        <a:lstStyle/>
        <a:p>
          <a:endParaRPr lang="en-US"/>
        </a:p>
      </dgm:t>
    </dgm:pt>
    <dgm:pt modelId="{0033B115-3F72-4417-A83C-42C5EB2ED754}" type="sibTrans" cxnId="{D744280D-0B51-4100-B218-C50AF0400A3F}">
      <dgm:prSet/>
      <dgm:spPr/>
      <dgm:t>
        <a:bodyPr/>
        <a:lstStyle/>
        <a:p>
          <a:endParaRPr lang="en-US"/>
        </a:p>
      </dgm:t>
    </dgm:pt>
    <dgm:pt modelId="{D9097034-F595-4F06-9A99-0332F65F84A5}" type="pres">
      <dgm:prSet presAssocID="{0D86E23C-35BD-4559-A9CC-54AD63F3ED34}" presName="Name0" presStyleCnt="0">
        <dgm:presLayoutVars>
          <dgm:dir/>
          <dgm:animLvl val="lvl"/>
          <dgm:resizeHandles val="exact"/>
        </dgm:presLayoutVars>
      </dgm:prSet>
      <dgm:spPr/>
    </dgm:pt>
    <dgm:pt modelId="{F9370E6F-1847-46EF-BB7E-908F4A4F0727}" type="pres">
      <dgm:prSet presAssocID="{FF5F07E6-1498-44AA-887A-511A916C8DF7}" presName="linNode" presStyleCnt="0"/>
      <dgm:spPr/>
    </dgm:pt>
    <dgm:pt modelId="{7AD33EF2-8A83-47F2-8AC0-E703ECCCB907}" type="pres">
      <dgm:prSet presAssocID="{FF5F07E6-1498-44AA-887A-511A916C8DF7}" presName="parentText" presStyleLbl="node1" presStyleIdx="0" presStyleCnt="2">
        <dgm:presLayoutVars>
          <dgm:chMax val="1"/>
          <dgm:bulletEnabled val="1"/>
        </dgm:presLayoutVars>
      </dgm:prSet>
      <dgm:spPr/>
    </dgm:pt>
    <dgm:pt modelId="{3005BBF7-4204-462E-BE84-29194428A1A6}" type="pres">
      <dgm:prSet presAssocID="{FF5F07E6-1498-44AA-887A-511A916C8DF7}" presName="descendantText" presStyleLbl="alignAccFollowNode1" presStyleIdx="0" presStyleCnt="2">
        <dgm:presLayoutVars>
          <dgm:bulletEnabled val="1"/>
        </dgm:presLayoutVars>
      </dgm:prSet>
      <dgm:spPr/>
    </dgm:pt>
    <dgm:pt modelId="{E90007E9-3DA9-4A1B-A481-7127E47BCC42}" type="pres">
      <dgm:prSet presAssocID="{B9796B94-7AC7-461A-8293-8E5E4116D21C}" presName="sp" presStyleCnt="0"/>
      <dgm:spPr/>
    </dgm:pt>
    <dgm:pt modelId="{27C9F7DC-97DB-4A97-BB23-F7113E87D621}" type="pres">
      <dgm:prSet presAssocID="{95AA5AF2-13A0-4644-82B1-ACD28F3BB534}" presName="linNode" presStyleCnt="0"/>
      <dgm:spPr/>
    </dgm:pt>
    <dgm:pt modelId="{125487C1-8887-4299-BA64-E0AD2E0B176A}" type="pres">
      <dgm:prSet presAssocID="{95AA5AF2-13A0-4644-82B1-ACD28F3BB534}" presName="parentText" presStyleLbl="node1" presStyleIdx="1" presStyleCnt="2">
        <dgm:presLayoutVars>
          <dgm:chMax val="1"/>
          <dgm:bulletEnabled val="1"/>
        </dgm:presLayoutVars>
      </dgm:prSet>
      <dgm:spPr/>
    </dgm:pt>
    <dgm:pt modelId="{BE7CD88D-6143-46A4-978D-7A6A7783D72A}" type="pres">
      <dgm:prSet presAssocID="{95AA5AF2-13A0-4644-82B1-ACD28F3BB534}" presName="descendantText" presStyleLbl="alignAccFollowNode1" presStyleIdx="1" presStyleCnt="2">
        <dgm:presLayoutVars>
          <dgm:bulletEnabled val="1"/>
        </dgm:presLayoutVars>
      </dgm:prSet>
      <dgm:spPr/>
    </dgm:pt>
  </dgm:ptLst>
  <dgm:cxnLst>
    <dgm:cxn modelId="{9D94F606-338D-453B-B00C-31A1043CEFA3}" type="presOf" srcId="{62DDA30E-08AD-40F7-9E50-FBF5B8E3F93A}" destId="{BE7CD88D-6143-46A4-978D-7A6A7783D72A}" srcOrd="0" destOrd="2" presId="urn:microsoft.com/office/officeart/2005/8/layout/vList5"/>
    <dgm:cxn modelId="{6EDE3807-02F5-4F36-AC07-A31D957D9956}" type="presOf" srcId="{8C6BD790-5D04-4145-A5BC-91BBB23282D9}" destId="{3005BBF7-4204-462E-BE84-29194428A1A6}" srcOrd="0" destOrd="2" presId="urn:microsoft.com/office/officeart/2005/8/layout/vList5"/>
    <dgm:cxn modelId="{D744280D-0B51-4100-B218-C50AF0400A3F}" srcId="{95AA5AF2-13A0-4644-82B1-ACD28F3BB534}" destId="{62DDA30E-08AD-40F7-9E50-FBF5B8E3F93A}" srcOrd="2" destOrd="0" parTransId="{98159939-AB2C-4AEB-86A6-A5E2C5C81E72}" sibTransId="{0033B115-3F72-4417-A83C-42C5EB2ED754}"/>
    <dgm:cxn modelId="{53E8F30F-AD1A-4028-B2DE-1421D89CA3BF}" type="presOf" srcId="{0D86E23C-35BD-4559-A9CC-54AD63F3ED34}" destId="{D9097034-F595-4F06-9A99-0332F65F84A5}" srcOrd="0" destOrd="0" presId="urn:microsoft.com/office/officeart/2005/8/layout/vList5"/>
    <dgm:cxn modelId="{DC2F2C1F-933B-465F-A4C6-1D93852EB279}" srcId="{FF5F07E6-1498-44AA-887A-511A916C8DF7}" destId="{D2C4C7C7-7EE5-4938-B925-04141FDDC62F}" srcOrd="0" destOrd="0" parTransId="{A60B032A-673B-497E-B5FB-CF48CE0610A3}" sibTransId="{5CAC247A-1988-4B2E-90A7-648A3C1490D8}"/>
    <dgm:cxn modelId="{1ABB3022-48F2-4556-A3C5-1974A5C577F9}" type="presOf" srcId="{FF5F07E6-1498-44AA-887A-511A916C8DF7}" destId="{7AD33EF2-8A83-47F2-8AC0-E703ECCCB907}" srcOrd="0" destOrd="0" presId="urn:microsoft.com/office/officeart/2005/8/layout/vList5"/>
    <dgm:cxn modelId="{E53C2B33-8D48-4829-94F3-6331E177C429}" type="presOf" srcId="{D2C4C7C7-7EE5-4938-B925-04141FDDC62F}" destId="{3005BBF7-4204-462E-BE84-29194428A1A6}" srcOrd="0" destOrd="0" presId="urn:microsoft.com/office/officeart/2005/8/layout/vList5"/>
    <dgm:cxn modelId="{7EC5F039-1DA3-4931-B840-CB01957EDF5B}" srcId="{0D86E23C-35BD-4559-A9CC-54AD63F3ED34}" destId="{FF5F07E6-1498-44AA-887A-511A916C8DF7}" srcOrd="0" destOrd="0" parTransId="{D8EE9299-4190-465C-B00C-863F67191BA2}" sibTransId="{B9796B94-7AC7-461A-8293-8E5E4116D21C}"/>
    <dgm:cxn modelId="{B1ED533B-FC1D-4B45-AF09-96077806BBDF}" type="presOf" srcId="{59958B14-9CE5-4DF6-BEC4-D45504F83EB9}" destId="{3005BBF7-4204-462E-BE84-29194428A1A6}" srcOrd="0" destOrd="1" presId="urn:microsoft.com/office/officeart/2005/8/layout/vList5"/>
    <dgm:cxn modelId="{03755D58-6ED0-497C-955C-E3FC6AC661F6}" type="presOf" srcId="{95AA5AF2-13A0-4644-82B1-ACD28F3BB534}" destId="{125487C1-8887-4299-BA64-E0AD2E0B176A}" srcOrd="0" destOrd="0" presId="urn:microsoft.com/office/officeart/2005/8/layout/vList5"/>
    <dgm:cxn modelId="{9CFE6D9A-085C-496E-A17B-A9FC492603E5}" type="presOf" srcId="{241EB2BC-67B1-4D8E-B409-2AE6BF6627DF}" destId="{BE7CD88D-6143-46A4-978D-7A6A7783D72A}" srcOrd="0" destOrd="1" presId="urn:microsoft.com/office/officeart/2005/8/layout/vList5"/>
    <dgm:cxn modelId="{D96C2CA0-9EBA-4E0F-85D6-F565A5451236}" srcId="{FF5F07E6-1498-44AA-887A-511A916C8DF7}" destId="{59958B14-9CE5-4DF6-BEC4-D45504F83EB9}" srcOrd="1" destOrd="0" parTransId="{01F14216-A2D3-4767-86E7-3C4CB6CE369F}" sibTransId="{4A04B8F5-93BF-4761-975F-FD6135C251E3}"/>
    <dgm:cxn modelId="{6149EEC1-AF84-49E2-BAE3-6F783C02EA57}" srcId="{95AA5AF2-13A0-4644-82B1-ACD28F3BB534}" destId="{241EB2BC-67B1-4D8E-B409-2AE6BF6627DF}" srcOrd="1" destOrd="0" parTransId="{85900101-7E3A-4370-964F-E4D2690E8FCD}" sibTransId="{82740E68-C90A-489B-89FE-079E1081A9B0}"/>
    <dgm:cxn modelId="{4E435CC8-F231-423F-9719-F26426B82269}" srcId="{95AA5AF2-13A0-4644-82B1-ACD28F3BB534}" destId="{B14CE6D2-FD4D-417D-8431-7E07823E7FFA}" srcOrd="0" destOrd="0" parTransId="{77BB5DDE-FA63-4A67-B114-6329939075DC}" sibTransId="{9CB7CB13-8029-4277-9CA2-7E0834A3678E}"/>
    <dgm:cxn modelId="{C28DE2E0-C362-4E7F-AD07-FFC9A82C90DC}" srcId="{FF5F07E6-1498-44AA-887A-511A916C8DF7}" destId="{8C6BD790-5D04-4145-A5BC-91BBB23282D9}" srcOrd="2" destOrd="0" parTransId="{75756580-74F5-4626-8813-E16C529FBBCC}" sibTransId="{A36FBFE3-6D9F-43D2-9354-5189DEF19947}"/>
    <dgm:cxn modelId="{DA35EFF1-E83E-435C-A1F2-1BD7EBAE0531}" srcId="{0D86E23C-35BD-4559-A9CC-54AD63F3ED34}" destId="{95AA5AF2-13A0-4644-82B1-ACD28F3BB534}" srcOrd="1" destOrd="0" parTransId="{4E63265C-A5EB-42DB-BBB6-CB37157C8695}" sibTransId="{20C00327-0A00-48B0-BE1D-882CF1952614}"/>
    <dgm:cxn modelId="{05957CF7-F521-4B16-A0C5-666A15F6EE4A}" type="presOf" srcId="{B14CE6D2-FD4D-417D-8431-7E07823E7FFA}" destId="{BE7CD88D-6143-46A4-978D-7A6A7783D72A}" srcOrd="0" destOrd="0" presId="urn:microsoft.com/office/officeart/2005/8/layout/vList5"/>
    <dgm:cxn modelId="{2E7EAD2B-883A-4F7B-9A19-A83C52C90D58}" type="presParOf" srcId="{D9097034-F595-4F06-9A99-0332F65F84A5}" destId="{F9370E6F-1847-46EF-BB7E-908F4A4F0727}" srcOrd="0" destOrd="0" presId="urn:microsoft.com/office/officeart/2005/8/layout/vList5"/>
    <dgm:cxn modelId="{2EDB9F09-1F44-4516-9288-37E02ECCC887}" type="presParOf" srcId="{F9370E6F-1847-46EF-BB7E-908F4A4F0727}" destId="{7AD33EF2-8A83-47F2-8AC0-E703ECCCB907}" srcOrd="0" destOrd="0" presId="urn:microsoft.com/office/officeart/2005/8/layout/vList5"/>
    <dgm:cxn modelId="{0B954951-EE6B-4474-971A-E39072D97F98}" type="presParOf" srcId="{F9370E6F-1847-46EF-BB7E-908F4A4F0727}" destId="{3005BBF7-4204-462E-BE84-29194428A1A6}" srcOrd="1" destOrd="0" presId="urn:microsoft.com/office/officeart/2005/8/layout/vList5"/>
    <dgm:cxn modelId="{E67D6CA4-D417-4AC8-BB84-5E77DE1E0A1C}" type="presParOf" srcId="{D9097034-F595-4F06-9A99-0332F65F84A5}" destId="{E90007E9-3DA9-4A1B-A481-7127E47BCC42}" srcOrd="1" destOrd="0" presId="urn:microsoft.com/office/officeart/2005/8/layout/vList5"/>
    <dgm:cxn modelId="{6D03E05C-8107-4708-95DB-4E4B5D410151}" type="presParOf" srcId="{D9097034-F595-4F06-9A99-0332F65F84A5}" destId="{27C9F7DC-97DB-4A97-BB23-F7113E87D621}" srcOrd="2" destOrd="0" presId="urn:microsoft.com/office/officeart/2005/8/layout/vList5"/>
    <dgm:cxn modelId="{38817DEA-F010-47C9-9FE6-25C5B2C3A25A}" type="presParOf" srcId="{27C9F7DC-97DB-4A97-BB23-F7113E87D621}" destId="{125487C1-8887-4299-BA64-E0AD2E0B176A}" srcOrd="0" destOrd="0" presId="urn:microsoft.com/office/officeart/2005/8/layout/vList5"/>
    <dgm:cxn modelId="{86F0B29D-8A86-4C06-B2A8-C168602A9D2E}" type="presParOf" srcId="{27C9F7DC-97DB-4A97-BB23-F7113E87D621}" destId="{BE7CD88D-6143-46A4-978D-7A6A7783D72A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AB44AE3-9225-4E43-9B5A-AEC204893760}" type="doc">
      <dgm:prSet loTypeId="urn:microsoft.com/office/officeart/2005/8/layout/vList5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A0917310-E6C2-42DD-90E9-D971CF08137D}">
      <dgm:prSet/>
      <dgm:spPr/>
      <dgm:t>
        <a:bodyPr/>
        <a:lstStyle/>
        <a:p>
          <a:r>
            <a:rPr lang="es-AR"/>
            <a:t>Symbol Mapping</a:t>
          </a:r>
          <a:endParaRPr lang="en-US"/>
        </a:p>
      </dgm:t>
    </dgm:pt>
    <dgm:pt modelId="{CB2E1B96-7457-4476-B9A3-CF7461C72AC5}" type="parTrans" cxnId="{A8134CA5-9C54-458F-9974-95F9AC9E9AF4}">
      <dgm:prSet/>
      <dgm:spPr/>
      <dgm:t>
        <a:bodyPr/>
        <a:lstStyle/>
        <a:p>
          <a:endParaRPr lang="en-US"/>
        </a:p>
      </dgm:t>
    </dgm:pt>
    <dgm:pt modelId="{D541AD2D-C6F7-467B-8B81-69D1CA8F9001}" type="sibTrans" cxnId="{A8134CA5-9C54-458F-9974-95F9AC9E9AF4}">
      <dgm:prSet/>
      <dgm:spPr/>
      <dgm:t>
        <a:bodyPr/>
        <a:lstStyle/>
        <a:p>
          <a:endParaRPr lang="en-US"/>
        </a:p>
      </dgm:t>
    </dgm:pt>
    <dgm:pt modelId="{A738DDB3-79D2-4872-822F-9133FE8DB561}">
      <dgm:prSet/>
      <dgm:spPr/>
      <dgm:t>
        <a:bodyPr/>
        <a:lstStyle/>
        <a:p>
          <a:r>
            <a:rPr lang="es-AR"/>
            <a:t>Raisonnement contextuel du LLM</a:t>
          </a:r>
          <a:endParaRPr lang="en-US"/>
        </a:p>
      </dgm:t>
    </dgm:pt>
    <dgm:pt modelId="{313D53B7-4903-48E3-99F4-9D0D2DD8B405}" type="parTrans" cxnId="{5E6CE590-9A92-4A0C-AAAD-86939AF49223}">
      <dgm:prSet/>
      <dgm:spPr/>
      <dgm:t>
        <a:bodyPr/>
        <a:lstStyle/>
        <a:p>
          <a:endParaRPr lang="en-US"/>
        </a:p>
      </dgm:t>
    </dgm:pt>
    <dgm:pt modelId="{2A638701-F38C-472C-AD43-F63C640145EA}" type="sibTrans" cxnId="{5E6CE590-9A92-4A0C-AAAD-86939AF49223}">
      <dgm:prSet/>
      <dgm:spPr/>
      <dgm:t>
        <a:bodyPr/>
        <a:lstStyle/>
        <a:p>
          <a:endParaRPr lang="en-US"/>
        </a:p>
      </dgm:t>
    </dgm:pt>
    <dgm:pt modelId="{136C6004-C6A7-4047-BC45-30B33BE4A34E}">
      <dgm:prSet/>
      <dgm:spPr/>
      <dgm:t>
        <a:bodyPr/>
        <a:lstStyle/>
        <a:p>
          <a:r>
            <a:rPr lang="es-AR"/>
            <a:t>Unification des formats</a:t>
          </a:r>
          <a:endParaRPr lang="en-US"/>
        </a:p>
      </dgm:t>
    </dgm:pt>
    <dgm:pt modelId="{4AECC3BE-8F53-4B63-917D-53AFC3EDBFBF}" type="parTrans" cxnId="{4DDD0710-1041-4074-9306-27355C2B1C6E}">
      <dgm:prSet/>
      <dgm:spPr/>
      <dgm:t>
        <a:bodyPr/>
        <a:lstStyle/>
        <a:p>
          <a:endParaRPr lang="en-US"/>
        </a:p>
      </dgm:t>
    </dgm:pt>
    <dgm:pt modelId="{E73AB578-42B4-47EB-AE9E-BCA96B12AF5F}" type="sibTrans" cxnId="{4DDD0710-1041-4074-9306-27355C2B1C6E}">
      <dgm:prSet/>
      <dgm:spPr/>
      <dgm:t>
        <a:bodyPr/>
        <a:lstStyle/>
        <a:p>
          <a:endParaRPr lang="en-US"/>
        </a:p>
      </dgm:t>
    </dgm:pt>
    <dgm:pt modelId="{CFFA4458-16C3-4D3C-8198-557EF3B3C82B}" type="pres">
      <dgm:prSet presAssocID="{CAB44AE3-9225-4E43-9B5A-AEC204893760}" presName="Name0" presStyleCnt="0">
        <dgm:presLayoutVars>
          <dgm:dir/>
          <dgm:animLvl val="lvl"/>
          <dgm:resizeHandles val="exact"/>
        </dgm:presLayoutVars>
      </dgm:prSet>
      <dgm:spPr/>
    </dgm:pt>
    <dgm:pt modelId="{9289A542-202A-4EC0-B9EA-DF4B72F2F64F}" type="pres">
      <dgm:prSet presAssocID="{A0917310-E6C2-42DD-90E9-D971CF08137D}" presName="linNode" presStyleCnt="0"/>
      <dgm:spPr/>
    </dgm:pt>
    <dgm:pt modelId="{4A6639F3-2771-4A30-AED7-C88E1C51134B}" type="pres">
      <dgm:prSet presAssocID="{A0917310-E6C2-42DD-90E9-D971CF08137D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7CF7C271-6879-4B05-9112-DCC12EB049AC}" type="pres">
      <dgm:prSet presAssocID="{D541AD2D-C6F7-467B-8B81-69D1CA8F9001}" presName="sp" presStyleCnt="0"/>
      <dgm:spPr/>
    </dgm:pt>
    <dgm:pt modelId="{C0815497-32E7-4443-8E4C-4C66C08AD228}" type="pres">
      <dgm:prSet presAssocID="{A738DDB3-79D2-4872-822F-9133FE8DB561}" presName="linNode" presStyleCnt="0"/>
      <dgm:spPr/>
    </dgm:pt>
    <dgm:pt modelId="{78EB4FCB-ADE5-4E43-8D8E-3A258A209396}" type="pres">
      <dgm:prSet presAssocID="{A738DDB3-79D2-4872-822F-9133FE8DB561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AB296FCF-72A1-409C-B147-B0771EC89F7E}" type="pres">
      <dgm:prSet presAssocID="{2A638701-F38C-472C-AD43-F63C640145EA}" presName="sp" presStyleCnt="0"/>
      <dgm:spPr/>
    </dgm:pt>
    <dgm:pt modelId="{7BBE32A2-1118-4685-AD4E-9AAFE7ACC16D}" type="pres">
      <dgm:prSet presAssocID="{136C6004-C6A7-4047-BC45-30B33BE4A34E}" presName="linNode" presStyleCnt="0"/>
      <dgm:spPr/>
    </dgm:pt>
    <dgm:pt modelId="{F5BC6971-B3F7-4BC4-B91D-34D1A2E0ED10}" type="pres">
      <dgm:prSet presAssocID="{136C6004-C6A7-4047-BC45-30B33BE4A34E}" presName="parentText" presStyleLbl="node1" presStyleIdx="2" presStyleCnt="3">
        <dgm:presLayoutVars>
          <dgm:chMax val="1"/>
          <dgm:bulletEnabled val="1"/>
        </dgm:presLayoutVars>
      </dgm:prSet>
      <dgm:spPr/>
    </dgm:pt>
  </dgm:ptLst>
  <dgm:cxnLst>
    <dgm:cxn modelId="{4DDD0710-1041-4074-9306-27355C2B1C6E}" srcId="{CAB44AE3-9225-4E43-9B5A-AEC204893760}" destId="{136C6004-C6A7-4047-BC45-30B33BE4A34E}" srcOrd="2" destOrd="0" parTransId="{4AECC3BE-8F53-4B63-917D-53AFC3EDBFBF}" sibTransId="{E73AB578-42B4-47EB-AE9E-BCA96B12AF5F}"/>
    <dgm:cxn modelId="{8386DE22-8723-4F5E-A702-94FC565DEC70}" type="presOf" srcId="{A738DDB3-79D2-4872-822F-9133FE8DB561}" destId="{78EB4FCB-ADE5-4E43-8D8E-3A258A209396}" srcOrd="0" destOrd="0" presId="urn:microsoft.com/office/officeart/2005/8/layout/vList5"/>
    <dgm:cxn modelId="{E4D6232B-2810-418B-B5B7-6F00FE993B6F}" type="presOf" srcId="{CAB44AE3-9225-4E43-9B5A-AEC204893760}" destId="{CFFA4458-16C3-4D3C-8198-557EF3B3C82B}" srcOrd="0" destOrd="0" presId="urn:microsoft.com/office/officeart/2005/8/layout/vList5"/>
    <dgm:cxn modelId="{4F4B5D6A-0D51-42EE-AEB5-31B1DAE7636D}" type="presOf" srcId="{A0917310-E6C2-42DD-90E9-D971CF08137D}" destId="{4A6639F3-2771-4A30-AED7-C88E1C51134B}" srcOrd="0" destOrd="0" presId="urn:microsoft.com/office/officeart/2005/8/layout/vList5"/>
    <dgm:cxn modelId="{5E6CE590-9A92-4A0C-AAAD-86939AF49223}" srcId="{CAB44AE3-9225-4E43-9B5A-AEC204893760}" destId="{A738DDB3-79D2-4872-822F-9133FE8DB561}" srcOrd="1" destOrd="0" parTransId="{313D53B7-4903-48E3-99F4-9D0D2DD8B405}" sibTransId="{2A638701-F38C-472C-AD43-F63C640145EA}"/>
    <dgm:cxn modelId="{A8134CA5-9C54-458F-9974-95F9AC9E9AF4}" srcId="{CAB44AE3-9225-4E43-9B5A-AEC204893760}" destId="{A0917310-E6C2-42DD-90E9-D971CF08137D}" srcOrd="0" destOrd="0" parTransId="{CB2E1B96-7457-4476-B9A3-CF7461C72AC5}" sibTransId="{D541AD2D-C6F7-467B-8B81-69D1CA8F9001}"/>
    <dgm:cxn modelId="{254BA2BF-9C5D-4E15-A96E-3069FCE3C0E5}" type="presOf" srcId="{136C6004-C6A7-4047-BC45-30B33BE4A34E}" destId="{F5BC6971-B3F7-4BC4-B91D-34D1A2E0ED10}" srcOrd="0" destOrd="0" presId="urn:microsoft.com/office/officeart/2005/8/layout/vList5"/>
    <dgm:cxn modelId="{531D114B-0633-4AE7-8082-84FE47AEAC5F}" type="presParOf" srcId="{CFFA4458-16C3-4D3C-8198-557EF3B3C82B}" destId="{9289A542-202A-4EC0-B9EA-DF4B72F2F64F}" srcOrd="0" destOrd="0" presId="urn:microsoft.com/office/officeart/2005/8/layout/vList5"/>
    <dgm:cxn modelId="{06C94737-5081-4BDD-965C-035708CEF63E}" type="presParOf" srcId="{9289A542-202A-4EC0-B9EA-DF4B72F2F64F}" destId="{4A6639F3-2771-4A30-AED7-C88E1C51134B}" srcOrd="0" destOrd="0" presId="urn:microsoft.com/office/officeart/2005/8/layout/vList5"/>
    <dgm:cxn modelId="{7F765403-7D66-4C84-8A42-4841CEDE0D38}" type="presParOf" srcId="{CFFA4458-16C3-4D3C-8198-557EF3B3C82B}" destId="{7CF7C271-6879-4B05-9112-DCC12EB049AC}" srcOrd="1" destOrd="0" presId="urn:microsoft.com/office/officeart/2005/8/layout/vList5"/>
    <dgm:cxn modelId="{D97288D1-DCC8-4C6F-B69D-7CFC33CFCF55}" type="presParOf" srcId="{CFFA4458-16C3-4D3C-8198-557EF3B3C82B}" destId="{C0815497-32E7-4443-8E4C-4C66C08AD228}" srcOrd="2" destOrd="0" presId="urn:microsoft.com/office/officeart/2005/8/layout/vList5"/>
    <dgm:cxn modelId="{C962CEA1-2EC8-482C-92C8-58080C039727}" type="presParOf" srcId="{C0815497-32E7-4443-8E4C-4C66C08AD228}" destId="{78EB4FCB-ADE5-4E43-8D8E-3A258A209396}" srcOrd="0" destOrd="0" presId="urn:microsoft.com/office/officeart/2005/8/layout/vList5"/>
    <dgm:cxn modelId="{3A42654C-E444-4590-83A0-EDC260BAE410}" type="presParOf" srcId="{CFFA4458-16C3-4D3C-8198-557EF3B3C82B}" destId="{AB296FCF-72A1-409C-B147-B0771EC89F7E}" srcOrd="3" destOrd="0" presId="urn:microsoft.com/office/officeart/2005/8/layout/vList5"/>
    <dgm:cxn modelId="{F84EA409-B98A-47B4-B408-3D590A9DFBB2}" type="presParOf" srcId="{CFFA4458-16C3-4D3C-8198-557EF3B3C82B}" destId="{7BBE32A2-1118-4685-AD4E-9AAFE7ACC16D}" srcOrd="4" destOrd="0" presId="urn:microsoft.com/office/officeart/2005/8/layout/vList5"/>
    <dgm:cxn modelId="{DE987FBA-781B-413C-BED1-5787AC0B28A2}" type="presParOf" srcId="{7BBE32A2-1118-4685-AD4E-9AAFE7ACC16D}" destId="{F5BC6971-B3F7-4BC4-B91D-34D1A2E0ED10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F579CFE-ECDD-46D4-B4AB-AA1F0700D89C}" type="doc">
      <dgm:prSet loTypeId="urn:microsoft.com/office/officeart/2005/8/layout/list1" loCatId="list" qsTypeId="urn:microsoft.com/office/officeart/2005/8/quickstyle/simple1" qsCatId="simple" csTypeId="urn:microsoft.com/office/officeart/2005/8/colors/accent4_2" csCatId="accent4"/>
      <dgm:spPr/>
      <dgm:t>
        <a:bodyPr/>
        <a:lstStyle/>
        <a:p>
          <a:endParaRPr lang="en-US"/>
        </a:p>
      </dgm:t>
    </dgm:pt>
    <dgm:pt modelId="{AE6AB365-918C-4B55-8CA4-96F599CE5D80}">
      <dgm:prSet/>
      <dgm:spPr/>
      <dgm:t>
        <a:bodyPr/>
        <a:lstStyle/>
        <a:p>
          <a:r>
            <a:rPr lang="es-AR"/>
            <a:t>Principe du raisonnement</a:t>
          </a:r>
          <a:endParaRPr lang="en-US"/>
        </a:p>
      </dgm:t>
    </dgm:pt>
    <dgm:pt modelId="{BB2F4060-A6AE-4F32-8EB3-030B5674D3C7}" type="parTrans" cxnId="{8587B37C-D63C-4546-8522-11C1DF1FDAA8}">
      <dgm:prSet/>
      <dgm:spPr/>
      <dgm:t>
        <a:bodyPr/>
        <a:lstStyle/>
        <a:p>
          <a:endParaRPr lang="en-US"/>
        </a:p>
      </dgm:t>
    </dgm:pt>
    <dgm:pt modelId="{2C03CD11-77CB-430F-BA5B-3297972066EF}" type="sibTrans" cxnId="{8587B37C-D63C-4546-8522-11C1DF1FDAA8}">
      <dgm:prSet/>
      <dgm:spPr/>
      <dgm:t>
        <a:bodyPr/>
        <a:lstStyle/>
        <a:p>
          <a:endParaRPr lang="en-US"/>
        </a:p>
      </dgm:t>
    </dgm:pt>
    <dgm:pt modelId="{C4206ED2-FB22-4374-96D3-673AD3938B0D}">
      <dgm:prSet/>
      <dgm:spPr/>
      <dgm:t>
        <a:bodyPr/>
        <a:lstStyle/>
        <a:p>
          <a:r>
            <a:rPr lang="es-AR" dirty="0" err="1"/>
            <a:t>Permettre</a:t>
          </a:r>
          <a:r>
            <a:rPr lang="es-AR" dirty="0"/>
            <a:t> à  GTP-4o de </a:t>
          </a:r>
          <a:r>
            <a:rPr lang="es-AR" dirty="0" err="1"/>
            <a:t>raisonner</a:t>
          </a:r>
          <a:r>
            <a:rPr lang="es-AR" dirty="0"/>
            <a:t> </a:t>
          </a:r>
          <a:r>
            <a:rPr lang="es-AR" dirty="0" err="1"/>
            <a:t>étape</a:t>
          </a:r>
          <a:r>
            <a:rPr lang="es-AR" dirty="0"/>
            <a:t> par </a:t>
          </a:r>
          <a:r>
            <a:rPr lang="es-AR" dirty="0" err="1"/>
            <a:t>étapes</a:t>
          </a:r>
          <a:endParaRPr lang="en-US" dirty="0"/>
        </a:p>
      </dgm:t>
    </dgm:pt>
    <dgm:pt modelId="{9D2FF4C8-1321-4986-9A78-E839D20D86EA}" type="parTrans" cxnId="{5555CF36-AE23-47AE-8BD3-5598658794EA}">
      <dgm:prSet/>
      <dgm:spPr/>
      <dgm:t>
        <a:bodyPr/>
        <a:lstStyle/>
        <a:p>
          <a:endParaRPr lang="en-US"/>
        </a:p>
      </dgm:t>
    </dgm:pt>
    <dgm:pt modelId="{EC2A0FFF-CB9D-456E-A849-AE48EE91D431}" type="sibTrans" cxnId="{5555CF36-AE23-47AE-8BD3-5598658794EA}">
      <dgm:prSet/>
      <dgm:spPr/>
      <dgm:t>
        <a:bodyPr/>
        <a:lstStyle/>
        <a:p>
          <a:endParaRPr lang="en-US"/>
        </a:p>
      </dgm:t>
    </dgm:pt>
    <dgm:pt modelId="{667E6670-8969-47B9-8CDE-526AE5D9A881}">
      <dgm:prSet/>
      <dgm:spPr/>
      <dgm:t>
        <a:bodyPr/>
        <a:lstStyle/>
        <a:p>
          <a:r>
            <a:rPr lang="es-AR" dirty="0" err="1"/>
            <a:t>Relier</a:t>
          </a:r>
          <a:r>
            <a:rPr lang="es-AR" dirty="0"/>
            <a:t> les </a:t>
          </a:r>
          <a:r>
            <a:rPr lang="es-AR" dirty="0" err="1"/>
            <a:t>régles</a:t>
          </a:r>
          <a:r>
            <a:rPr lang="es-AR" dirty="0"/>
            <a:t> de </a:t>
          </a:r>
          <a:r>
            <a:rPr lang="es-AR" dirty="0" err="1"/>
            <a:t>calcul</a:t>
          </a:r>
          <a:r>
            <a:rPr lang="es-AR" dirty="0"/>
            <a:t>, les variable et  les </a:t>
          </a:r>
          <a:r>
            <a:rPr lang="es-AR" dirty="0" err="1"/>
            <a:t>valeurs</a:t>
          </a:r>
          <a:r>
            <a:rPr lang="es-AR" dirty="0"/>
            <a:t> </a:t>
          </a:r>
          <a:r>
            <a:rPr lang="es-AR" dirty="0" err="1"/>
            <a:t>extraites</a:t>
          </a:r>
          <a:endParaRPr lang="en-US" dirty="0"/>
        </a:p>
      </dgm:t>
    </dgm:pt>
    <dgm:pt modelId="{16F8FF93-60C7-4F9C-B0C9-5D2FF5A0E442}" type="parTrans" cxnId="{EF7A85F9-83C1-4EC6-901E-758A8CB6853C}">
      <dgm:prSet/>
      <dgm:spPr/>
      <dgm:t>
        <a:bodyPr/>
        <a:lstStyle/>
        <a:p>
          <a:endParaRPr lang="en-US"/>
        </a:p>
      </dgm:t>
    </dgm:pt>
    <dgm:pt modelId="{8EDDDBD4-9511-44C1-B0BD-191922B3B789}" type="sibTrans" cxnId="{EF7A85F9-83C1-4EC6-901E-758A8CB6853C}">
      <dgm:prSet/>
      <dgm:spPr/>
      <dgm:t>
        <a:bodyPr/>
        <a:lstStyle/>
        <a:p>
          <a:endParaRPr lang="en-US"/>
        </a:p>
      </dgm:t>
    </dgm:pt>
    <dgm:pt modelId="{8A4270CF-1C05-42F2-BEF6-CC0B6C53E8DE}">
      <dgm:prSet/>
      <dgm:spPr/>
      <dgm:t>
        <a:bodyPr/>
        <a:lstStyle/>
        <a:p>
          <a:r>
            <a:rPr lang="es-AR"/>
            <a:t>Garantire une transparence et un suivie du processus de calcul </a:t>
          </a:r>
          <a:endParaRPr lang="en-US"/>
        </a:p>
      </dgm:t>
    </dgm:pt>
    <dgm:pt modelId="{39F11D62-9F5F-4F3B-8986-A826D4CCD9E0}" type="parTrans" cxnId="{85FB4B9F-6A74-4B87-A370-B45E635B5040}">
      <dgm:prSet/>
      <dgm:spPr/>
      <dgm:t>
        <a:bodyPr/>
        <a:lstStyle/>
        <a:p>
          <a:endParaRPr lang="en-US"/>
        </a:p>
      </dgm:t>
    </dgm:pt>
    <dgm:pt modelId="{8A607271-5ED1-44F3-B95F-EAAEA949595C}" type="sibTrans" cxnId="{85FB4B9F-6A74-4B87-A370-B45E635B5040}">
      <dgm:prSet/>
      <dgm:spPr/>
      <dgm:t>
        <a:bodyPr/>
        <a:lstStyle/>
        <a:p>
          <a:endParaRPr lang="en-US"/>
        </a:p>
      </dgm:t>
    </dgm:pt>
    <dgm:pt modelId="{82565A08-FA48-4EDC-B432-061E2BB47A8D}">
      <dgm:prSet/>
      <dgm:spPr/>
      <dgm:t>
        <a:bodyPr/>
        <a:lstStyle/>
        <a:p>
          <a:r>
            <a:rPr lang="es-AR"/>
            <a:t>Méthode utilisée</a:t>
          </a:r>
          <a:endParaRPr lang="en-US"/>
        </a:p>
      </dgm:t>
    </dgm:pt>
    <dgm:pt modelId="{75C09E14-05A4-4A8F-A486-F19A6F085800}" type="parTrans" cxnId="{DE294E9C-E86C-46B7-BCD4-6988F1C8281F}">
      <dgm:prSet/>
      <dgm:spPr/>
      <dgm:t>
        <a:bodyPr/>
        <a:lstStyle/>
        <a:p>
          <a:endParaRPr lang="en-US"/>
        </a:p>
      </dgm:t>
    </dgm:pt>
    <dgm:pt modelId="{341B96A3-87AF-4FD7-AFD1-30B778BC8315}" type="sibTrans" cxnId="{DE294E9C-E86C-46B7-BCD4-6988F1C8281F}">
      <dgm:prSet/>
      <dgm:spPr/>
      <dgm:t>
        <a:bodyPr/>
        <a:lstStyle/>
        <a:p>
          <a:endParaRPr lang="en-US"/>
        </a:p>
      </dgm:t>
    </dgm:pt>
    <dgm:pt modelId="{D8DBC4F1-3B4E-49A8-A737-F02B36BEA773}">
      <dgm:prSet/>
      <dgm:spPr/>
      <dgm:t>
        <a:bodyPr/>
        <a:lstStyle/>
        <a:p>
          <a:r>
            <a:rPr lang="fr-FR"/>
            <a:t>Génération dynamique du prompt à partir :</a:t>
          </a:r>
          <a:endParaRPr lang="en-US"/>
        </a:p>
      </dgm:t>
    </dgm:pt>
    <dgm:pt modelId="{B18C58FA-BEE6-4879-AAB0-3B0F741DAD29}" type="parTrans" cxnId="{A3C38919-86BB-4898-88AF-663B60F185A3}">
      <dgm:prSet/>
      <dgm:spPr/>
      <dgm:t>
        <a:bodyPr/>
        <a:lstStyle/>
        <a:p>
          <a:endParaRPr lang="en-US"/>
        </a:p>
      </dgm:t>
    </dgm:pt>
    <dgm:pt modelId="{10005826-367C-43CD-A1AE-3899D73C2708}" type="sibTrans" cxnId="{A3C38919-86BB-4898-88AF-663B60F185A3}">
      <dgm:prSet/>
      <dgm:spPr/>
      <dgm:t>
        <a:bodyPr/>
        <a:lstStyle/>
        <a:p>
          <a:endParaRPr lang="en-US"/>
        </a:p>
      </dgm:t>
    </dgm:pt>
    <dgm:pt modelId="{9E33A811-3154-4D8B-89C7-818948B0ADB9}">
      <dgm:prSet/>
      <dgm:spPr/>
      <dgm:t>
        <a:bodyPr/>
        <a:lstStyle/>
        <a:p>
          <a:r>
            <a:rPr lang="fr-FR"/>
            <a:t>des données restructurées (variables + unités + valeurs),</a:t>
          </a:r>
          <a:endParaRPr lang="en-US"/>
        </a:p>
      </dgm:t>
    </dgm:pt>
    <dgm:pt modelId="{3D111718-B715-4C75-9207-C0226E3B6038}" type="parTrans" cxnId="{FA0F958B-E27D-49CD-8214-62D1D3355D4F}">
      <dgm:prSet/>
      <dgm:spPr/>
      <dgm:t>
        <a:bodyPr/>
        <a:lstStyle/>
        <a:p>
          <a:endParaRPr lang="en-US"/>
        </a:p>
      </dgm:t>
    </dgm:pt>
    <dgm:pt modelId="{597B4C61-14F8-4C10-99DB-9AF54ABAAE5E}" type="sibTrans" cxnId="{FA0F958B-E27D-49CD-8214-62D1D3355D4F}">
      <dgm:prSet/>
      <dgm:spPr/>
      <dgm:t>
        <a:bodyPr/>
        <a:lstStyle/>
        <a:p>
          <a:endParaRPr lang="en-US"/>
        </a:p>
      </dgm:t>
    </dgm:pt>
    <dgm:pt modelId="{B7C89B49-3504-4715-A15E-9AA45361AF00}">
      <dgm:prSet/>
      <dgm:spPr/>
      <dgm:t>
        <a:bodyPr/>
        <a:lstStyle/>
        <a:p>
          <a:r>
            <a:rPr lang="fr-FR"/>
            <a:t>des formules extraites des documents QTO,</a:t>
          </a:r>
          <a:endParaRPr lang="en-US"/>
        </a:p>
      </dgm:t>
    </dgm:pt>
    <dgm:pt modelId="{5DCE2BD1-93A5-400F-B7D8-CE7BF833E8A2}" type="parTrans" cxnId="{FBEE0AEF-8446-432D-89FA-E3810C0B8882}">
      <dgm:prSet/>
      <dgm:spPr/>
      <dgm:t>
        <a:bodyPr/>
        <a:lstStyle/>
        <a:p>
          <a:endParaRPr lang="en-US"/>
        </a:p>
      </dgm:t>
    </dgm:pt>
    <dgm:pt modelId="{59782A04-2190-4B89-B37F-A19BBC64B796}" type="sibTrans" cxnId="{FBEE0AEF-8446-432D-89FA-E3810C0B8882}">
      <dgm:prSet/>
      <dgm:spPr/>
      <dgm:t>
        <a:bodyPr/>
        <a:lstStyle/>
        <a:p>
          <a:endParaRPr lang="en-US"/>
        </a:p>
      </dgm:t>
    </dgm:pt>
    <dgm:pt modelId="{B14FBC2A-8833-4B73-B33C-7159D852150D}">
      <dgm:prSet/>
      <dgm:spPr/>
      <dgm:t>
        <a:bodyPr/>
        <a:lstStyle/>
        <a:p>
          <a:r>
            <a:rPr lang="fr-FR"/>
            <a:t>et des instructions de raisonnement étape par étape.</a:t>
          </a:r>
          <a:endParaRPr lang="en-US"/>
        </a:p>
      </dgm:t>
    </dgm:pt>
    <dgm:pt modelId="{AC59CA29-2764-4BD8-9C1F-EDD128DB699B}" type="parTrans" cxnId="{B5BE2FA4-ECF7-48DD-BCDA-F183ED8D3E19}">
      <dgm:prSet/>
      <dgm:spPr/>
      <dgm:t>
        <a:bodyPr/>
        <a:lstStyle/>
        <a:p>
          <a:endParaRPr lang="en-US"/>
        </a:p>
      </dgm:t>
    </dgm:pt>
    <dgm:pt modelId="{2429B4D2-4125-4DE1-94C2-5E84AFD5AA11}" type="sibTrans" cxnId="{B5BE2FA4-ECF7-48DD-BCDA-F183ED8D3E19}">
      <dgm:prSet/>
      <dgm:spPr/>
      <dgm:t>
        <a:bodyPr/>
        <a:lstStyle/>
        <a:p>
          <a:endParaRPr lang="en-US"/>
        </a:p>
      </dgm:t>
    </dgm:pt>
    <dgm:pt modelId="{2CBD507C-25BF-4007-9CBC-5EE279C0418E}" type="pres">
      <dgm:prSet presAssocID="{BF579CFE-ECDD-46D4-B4AB-AA1F0700D89C}" presName="linear" presStyleCnt="0">
        <dgm:presLayoutVars>
          <dgm:dir/>
          <dgm:animLvl val="lvl"/>
          <dgm:resizeHandles val="exact"/>
        </dgm:presLayoutVars>
      </dgm:prSet>
      <dgm:spPr/>
    </dgm:pt>
    <dgm:pt modelId="{B2D913CC-0910-4062-A8CD-F24C7D0A60D9}" type="pres">
      <dgm:prSet presAssocID="{AE6AB365-918C-4B55-8CA4-96F599CE5D80}" presName="parentLin" presStyleCnt="0"/>
      <dgm:spPr/>
    </dgm:pt>
    <dgm:pt modelId="{469E2E7B-BB8D-4BD2-8984-0745280366B0}" type="pres">
      <dgm:prSet presAssocID="{AE6AB365-918C-4B55-8CA4-96F599CE5D80}" presName="parentLeftMargin" presStyleLbl="node1" presStyleIdx="0" presStyleCnt="2"/>
      <dgm:spPr/>
    </dgm:pt>
    <dgm:pt modelId="{8B6AA07A-C6B5-466E-8C5D-F97EEBE1E28E}" type="pres">
      <dgm:prSet presAssocID="{AE6AB365-918C-4B55-8CA4-96F599CE5D80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5EFB66A7-229C-4360-8483-3CE231338D58}" type="pres">
      <dgm:prSet presAssocID="{AE6AB365-918C-4B55-8CA4-96F599CE5D80}" presName="negativeSpace" presStyleCnt="0"/>
      <dgm:spPr/>
    </dgm:pt>
    <dgm:pt modelId="{0A596CD0-4DDE-4A46-BD25-8997F63286E3}" type="pres">
      <dgm:prSet presAssocID="{AE6AB365-918C-4B55-8CA4-96F599CE5D80}" presName="childText" presStyleLbl="conFgAcc1" presStyleIdx="0" presStyleCnt="2">
        <dgm:presLayoutVars>
          <dgm:bulletEnabled val="1"/>
        </dgm:presLayoutVars>
      </dgm:prSet>
      <dgm:spPr/>
    </dgm:pt>
    <dgm:pt modelId="{D67C0EA5-5B40-4419-BAAB-BD09467A9918}" type="pres">
      <dgm:prSet presAssocID="{2C03CD11-77CB-430F-BA5B-3297972066EF}" presName="spaceBetweenRectangles" presStyleCnt="0"/>
      <dgm:spPr/>
    </dgm:pt>
    <dgm:pt modelId="{D2C4658E-BD08-430F-A445-36BA3CBAB65E}" type="pres">
      <dgm:prSet presAssocID="{82565A08-FA48-4EDC-B432-061E2BB47A8D}" presName="parentLin" presStyleCnt="0"/>
      <dgm:spPr/>
    </dgm:pt>
    <dgm:pt modelId="{3C7B9AB6-EDF4-43A7-B892-ACAD3DED7EBF}" type="pres">
      <dgm:prSet presAssocID="{82565A08-FA48-4EDC-B432-061E2BB47A8D}" presName="parentLeftMargin" presStyleLbl="node1" presStyleIdx="0" presStyleCnt="2"/>
      <dgm:spPr/>
    </dgm:pt>
    <dgm:pt modelId="{BC0B3FB6-ADBC-4E1E-85BA-7002656AED0B}" type="pres">
      <dgm:prSet presAssocID="{82565A08-FA48-4EDC-B432-061E2BB47A8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BB71DCF0-B285-4D0B-A6F7-4EBD5FCCF46F}" type="pres">
      <dgm:prSet presAssocID="{82565A08-FA48-4EDC-B432-061E2BB47A8D}" presName="negativeSpace" presStyleCnt="0"/>
      <dgm:spPr/>
    </dgm:pt>
    <dgm:pt modelId="{463D2D25-B0D7-48BF-96C7-2A4D60C2D4B9}" type="pres">
      <dgm:prSet presAssocID="{82565A08-FA48-4EDC-B432-061E2BB47A8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A3C38919-86BB-4898-88AF-663B60F185A3}" srcId="{82565A08-FA48-4EDC-B432-061E2BB47A8D}" destId="{D8DBC4F1-3B4E-49A8-A737-F02B36BEA773}" srcOrd="0" destOrd="0" parTransId="{B18C58FA-BEE6-4879-AAB0-3B0F741DAD29}" sibTransId="{10005826-367C-43CD-A1AE-3899D73C2708}"/>
    <dgm:cxn modelId="{64F3A62F-A931-4B9A-BF36-B1E71888AF2D}" type="presOf" srcId="{D8DBC4F1-3B4E-49A8-A737-F02B36BEA773}" destId="{463D2D25-B0D7-48BF-96C7-2A4D60C2D4B9}" srcOrd="0" destOrd="0" presId="urn:microsoft.com/office/officeart/2005/8/layout/list1"/>
    <dgm:cxn modelId="{5555CF36-AE23-47AE-8BD3-5598658794EA}" srcId="{AE6AB365-918C-4B55-8CA4-96F599CE5D80}" destId="{C4206ED2-FB22-4374-96D3-673AD3938B0D}" srcOrd="0" destOrd="0" parTransId="{9D2FF4C8-1321-4986-9A78-E839D20D86EA}" sibTransId="{EC2A0FFF-CB9D-456E-A849-AE48EE91D431}"/>
    <dgm:cxn modelId="{5785CC69-08F5-4D93-B741-6B239ED26DBB}" type="presOf" srcId="{B7C89B49-3504-4715-A15E-9AA45361AF00}" destId="{463D2D25-B0D7-48BF-96C7-2A4D60C2D4B9}" srcOrd="0" destOrd="2" presId="urn:microsoft.com/office/officeart/2005/8/layout/list1"/>
    <dgm:cxn modelId="{138AD04B-6949-4942-B52E-6DC31F34073A}" type="presOf" srcId="{BF579CFE-ECDD-46D4-B4AB-AA1F0700D89C}" destId="{2CBD507C-25BF-4007-9CBC-5EE279C0418E}" srcOrd="0" destOrd="0" presId="urn:microsoft.com/office/officeart/2005/8/layout/list1"/>
    <dgm:cxn modelId="{8587B37C-D63C-4546-8522-11C1DF1FDAA8}" srcId="{BF579CFE-ECDD-46D4-B4AB-AA1F0700D89C}" destId="{AE6AB365-918C-4B55-8CA4-96F599CE5D80}" srcOrd="0" destOrd="0" parTransId="{BB2F4060-A6AE-4F32-8EB3-030B5674D3C7}" sibTransId="{2C03CD11-77CB-430F-BA5B-3297972066EF}"/>
    <dgm:cxn modelId="{CEC0B98A-D121-43A4-8A39-EC5CBFC15985}" type="presOf" srcId="{82565A08-FA48-4EDC-B432-061E2BB47A8D}" destId="{3C7B9AB6-EDF4-43A7-B892-ACAD3DED7EBF}" srcOrd="0" destOrd="0" presId="urn:microsoft.com/office/officeart/2005/8/layout/list1"/>
    <dgm:cxn modelId="{FA0F958B-E27D-49CD-8214-62D1D3355D4F}" srcId="{D8DBC4F1-3B4E-49A8-A737-F02B36BEA773}" destId="{9E33A811-3154-4D8B-89C7-818948B0ADB9}" srcOrd="0" destOrd="0" parTransId="{3D111718-B715-4C75-9207-C0226E3B6038}" sibTransId="{597B4C61-14F8-4C10-99DB-9AF54ABAAE5E}"/>
    <dgm:cxn modelId="{DE294E9C-E86C-46B7-BCD4-6988F1C8281F}" srcId="{BF579CFE-ECDD-46D4-B4AB-AA1F0700D89C}" destId="{82565A08-FA48-4EDC-B432-061E2BB47A8D}" srcOrd="1" destOrd="0" parTransId="{75C09E14-05A4-4A8F-A486-F19A6F085800}" sibTransId="{341B96A3-87AF-4FD7-AFD1-30B778BC8315}"/>
    <dgm:cxn modelId="{85FB4B9F-6A74-4B87-A370-B45E635B5040}" srcId="{AE6AB365-918C-4B55-8CA4-96F599CE5D80}" destId="{8A4270CF-1C05-42F2-BEF6-CC0B6C53E8DE}" srcOrd="2" destOrd="0" parTransId="{39F11D62-9F5F-4F3B-8986-A826D4CCD9E0}" sibTransId="{8A607271-5ED1-44F3-B95F-EAAEA949595C}"/>
    <dgm:cxn modelId="{B5BE2FA4-ECF7-48DD-BCDA-F183ED8D3E19}" srcId="{D8DBC4F1-3B4E-49A8-A737-F02B36BEA773}" destId="{B14FBC2A-8833-4B73-B33C-7159D852150D}" srcOrd="2" destOrd="0" parTransId="{AC59CA29-2764-4BD8-9C1F-EDD128DB699B}" sibTransId="{2429B4D2-4125-4DE1-94C2-5E84AFD5AA11}"/>
    <dgm:cxn modelId="{060CD8AD-B28B-4E78-9C87-448E4D341946}" type="presOf" srcId="{AE6AB365-918C-4B55-8CA4-96F599CE5D80}" destId="{469E2E7B-BB8D-4BD2-8984-0745280366B0}" srcOrd="0" destOrd="0" presId="urn:microsoft.com/office/officeart/2005/8/layout/list1"/>
    <dgm:cxn modelId="{4A775CB1-D96B-49CD-AF25-2F6C4171EFED}" type="presOf" srcId="{667E6670-8969-47B9-8CDE-526AE5D9A881}" destId="{0A596CD0-4DDE-4A46-BD25-8997F63286E3}" srcOrd="0" destOrd="1" presId="urn:microsoft.com/office/officeart/2005/8/layout/list1"/>
    <dgm:cxn modelId="{965888B7-C25F-4AFB-85AF-297939C93243}" type="presOf" srcId="{82565A08-FA48-4EDC-B432-061E2BB47A8D}" destId="{BC0B3FB6-ADBC-4E1E-85BA-7002656AED0B}" srcOrd="1" destOrd="0" presId="urn:microsoft.com/office/officeart/2005/8/layout/list1"/>
    <dgm:cxn modelId="{633D40BF-6668-4126-A526-46ABFD033FD1}" type="presOf" srcId="{C4206ED2-FB22-4374-96D3-673AD3938B0D}" destId="{0A596CD0-4DDE-4A46-BD25-8997F63286E3}" srcOrd="0" destOrd="0" presId="urn:microsoft.com/office/officeart/2005/8/layout/list1"/>
    <dgm:cxn modelId="{218133D1-DFB3-4265-8E68-526E1FDB33D2}" type="presOf" srcId="{9E33A811-3154-4D8B-89C7-818948B0ADB9}" destId="{463D2D25-B0D7-48BF-96C7-2A4D60C2D4B9}" srcOrd="0" destOrd="1" presId="urn:microsoft.com/office/officeart/2005/8/layout/list1"/>
    <dgm:cxn modelId="{5CD720D5-A56F-40E4-855F-677D3BA53465}" type="presOf" srcId="{8A4270CF-1C05-42F2-BEF6-CC0B6C53E8DE}" destId="{0A596CD0-4DDE-4A46-BD25-8997F63286E3}" srcOrd="0" destOrd="2" presId="urn:microsoft.com/office/officeart/2005/8/layout/list1"/>
    <dgm:cxn modelId="{02387EE1-7A3D-49FF-AC6F-EDE71AECAB2B}" type="presOf" srcId="{AE6AB365-918C-4B55-8CA4-96F599CE5D80}" destId="{8B6AA07A-C6B5-466E-8C5D-F97EEBE1E28E}" srcOrd="1" destOrd="0" presId="urn:microsoft.com/office/officeart/2005/8/layout/list1"/>
    <dgm:cxn modelId="{D1DC93ED-E172-4598-8644-F0D055CDDF02}" type="presOf" srcId="{B14FBC2A-8833-4B73-B33C-7159D852150D}" destId="{463D2D25-B0D7-48BF-96C7-2A4D60C2D4B9}" srcOrd="0" destOrd="3" presId="urn:microsoft.com/office/officeart/2005/8/layout/list1"/>
    <dgm:cxn modelId="{FBEE0AEF-8446-432D-89FA-E3810C0B8882}" srcId="{D8DBC4F1-3B4E-49A8-A737-F02B36BEA773}" destId="{B7C89B49-3504-4715-A15E-9AA45361AF00}" srcOrd="1" destOrd="0" parTransId="{5DCE2BD1-93A5-400F-B7D8-CE7BF833E8A2}" sibTransId="{59782A04-2190-4B89-B37F-A19BBC64B796}"/>
    <dgm:cxn modelId="{EF7A85F9-83C1-4EC6-901E-758A8CB6853C}" srcId="{AE6AB365-918C-4B55-8CA4-96F599CE5D80}" destId="{667E6670-8969-47B9-8CDE-526AE5D9A881}" srcOrd="1" destOrd="0" parTransId="{16F8FF93-60C7-4F9C-B0C9-5D2FF5A0E442}" sibTransId="{8EDDDBD4-9511-44C1-B0BD-191922B3B789}"/>
    <dgm:cxn modelId="{CC53B3B8-DEE1-4605-8A0E-99C9E10B6658}" type="presParOf" srcId="{2CBD507C-25BF-4007-9CBC-5EE279C0418E}" destId="{B2D913CC-0910-4062-A8CD-F24C7D0A60D9}" srcOrd="0" destOrd="0" presId="urn:microsoft.com/office/officeart/2005/8/layout/list1"/>
    <dgm:cxn modelId="{F3CFC03E-D704-4F62-9B77-37BF9313438E}" type="presParOf" srcId="{B2D913CC-0910-4062-A8CD-F24C7D0A60D9}" destId="{469E2E7B-BB8D-4BD2-8984-0745280366B0}" srcOrd="0" destOrd="0" presId="urn:microsoft.com/office/officeart/2005/8/layout/list1"/>
    <dgm:cxn modelId="{BF3F72BD-6387-4AF4-9959-EAB28D943D32}" type="presParOf" srcId="{B2D913CC-0910-4062-A8CD-F24C7D0A60D9}" destId="{8B6AA07A-C6B5-466E-8C5D-F97EEBE1E28E}" srcOrd="1" destOrd="0" presId="urn:microsoft.com/office/officeart/2005/8/layout/list1"/>
    <dgm:cxn modelId="{4129E8EF-CC35-48C4-83AE-D3BB600E909A}" type="presParOf" srcId="{2CBD507C-25BF-4007-9CBC-5EE279C0418E}" destId="{5EFB66A7-229C-4360-8483-3CE231338D58}" srcOrd="1" destOrd="0" presId="urn:microsoft.com/office/officeart/2005/8/layout/list1"/>
    <dgm:cxn modelId="{4F7A9F9C-FE32-47B2-9FBF-1E4F9579FCEE}" type="presParOf" srcId="{2CBD507C-25BF-4007-9CBC-5EE279C0418E}" destId="{0A596CD0-4DDE-4A46-BD25-8997F63286E3}" srcOrd="2" destOrd="0" presId="urn:microsoft.com/office/officeart/2005/8/layout/list1"/>
    <dgm:cxn modelId="{4AD82961-F6E6-4582-B683-972193A67082}" type="presParOf" srcId="{2CBD507C-25BF-4007-9CBC-5EE279C0418E}" destId="{D67C0EA5-5B40-4419-BAAB-BD09467A9918}" srcOrd="3" destOrd="0" presId="urn:microsoft.com/office/officeart/2005/8/layout/list1"/>
    <dgm:cxn modelId="{D8BA795C-20C6-4121-A0DE-7A01C37BD8ED}" type="presParOf" srcId="{2CBD507C-25BF-4007-9CBC-5EE279C0418E}" destId="{D2C4658E-BD08-430F-A445-36BA3CBAB65E}" srcOrd="4" destOrd="0" presId="urn:microsoft.com/office/officeart/2005/8/layout/list1"/>
    <dgm:cxn modelId="{995EE5E1-8B2A-4064-BEB5-1B8D9B823020}" type="presParOf" srcId="{D2C4658E-BD08-430F-A445-36BA3CBAB65E}" destId="{3C7B9AB6-EDF4-43A7-B892-ACAD3DED7EBF}" srcOrd="0" destOrd="0" presId="urn:microsoft.com/office/officeart/2005/8/layout/list1"/>
    <dgm:cxn modelId="{3B714475-ECEC-4AC9-8223-EB6B9F777A1A}" type="presParOf" srcId="{D2C4658E-BD08-430F-A445-36BA3CBAB65E}" destId="{BC0B3FB6-ADBC-4E1E-85BA-7002656AED0B}" srcOrd="1" destOrd="0" presId="urn:microsoft.com/office/officeart/2005/8/layout/list1"/>
    <dgm:cxn modelId="{1523D70B-A2FF-4E2B-A5AC-68D5D64124E1}" type="presParOf" srcId="{2CBD507C-25BF-4007-9CBC-5EE279C0418E}" destId="{BB71DCF0-B285-4D0B-A6F7-4EBD5FCCF46F}" srcOrd="5" destOrd="0" presId="urn:microsoft.com/office/officeart/2005/8/layout/list1"/>
    <dgm:cxn modelId="{ED1DF928-9AA2-43E4-9BF1-920BB5E63155}" type="presParOf" srcId="{2CBD507C-25BF-4007-9CBC-5EE279C0418E}" destId="{463D2D25-B0D7-48BF-96C7-2A4D60C2D4B9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B79326-4639-4A6D-895F-5B1FD2F82BF8}">
      <dsp:nvSpPr>
        <dsp:cNvPr id="0" name=""/>
        <dsp:cNvSpPr/>
      </dsp:nvSpPr>
      <dsp:spPr>
        <a:xfrm>
          <a:off x="1168857" y="541298"/>
          <a:ext cx="1510523" cy="155023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1000" r="-1000"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26ED69-52E7-4203-AF0F-1595341779B8}">
      <dsp:nvSpPr>
        <dsp:cNvPr id="0" name=""/>
        <dsp:cNvSpPr/>
      </dsp:nvSpPr>
      <dsp:spPr>
        <a:xfrm>
          <a:off x="727560" y="2057735"/>
          <a:ext cx="4315781" cy="6473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AR" sz="3600" kern="1200" dirty="0"/>
            <a:t>Unimodal</a:t>
          </a:r>
          <a:endParaRPr lang="en-US" sz="3600" kern="1200" dirty="0"/>
        </a:p>
      </dsp:txBody>
      <dsp:txXfrm>
        <a:off x="727560" y="2057735"/>
        <a:ext cx="4315781" cy="647367"/>
      </dsp:txXfrm>
    </dsp:sp>
    <dsp:sp modelId="{4DF2D504-0DF9-44B6-9078-1D2711CBB013}">
      <dsp:nvSpPr>
        <dsp:cNvPr id="0" name=""/>
        <dsp:cNvSpPr/>
      </dsp:nvSpPr>
      <dsp:spPr>
        <a:xfrm>
          <a:off x="727560" y="2801091"/>
          <a:ext cx="4315781" cy="4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700" kern="1200" dirty="0" err="1"/>
            <a:t>Assistance</a:t>
          </a:r>
          <a:r>
            <a:rPr lang="es-AR" sz="1700" kern="1200" dirty="0"/>
            <a:t> </a:t>
          </a:r>
          <a:r>
            <a:rPr lang="es-AR" sz="1700" kern="1200" dirty="0" err="1"/>
            <a:t>réglementaire</a:t>
          </a:r>
          <a:r>
            <a:rPr lang="es-AR" sz="1700" kern="1200" dirty="0"/>
            <a:t> et normative</a:t>
          </a:r>
          <a:endParaRPr lang="en-US" sz="1700" kern="1200" dirty="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/>
            <a:t>Relecture et feedback de documents techniques</a:t>
          </a:r>
          <a:endParaRPr lang="en-US" sz="1700" kern="120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700" kern="1200" dirty="0" err="1"/>
            <a:t>Domain-specific</a:t>
          </a:r>
          <a:r>
            <a:rPr lang="es-AR" sz="1700" kern="1200" dirty="0"/>
            <a:t> </a:t>
          </a:r>
          <a:r>
            <a:rPr lang="es-AR" sz="1700" kern="1200" dirty="0" err="1"/>
            <a:t>LLMs</a:t>
          </a:r>
          <a:endParaRPr lang="en-US" sz="1700" kern="1200" dirty="0"/>
        </a:p>
      </dsp:txBody>
      <dsp:txXfrm>
        <a:off x="727560" y="2801091"/>
        <a:ext cx="4315781" cy="418"/>
      </dsp:txXfrm>
    </dsp:sp>
    <dsp:sp modelId="{CE197E7E-2AA3-45EA-AEB0-5DFADEFB3424}">
      <dsp:nvSpPr>
        <dsp:cNvPr id="0" name=""/>
        <dsp:cNvSpPr/>
      </dsp:nvSpPr>
      <dsp:spPr>
        <a:xfrm>
          <a:off x="6905694" y="1135934"/>
          <a:ext cx="346422" cy="35963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 l="-2000" r="-2000"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3C8E60-AFCF-4597-BA88-A1682BFB8CB0}">
      <dsp:nvSpPr>
        <dsp:cNvPr id="0" name=""/>
        <dsp:cNvSpPr/>
      </dsp:nvSpPr>
      <dsp:spPr>
        <a:xfrm>
          <a:off x="5841545" y="2073880"/>
          <a:ext cx="4315781" cy="6473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AR" sz="3600" kern="1200" dirty="0"/>
            <a:t>Multimodal</a:t>
          </a:r>
          <a:endParaRPr lang="en-US" sz="3600" kern="1200" dirty="0"/>
        </a:p>
      </dsp:txBody>
      <dsp:txXfrm>
        <a:off x="5841545" y="2073880"/>
        <a:ext cx="4315781" cy="647367"/>
      </dsp:txXfrm>
    </dsp:sp>
    <dsp:sp modelId="{059C7EA3-7CCC-412F-B3F0-3A0C520B37E6}">
      <dsp:nvSpPr>
        <dsp:cNvPr id="0" name=""/>
        <dsp:cNvSpPr/>
      </dsp:nvSpPr>
      <dsp:spPr>
        <a:xfrm>
          <a:off x="5841545" y="2767361"/>
          <a:ext cx="4315781" cy="4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700" kern="1200"/>
            <a:t>Génération de rapports automatisés</a:t>
          </a:r>
          <a:endParaRPr lang="en-US" sz="1700" kern="120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/>
            <a:t>Reconnaissance de matériaux de déchets</a:t>
          </a:r>
          <a:endParaRPr lang="en-US" sz="1700" kern="120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/>
            <a:t>Classification des activités de chantier</a:t>
          </a:r>
          <a:endParaRPr lang="en-US" sz="1700" kern="1200"/>
        </a:p>
      </dsp:txBody>
      <dsp:txXfrm>
        <a:off x="5841545" y="2767361"/>
        <a:ext cx="4315781" cy="41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ADD0381-16A5-4FE3-8723-A5D261F534F4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6D30DB-637F-42F2-99C8-A2F205193E04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kern="1200"/>
            <a:t>Extractions de données </a:t>
          </a:r>
          <a:endParaRPr lang="en-US" sz="2900" kern="1200"/>
        </a:p>
      </dsp:txBody>
      <dsp:txXfrm>
        <a:off x="398656" y="1088253"/>
        <a:ext cx="2959127" cy="1837317"/>
      </dsp:txXfrm>
    </dsp:sp>
    <dsp:sp modelId="{3451EA13-FADD-45B0-9717-E7219B97F34F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86D00F-1D8E-4959-8CCF-C57E56590FCE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kern="1200" dirty="0"/>
            <a:t>Restructurations des données </a:t>
          </a:r>
          <a:endParaRPr lang="en-US" sz="2900" kern="1200" dirty="0"/>
        </a:p>
      </dsp:txBody>
      <dsp:txXfrm>
        <a:off x="4155097" y="1088253"/>
        <a:ext cx="2959127" cy="1837317"/>
      </dsp:txXfrm>
    </dsp:sp>
    <dsp:sp modelId="{BF83E076-B4AC-4B75-A7A5-2A209E2BCD8A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0466D8-A803-4DE0-AC48-9A25A799196D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kern="1200" dirty="0"/>
            <a:t>Établissement de la chaîne de raisonnement </a:t>
          </a:r>
          <a:endParaRPr lang="en-US" sz="2900" kern="1200" dirty="0"/>
        </a:p>
      </dsp:txBody>
      <dsp:txXfrm>
        <a:off x="7911539" y="1088253"/>
        <a:ext cx="2959127" cy="183731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05BBF7-4204-462E-BE84-29194428A1A6}">
      <dsp:nvSpPr>
        <dsp:cNvPr id="0" name=""/>
        <dsp:cNvSpPr/>
      </dsp:nvSpPr>
      <dsp:spPr>
        <a:xfrm rot="5400000">
          <a:off x="6301587" y="-2303662"/>
          <a:ext cx="1698041" cy="6729984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200" kern="1200" dirty="0"/>
            <a:t>PDF -  Plans 2D, documents techniques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200" kern="1200"/>
            <a:t>Word - </a:t>
          </a:r>
          <a:r>
            <a:rPr lang="es-AR" sz="2200" kern="1200"/>
            <a:t>textes descriptifs, spécifications techniques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200" kern="1200"/>
            <a:t>Excel - tableaux de mesures, quantités, unités, coefficients</a:t>
          </a:r>
          <a:endParaRPr lang="en-US" sz="2200" kern="1200"/>
        </a:p>
      </dsp:txBody>
      <dsp:txXfrm rot="-5400000">
        <a:off x="3785616" y="295201"/>
        <a:ext cx="6647092" cy="1532257"/>
      </dsp:txXfrm>
    </dsp:sp>
    <dsp:sp modelId="{7AD33EF2-8A83-47F2-8AC0-E703ECCCB907}">
      <dsp:nvSpPr>
        <dsp:cNvPr id="0" name=""/>
        <dsp:cNvSpPr/>
      </dsp:nvSpPr>
      <dsp:spPr>
        <a:xfrm>
          <a:off x="0" y="53"/>
          <a:ext cx="3785616" cy="2122552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6210" tIns="78105" rIns="156210" bIns="78105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100" kern="1200"/>
            <a:t>Documents divers des projets </a:t>
          </a:r>
          <a:endParaRPr lang="en-US" sz="4100" kern="1200"/>
        </a:p>
      </dsp:txBody>
      <dsp:txXfrm>
        <a:off x="103614" y="103667"/>
        <a:ext cx="3578388" cy="1915324"/>
      </dsp:txXfrm>
    </dsp:sp>
    <dsp:sp modelId="{BE7CD88D-6143-46A4-978D-7A6A7783D72A}">
      <dsp:nvSpPr>
        <dsp:cNvPr id="0" name=""/>
        <dsp:cNvSpPr/>
      </dsp:nvSpPr>
      <dsp:spPr>
        <a:xfrm rot="5400000">
          <a:off x="6301587" y="-74983"/>
          <a:ext cx="1698041" cy="6729984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200" kern="1200" dirty="0"/>
            <a:t>Segmentations des données 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“OCR Technologies” 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200" kern="1200" dirty="0"/>
            <a:t>Corrections des textes par LLM   GPT-4o</a:t>
          </a:r>
          <a:endParaRPr lang="en-US" sz="2200" kern="1200" dirty="0"/>
        </a:p>
      </dsp:txBody>
      <dsp:txXfrm rot="-5400000">
        <a:off x="3785616" y="2523880"/>
        <a:ext cx="6647092" cy="1532257"/>
      </dsp:txXfrm>
    </dsp:sp>
    <dsp:sp modelId="{125487C1-8887-4299-BA64-E0AD2E0B176A}">
      <dsp:nvSpPr>
        <dsp:cNvPr id="0" name=""/>
        <dsp:cNvSpPr/>
      </dsp:nvSpPr>
      <dsp:spPr>
        <a:xfrm>
          <a:off x="0" y="2228732"/>
          <a:ext cx="3785616" cy="2122552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6210" tIns="78105" rIns="156210" bIns="78105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100" kern="1200"/>
            <a:t>Méthode d’extractions des données </a:t>
          </a:r>
          <a:endParaRPr lang="en-US" sz="4100" kern="1200"/>
        </a:p>
      </dsp:txBody>
      <dsp:txXfrm>
        <a:off x="103614" y="2332346"/>
        <a:ext cx="3578388" cy="191532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6639F3-2771-4A30-AED7-C88E1C51134B}">
      <dsp:nvSpPr>
        <dsp:cNvPr id="0" name=""/>
        <dsp:cNvSpPr/>
      </dsp:nvSpPr>
      <dsp:spPr>
        <a:xfrm>
          <a:off x="3496905" y="2047"/>
          <a:ext cx="3934018" cy="1351196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66675" rIns="133350" bIns="6667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3500" kern="1200"/>
            <a:t>Symbol Mapping</a:t>
          </a:r>
          <a:endParaRPr lang="en-US" sz="3500" kern="1200"/>
        </a:p>
      </dsp:txBody>
      <dsp:txXfrm>
        <a:off x="3562865" y="68007"/>
        <a:ext cx="3802098" cy="1219276"/>
      </dsp:txXfrm>
    </dsp:sp>
    <dsp:sp modelId="{78EB4FCB-ADE5-4E43-8D8E-3A258A209396}">
      <dsp:nvSpPr>
        <dsp:cNvPr id="0" name=""/>
        <dsp:cNvSpPr/>
      </dsp:nvSpPr>
      <dsp:spPr>
        <a:xfrm>
          <a:off x="3496905" y="1420804"/>
          <a:ext cx="3934018" cy="1351196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66675" rIns="133350" bIns="6667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3500" kern="1200"/>
            <a:t>Raisonnement contextuel du LLM</a:t>
          </a:r>
          <a:endParaRPr lang="en-US" sz="3500" kern="1200"/>
        </a:p>
      </dsp:txBody>
      <dsp:txXfrm>
        <a:off x="3562865" y="1486764"/>
        <a:ext cx="3802098" cy="1219276"/>
      </dsp:txXfrm>
    </dsp:sp>
    <dsp:sp modelId="{F5BC6971-B3F7-4BC4-B91D-34D1A2E0ED10}">
      <dsp:nvSpPr>
        <dsp:cNvPr id="0" name=""/>
        <dsp:cNvSpPr/>
      </dsp:nvSpPr>
      <dsp:spPr>
        <a:xfrm>
          <a:off x="3496905" y="2839560"/>
          <a:ext cx="3934018" cy="1351196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66675" rIns="133350" bIns="6667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3500" kern="1200"/>
            <a:t>Unification des formats</a:t>
          </a:r>
          <a:endParaRPr lang="en-US" sz="3500" kern="1200"/>
        </a:p>
      </dsp:txBody>
      <dsp:txXfrm>
        <a:off x="3562865" y="2905520"/>
        <a:ext cx="3802098" cy="121927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596CD0-4DDE-4A46-BD25-8997F63286E3}">
      <dsp:nvSpPr>
        <dsp:cNvPr id="0" name=""/>
        <dsp:cNvSpPr/>
      </dsp:nvSpPr>
      <dsp:spPr>
        <a:xfrm>
          <a:off x="0" y="372902"/>
          <a:ext cx="10927829" cy="1512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416560" rIns="848121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AR" sz="2000" kern="1200" dirty="0" err="1"/>
            <a:t>Permettre</a:t>
          </a:r>
          <a:r>
            <a:rPr lang="es-AR" sz="2000" kern="1200" dirty="0"/>
            <a:t> à  GTP-4o de </a:t>
          </a:r>
          <a:r>
            <a:rPr lang="es-AR" sz="2000" kern="1200" dirty="0" err="1"/>
            <a:t>raisonner</a:t>
          </a:r>
          <a:r>
            <a:rPr lang="es-AR" sz="2000" kern="1200" dirty="0"/>
            <a:t> </a:t>
          </a:r>
          <a:r>
            <a:rPr lang="es-AR" sz="2000" kern="1200" dirty="0" err="1"/>
            <a:t>étape</a:t>
          </a:r>
          <a:r>
            <a:rPr lang="es-AR" sz="2000" kern="1200" dirty="0"/>
            <a:t> par </a:t>
          </a:r>
          <a:r>
            <a:rPr lang="es-AR" sz="2000" kern="1200" dirty="0" err="1"/>
            <a:t>étapes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AR" sz="2000" kern="1200" dirty="0" err="1"/>
            <a:t>Relier</a:t>
          </a:r>
          <a:r>
            <a:rPr lang="es-AR" sz="2000" kern="1200" dirty="0"/>
            <a:t> les </a:t>
          </a:r>
          <a:r>
            <a:rPr lang="es-AR" sz="2000" kern="1200" dirty="0" err="1"/>
            <a:t>régles</a:t>
          </a:r>
          <a:r>
            <a:rPr lang="es-AR" sz="2000" kern="1200" dirty="0"/>
            <a:t> de </a:t>
          </a:r>
          <a:r>
            <a:rPr lang="es-AR" sz="2000" kern="1200" dirty="0" err="1"/>
            <a:t>calcul</a:t>
          </a:r>
          <a:r>
            <a:rPr lang="es-AR" sz="2000" kern="1200" dirty="0"/>
            <a:t>, les variable et  les </a:t>
          </a:r>
          <a:r>
            <a:rPr lang="es-AR" sz="2000" kern="1200" dirty="0" err="1"/>
            <a:t>valeurs</a:t>
          </a:r>
          <a:r>
            <a:rPr lang="es-AR" sz="2000" kern="1200" dirty="0"/>
            <a:t> </a:t>
          </a:r>
          <a:r>
            <a:rPr lang="es-AR" sz="2000" kern="1200" dirty="0" err="1"/>
            <a:t>extraites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AR" sz="2000" kern="1200"/>
            <a:t>Garantire une transparence et un suivie du processus de calcul </a:t>
          </a:r>
          <a:endParaRPr lang="en-US" sz="2000" kern="1200"/>
        </a:p>
      </dsp:txBody>
      <dsp:txXfrm>
        <a:off x="0" y="372902"/>
        <a:ext cx="10927829" cy="1512000"/>
      </dsp:txXfrm>
    </dsp:sp>
    <dsp:sp modelId="{8B6AA07A-C6B5-466E-8C5D-F97EEBE1E28E}">
      <dsp:nvSpPr>
        <dsp:cNvPr id="0" name=""/>
        <dsp:cNvSpPr/>
      </dsp:nvSpPr>
      <dsp:spPr>
        <a:xfrm>
          <a:off x="546391" y="77702"/>
          <a:ext cx="7649480" cy="59040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2000" kern="1200"/>
            <a:t>Principe du raisonnement</a:t>
          </a:r>
          <a:endParaRPr lang="en-US" sz="2000" kern="1200"/>
        </a:p>
      </dsp:txBody>
      <dsp:txXfrm>
        <a:off x="575212" y="106523"/>
        <a:ext cx="7591838" cy="532758"/>
      </dsp:txXfrm>
    </dsp:sp>
    <dsp:sp modelId="{463D2D25-B0D7-48BF-96C7-2A4D60C2D4B9}">
      <dsp:nvSpPr>
        <dsp:cNvPr id="0" name=""/>
        <dsp:cNvSpPr/>
      </dsp:nvSpPr>
      <dsp:spPr>
        <a:xfrm>
          <a:off x="0" y="2288102"/>
          <a:ext cx="10927829" cy="1827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416560" rIns="848121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000" kern="1200"/>
            <a:t>Génération dynamique du prompt à partir :</a:t>
          </a:r>
          <a:endParaRPr lang="en-US" sz="2000" kern="1200"/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000" kern="1200"/>
            <a:t>des données restructurées (variables + unités + valeurs),</a:t>
          </a:r>
          <a:endParaRPr lang="en-US" sz="2000" kern="1200"/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000" kern="1200"/>
            <a:t>des formules extraites des documents QTO,</a:t>
          </a:r>
          <a:endParaRPr lang="en-US" sz="2000" kern="1200"/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000" kern="1200"/>
            <a:t>et des instructions de raisonnement étape par étape.</a:t>
          </a:r>
          <a:endParaRPr lang="en-US" sz="2000" kern="1200"/>
        </a:p>
      </dsp:txBody>
      <dsp:txXfrm>
        <a:off x="0" y="2288102"/>
        <a:ext cx="10927829" cy="1827000"/>
      </dsp:txXfrm>
    </dsp:sp>
    <dsp:sp modelId="{BC0B3FB6-ADBC-4E1E-85BA-7002656AED0B}">
      <dsp:nvSpPr>
        <dsp:cNvPr id="0" name=""/>
        <dsp:cNvSpPr/>
      </dsp:nvSpPr>
      <dsp:spPr>
        <a:xfrm>
          <a:off x="546391" y="1992902"/>
          <a:ext cx="7649480" cy="59040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2000" kern="1200"/>
            <a:t>Méthode utilisée</a:t>
          </a:r>
          <a:endParaRPr lang="en-US" sz="2000" kern="1200"/>
        </a:p>
      </dsp:txBody>
      <dsp:txXfrm>
        <a:off x="575212" y="2021723"/>
        <a:ext cx="7591838" cy="53275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7824B3-DC8C-4FD9-B3F9-F8C5DB33BA10}" type="datetimeFigureOut">
              <a:rPr lang="es-AR" smtClean="0"/>
              <a:t>9/10/2025</a:t>
            </a:fld>
            <a:endParaRPr lang="es-A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0B6AC0-7D31-4FAF-A754-AE5D0A178719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91651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B6AC0-7D31-4FAF-A754-AE5D0A178719}" type="slidenum">
              <a:rPr lang="es-AR" smtClean="0"/>
              <a:t>1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502066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B6AC0-7D31-4FAF-A754-AE5D0A178719}" type="slidenum">
              <a:rPr lang="es-AR" smtClean="0"/>
              <a:t>2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8918888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QTO finalement c’est des métrés </a:t>
            </a:r>
          </a:p>
          <a:p>
            <a:r>
              <a:rPr lang="fr-FR" dirty="0"/>
              <a:t>Généralement réaliser à  l’aide d’un BIM </a:t>
            </a:r>
          </a:p>
          <a:p>
            <a:r>
              <a:rPr lang="fr-FR" dirty="0"/>
              <a:t>Pas toujours de BIM </a:t>
            </a:r>
            <a:r>
              <a:rPr lang="es-AR" dirty="0"/>
              <a:t>qui lui </a:t>
            </a:r>
            <a:r>
              <a:rPr lang="es-AR" dirty="0" err="1"/>
              <a:t>regorge</a:t>
            </a:r>
            <a:r>
              <a:rPr lang="es-AR" dirty="0"/>
              <a:t> de </a:t>
            </a:r>
            <a:r>
              <a:rPr lang="es-AR" dirty="0" err="1"/>
              <a:t>données</a:t>
            </a:r>
            <a:r>
              <a:rPr lang="es-AR" dirty="0"/>
              <a:t> </a:t>
            </a:r>
          </a:p>
          <a:p>
            <a:r>
              <a:rPr lang="es-AR" dirty="0" err="1"/>
              <a:t>Donc</a:t>
            </a:r>
            <a:r>
              <a:rPr lang="es-AR" dirty="0"/>
              <a:t> </a:t>
            </a:r>
            <a:r>
              <a:rPr lang="es-AR" dirty="0" err="1"/>
              <a:t>utilisation</a:t>
            </a:r>
            <a:r>
              <a:rPr lang="es-AR" dirty="0"/>
              <a:t> de plan 2D </a:t>
            </a:r>
            <a:r>
              <a:rPr lang="es-AR" dirty="0" err="1"/>
              <a:t>slide</a:t>
            </a:r>
            <a:r>
              <a:rPr lang="es-AR" dirty="0"/>
              <a:t> </a:t>
            </a:r>
            <a:r>
              <a:rPr lang="es-AR" dirty="0" err="1"/>
              <a:t>suivante</a:t>
            </a:r>
            <a:endParaRPr lang="es-AR" dirty="0"/>
          </a:p>
          <a:p>
            <a:endParaRPr lang="es-A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B6AC0-7D31-4FAF-A754-AE5D0A178719}" type="slidenum">
              <a:rPr lang="es-AR" smtClean="0"/>
              <a:t>3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855077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B6AC0-7D31-4FAF-A754-AE5D0A178719}" type="slidenum">
              <a:rPr lang="es-AR" smtClean="0"/>
              <a:t>4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637276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exploitations des LLM dans le domaine de la construction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B6AC0-7D31-4FAF-A754-AE5D0A178719}" type="slidenum">
              <a:rPr lang="es-AR" smtClean="0"/>
              <a:t>5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025664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Structuré le projet en 3 axes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B6AC0-7D31-4FAF-A754-AE5D0A178719}" type="slidenum">
              <a:rPr lang="es-AR" smtClean="0"/>
              <a:t>6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0257500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Segmentation des données : découpage des documents en </a:t>
            </a:r>
            <a:r>
              <a:rPr lang="fr-FR" b="1" dirty="0"/>
              <a:t>tableaux / texte / images</a:t>
            </a:r>
            <a:endParaRPr lang="fr-FR" dirty="0"/>
          </a:p>
          <a:p>
            <a:r>
              <a:rPr lang="fr-FR" dirty="0"/>
              <a:t>Confrontation des données extraite par OCR avec les originaux. </a:t>
            </a:r>
          </a:p>
          <a:p>
            <a:r>
              <a:rPr lang="fr-FR" dirty="0"/>
              <a:t>Aucune précision sur comment il font probablement qu’il donne le texte OCR avec l’image fournis</a:t>
            </a:r>
          </a:p>
          <a:p>
            <a:r>
              <a:rPr lang="fr-FR" dirty="0"/>
              <a:t>Il faut étre prudent ils sont relativement vague …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B6AC0-7D31-4FAF-A754-AE5D0A178719}" type="slidenum">
              <a:rPr lang="es-AR" smtClean="0"/>
              <a:t>7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6190732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Idée principale est de correspondre les données avec les variables et  les nom inscrit dans le QTO </a:t>
            </a:r>
          </a:p>
          <a:p>
            <a:r>
              <a:rPr lang="fr-FR" b="1" dirty="0"/>
              <a:t>Méthode de restructuration</a:t>
            </a:r>
          </a:p>
          <a:p>
            <a:r>
              <a:rPr lang="fr-FR" b="1" dirty="0"/>
              <a:t>Symbol Mapping :</a:t>
            </a:r>
            <a:r>
              <a:rPr lang="fr-FR" dirty="0"/>
              <a:t> correspondance entre les données extraites et les </a:t>
            </a:r>
            <a:r>
              <a:rPr lang="fr-FR" b="1" dirty="0"/>
              <a:t>symboles</a:t>
            </a:r>
            <a:r>
              <a:rPr lang="fr-FR" dirty="0"/>
              <a:t> (variables) des règles QTO.</a:t>
            </a:r>
          </a:p>
          <a:p>
            <a:endParaRPr lang="fr-FR" dirty="0"/>
          </a:p>
          <a:p>
            <a:r>
              <a:rPr lang="fr-FR" b="1" dirty="0"/>
              <a:t>Raisonnement contextuel du LLM (GPT-4o)</a:t>
            </a:r>
            <a:r>
              <a:rPr lang="fr-FR" dirty="0"/>
              <a:t> pour reconnaître les équivalences terminologiques (ex. “épaisseur compacte” ↔ </a:t>
            </a:r>
            <a:r>
              <a:rPr lang="fr-FR" b="1" dirty="0"/>
              <a:t>CT</a:t>
            </a:r>
            <a:r>
              <a:rPr lang="fr-FR" dirty="0"/>
              <a:t>).</a:t>
            </a:r>
          </a:p>
          <a:p>
            <a:endParaRPr lang="fr-FR" dirty="0"/>
          </a:p>
          <a:p>
            <a:r>
              <a:rPr lang="fr-FR" b="1" dirty="0"/>
              <a:t>Unification des formats :</a:t>
            </a:r>
            <a:r>
              <a:rPr lang="fr-FR" dirty="0"/>
              <a:t> intégration des </a:t>
            </a:r>
            <a:r>
              <a:rPr lang="fr-FR" b="1" dirty="0"/>
              <a:t>valeurs, unités et symboles</a:t>
            </a:r>
            <a:r>
              <a:rPr lang="fr-FR" dirty="0"/>
              <a:t> dans une structure commune, prête pour le calcul.</a:t>
            </a:r>
          </a:p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B6AC0-7D31-4FAF-A754-AE5D0A178719}" type="slidenum">
              <a:rPr lang="es-AR" smtClean="0"/>
              <a:t>8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8396732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B6AC0-7D31-4FAF-A754-AE5D0A178719}" type="slidenum">
              <a:rPr lang="es-AR" smtClean="0"/>
              <a:t>9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9392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B6AC0-7D31-4FAF-A754-AE5D0A178719}" type="slidenum">
              <a:rPr lang="es-AR" smtClean="0"/>
              <a:t>12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8577836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 err="1"/>
              <a:t>rebar</a:t>
            </a:r>
            <a:r>
              <a:rPr lang="fr-FR" b="1" dirty="0"/>
              <a:t> </a:t>
            </a:r>
            <a:r>
              <a:rPr lang="fr-FR" b="1" dirty="0" err="1"/>
              <a:t>work</a:t>
            </a:r>
            <a:r>
              <a:rPr lang="fr-FR" b="1" dirty="0"/>
              <a:t>” = “travaux de ferraillage”</a:t>
            </a:r>
            <a:r>
              <a:rPr lang="fr-FR" dirty="0"/>
              <a:t>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B6AC0-7D31-4FAF-A754-AE5D0A178719}" type="slidenum">
              <a:rPr lang="es-AR" smtClean="0"/>
              <a:t>13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99176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93E021-B8E4-47E5-ABEE-4CBF46F333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0640FD1-2475-C82B-A707-4E7F9E6E85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C739836-3B14-9F7C-BD64-77612E775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9/10/2025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BF6E80-30E4-336F-E0E1-CF2DC5384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96A080-C830-2ABA-BA7B-C9DF79B90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301837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CE6235-F184-536D-62E7-E8E2186C4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2D11330-A50D-9781-A094-CE204C369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82A14BA-9CAB-36EB-B0BF-82509DA5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9/10/2025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AB2437F-C437-BBA5-3BC1-89A78B9BA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982C63-E2D8-DF12-4561-529D80A53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06824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8DFB2E-4C58-4B10-C0FE-E63B90B02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6FAB185-FE1F-0577-60CA-09450EEB5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71A1FB-AA18-2029-13D9-0C9CACE66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9/10/2025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C22284C-A272-0993-8FC8-B7342D243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5A543A-EB58-33DC-0E3C-132C12535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38008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956323-8907-1A85-6EB2-EFC1F3272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FE1168-7BB0-CDED-E060-060151FCDC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DF91E9A-75DF-3BDA-74F6-ED770D279E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D1D84F0-4EA0-9924-B83B-584520AEB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9/10/2025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F77B29A-2014-DE94-1051-40667EE4B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F66C94B-0BD7-0949-8BDE-103B4595B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2994709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86FD23-1E3A-1BF7-79E1-05BB81EC0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28CC270-D657-F609-0BBE-9A524E819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3D6C9EC-8BB5-F25C-275B-05634EE3AD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A9DD656-74DE-D92C-6149-06D335BE4F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BB12A80-903D-5532-4969-F1A299D91E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B3818E31-8B1C-7BB5-2A72-73AF41AAB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9/10/2025</a:t>
            </a:fld>
            <a:endParaRPr lang="es-A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673BC83-7F3B-9B4E-4091-771DC371E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4FD2101-B01D-BB7B-B7BB-8D76130DE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19887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8638E7-CA9C-1F62-841E-3F8DB894D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0DD2E5A-A080-5D5D-0667-EF3A70345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9/10/2025</a:t>
            </a:fld>
            <a:endParaRPr lang="es-A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F4D1FFA-D973-DFE5-53F8-7511640D9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A58B53B-53C5-405F-3C6C-E1BE25611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68972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30E4AEC-36FC-9EF5-DA64-B1847DED2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9/10/2025</a:t>
            </a:fld>
            <a:endParaRPr lang="es-A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C45F6636-E4B6-98E5-22AD-156A1C125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5A481ED-9625-B8EC-C661-564F02915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87590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9438A6-8EC3-4C90-E0B6-485C2AB4A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E6B3C1-2C2E-2170-80F0-C691D7E5CF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BD85388-93C8-D307-3652-30588B7E1C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3815075-6DA7-B18F-E564-23C26763D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9/10/2025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17DB4EA-D6F0-129C-1747-056F440CF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D7FD4D-BEEC-79B3-E15D-4B9F80E0D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33436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ECE2C2-6645-0EA5-AD8D-41B81A514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BE61BC8-064F-6603-DC81-694EEE746A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CBC7542-F172-9996-9356-1DEB107B5F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93BC11A-7DA3-281E-E95C-5447DC68D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9/10/2025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0FAC22E-2940-440D-7FD3-986CD0B65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F465050-D195-7581-7E4F-B7C637027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590760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BCF6AE-9FFE-EF0F-5D01-77DE6284C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BA67227-3B6E-6F33-3BA3-87E112D738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3D02227-D325-1102-6C81-7156B2D21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9/10/2025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F57EE4D-A47C-3FA4-E9A7-573356B50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3A5681A-503D-90EE-A3A9-38B6019E9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216740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C8D0E76-16AC-2195-65C8-A92FF1F732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2646886-852B-78B5-A603-E4741DEBC1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DE76D7-C7DA-0D6C-B2FB-DB1909BB2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9/10/2025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5901F4-4591-B469-AD11-9F8091260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1D41A89-C7DE-E55C-6994-FACFECFF9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62062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AE21FBF-CEB7-6A8E-805C-736C4FC1F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C5FFECB-5F05-FE77-73D6-883C141412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E6C0733-A219-E6F7-26EA-850159CB88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2571BD-3D54-40D5-A404-DFC2E61383C4}" type="datetimeFigureOut">
              <a:rPr lang="es-AR" smtClean="0"/>
              <a:t>9/10/2025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0C1F56F-A077-066B-584B-7B1FC642E6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BED02F-5D82-C186-D271-7821838450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86226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11.sv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10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9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12.jpeg"/><Relationship Id="rId7" Type="http://schemas.openxmlformats.org/officeDocument/2006/relationships/diagramColors" Target="../diagrams/colors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5" name="Group 26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3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0FA9DA1E-4D09-ED36-63DA-AD3047FB75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20676"/>
            <a:ext cx="7021513" cy="2308324"/>
          </a:xfrm>
        </p:spPr>
        <p:txBody>
          <a:bodyPr>
            <a:normAutofit fontScale="90000"/>
          </a:bodyPr>
          <a:lstStyle/>
          <a:p>
            <a:pPr algn="l"/>
            <a:r>
              <a:rPr lang="en-US" sz="4000" i="1" dirty="0">
                <a:solidFill>
                  <a:schemeClr val="bg1"/>
                </a:solidFill>
              </a:rPr>
              <a:t>Enhanced Automated Construction Quantity Takeoff: Integrating LLMs with Data Extraction, Symbol Mapping, and Rule-based Reasoning</a:t>
            </a:r>
            <a:r>
              <a:rPr lang="en-US" sz="4000" dirty="0">
                <a:solidFill>
                  <a:schemeClr val="bg1"/>
                </a:solidFill>
              </a:rPr>
              <a:t>.</a:t>
            </a:r>
            <a:endParaRPr lang="es-AR" sz="4000" dirty="0">
              <a:ln w="22225">
                <a:solidFill>
                  <a:schemeClr val="tx1"/>
                </a:solidFill>
                <a:miter lim="800000"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2936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60C307D-C54F-BBAB-6A5F-E6DCE5F3A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2635" y="1250575"/>
            <a:ext cx="4604274" cy="4163210"/>
          </a:xfrm>
        </p:spPr>
        <p:txBody>
          <a:bodyPr anchor="ctr">
            <a:normAutofit/>
          </a:bodyPr>
          <a:lstStyle/>
          <a:p>
            <a:r>
              <a:rPr lang="es-AR" sz="7200" dirty="0" err="1">
                <a:solidFill>
                  <a:schemeClr val="bg1"/>
                </a:solidFill>
              </a:rPr>
              <a:t>Objectif</a:t>
            </a:r>
            <a:r>
              <a:rPr lang="es-AR" sz="7200" dirty="0">
                <a:solidFill>
                  <a:schemeClr val="bg1"/>
                </a:solidFill>
              </a:rPr>
              <a:t> de </a:t>
            </a:r>
            <a:r>
              <a:rPr lang="es-AR" sz="7200" dirty="0" err="1">
                <a:solidFill>
                  <a:schemeClr val="bg1"/>
                </a:solidFill>
              </a:rPr>
              <a:t>l’article</a:t>
            </a:r>
            <a:r>
              <a:rPr lang="es-AR" sz="7200" dirty="0">
                <a:solidFill>
                  <a:schemeClr val="bg1"/>
                </a:solidFill>
              </a:rPr>
              <a:t> :</a:t>
            </a:r>
            <a:r>
              <a:rPr lang="fr-FR" sz="6800" dirty="0">
                <a:solidFill>
                  <a:schemeClr val="bg1"/>
                </a:solidFill>
              </a:rPr>
              <a:t> </a:t>
            </a:r>
            <a:endParaRPr lang="es-AR" sz="6800" dirty="0">
              <a:solidFill>
                <a:schemeClr val="bg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2C57604-0CFD-4023-B9BD-107166A25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6476" y="1100949"/>
            <a:ext cx="4996593" cy="4462463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Content Placeholder 25">
            <a:extLst>
              <a:ext uri="{FF2B5EF4-FFF2-40B4-BE49-F238E27FC236}">
                <a16:creationId xmlns:a16="http://schemas.microsoft.com/office/drawing/2014/main" id="{E7358B7B-A22E-A789-BE1D-B2E498350B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3224" y="860612"/>
            <a:ext cx="4797909" cy="502382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fr-FR" sz="2000" dirty="0">
                <a:solidFill>
                  <a:schemeClr val="bg1"/>
                </a:solidFill>
              </a:rPr>
              <a:t>La réalisation de </a:t>
            </a:r>
            <a:r>
              <a:rPr lang="fr-FR" sz="2000" dirty="0" err="1">
                <a:solidFill>
                  <a:schemeClr val="bg1"/>
                </a:solidFill>
              </a:rPr>
              <a:t>quantity</a:t>
            </a:r>
            <a:r>
              <a:rPr lang="fr-FR" sz="2000" dirty="0">
                <a:solidFill>
                  <a:schemeClr val="bg1"/>
                </a:solidFill>
              </a:rPr>
              <a:t> takeoff à partir de plans 2D et de documentation liée au projet.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4322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1D186C-A28C-CCED-2F30-D0EAB4DBF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5576887"/>
            <a:ext cx="10911840" cy="64008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dirty="0"/>
              <a:t>BIM – Building Information Modeling</a:t>
            </a:r>
          </a:p>
        </p:txBody>
      </p:sp>
      <p:pic>
        <p:nvPicPr>
          <p:cNvPr id="11" name="Espace réservé du contenu 10" descr="Une image contenant texte, capture d’écran, Logiciel multimédia, logiciel&#10;&#10;Le contenu généré par l’IA peut être incorrect.">
            <a:extLst>
              <a:ext uri="{FF2B5EF4-FFF2-40B4-BE49-F238E27FC236}">
                <a16:creationId xmlns:a16="http://schemas.microsoft.com/office/drawing/2014/main" id="{F62DF9C3-9F08-6C32-473F-90CF049D21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89" r="1" b="1820"/>
          <a:stretch>
            <a:fillRect/>
          </a:stretch>
        </p:blipFill>
        <p:spPr>
          <a:xfrm>
            <a:off x="640080" y="640080"/>
            <a:ext cx="10911840" cy="4836795"/>
          </a:xfrm>
          <a:prstGeom prst="rect">
            <a:avLst/>
          </a:prstGeom>
          <a:ln w="19050">
            <a:solidFill>
              <a:schemeClr val="tx1"/>
            </a:solidFill>
            <a:miter lim="800000"/>
          </a:ln>
        </p:spPr>
      </p:pic>
    </p:spTree>
    <p:extLst>
      <p:ext uri="{BB962C8B-B14F-4D97-AF65-F5344CB8AC3E}">
        <p14:creationId xmlns:p14="http://schemas.microsoft.com/office/powerpoint/2010/main" val="32575616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!!Rectangle">
            <a:extLst>
              <a:ext uri="{FF2B5EF4-FFF2-40B4-BE49-F238E27FC236}">
                <a16:creationId xmlns:a16="http://schemas.microsoft.com/office/drawing/2014/main" id="{7C432AFE-B3D2-4BFF-BF8F-96C27AFF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Espace réservé du contenu 15" descr="Une image contenant texte, carte&#10;&#10;Le contenu généré par l’IA peut être incorrect.">
            <a:extLst>
              <a:ext uri="{FF2B5EF4-FFF2-40B4-BE49-F238E27FC236}">
                <a16:creationId xmlns:a16="http://schemas.microsoft.com/office/drawing/2014/main" id="{9EEF074F-3885-3E0C-BCD9-E772074281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067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FB422E8D-8AEF-6D01-D8F3-C26DF62D98F8}"/>
              </a:ext>
            </a:extLst>
          </p:cNvPr>
          <p:cNvSpPr txBox="1"/>
          <p:nvPr/>
        </p:nvSpPr>
        <p:spPr>
          <a:xfrm>
            <a:off x="841249" y="941832"/>
            <a:ext cx="10506456" cy="2057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AR" sz="4800" dirty="0" err="1">
                <a:solidFill>
                  <a:schemeClr val="bg1"/>
                </a:solidFill>
              </a:rPr>
              <a:t>Extraction</a:t>
            </a:r>
            <a:r>
              <a:rPr lang="es-AR" sz="4800" dirty="0">
                <a:solidFill>
                  <a:schemeClr val="bg1"/>
                </a:solidFill>
              </a:rPr>
              <a:t> </a:t>
            </a:r>
            <a:r>
              <a:rPr lang="es-AR" sz="4800" dirty="0" err="1">
                <a:solidFill>
                  <a:schemeClr val="bg1"/>
                </a:solidFill>
              </a:rPr>
              <a:t>manuelle</a:t>
            </a:r>
            <a:r>
              <a:rPr lang="es-AR" sz="4800" dirty="0">
                <a:solidFill>
                  <a:schemeClr val="bg1"/>
                </a:solidFill>
              </a:rPr>
              <a:t> des </a:t>
            </a:r>
            <a:r>
              <a:rPr lang="es-AR" sz="4800" dirty="0" err="1">
                <a:solidFill>
                  <a:schemeClr val="bg1"/>
                </a:solidFill>
              </a:rPr>
              <a:t>informations</a:t>
            </a:r>
            <a:endParaRPr lang="en-US" sz="4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01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3241202"/>
            <a:ext cx="10506456" cy="1828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FD8A3E2B-2BE5-83A4-E6EF-AEF7B3F7AC54}"/>
              </a:ext>
            </a:extLst>
          </p:cNvPr>
          <p:cNvSpPr txBox="1"/>
          <p:nvPr/>
        </p:nvSpPr>
        <p:spPr>
          <a:xfrm>
            <a:off x="841248" y="3502152"/>
            <a:ext cx="10506456" cy="26700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bg1"/>
                </a:solidFill>
              </a:rPr>
              <a:t>Chronophage</a:t>
            </a:r>
            <a:r>
              <a:rPr lang="en-US" sz="2000" dirty="0">
                <a:solidFill>
                  <a:schemeClr val="bg1"/>
                </a:solidFill>
              </a:rPr>
              <a:t> 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AR" sz="2000" dirty="0" err="1">
                <a:solidFill>
                  <a:schemeClr val="bg1"/>
                </a:solidFill>
              </a:rPr>
              <a:t>Coûteuse</a:t>
            </a:r>
            <a:endParaRPr lang="en-US" sz="2000" dirty="0">
              <a:solidFill>
                <a:schemeClr val="bg1"/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bg1"/>
                </a:solidFill>
              </a:rPr>
              <a:t>Sujet</a:t>
            </a:r>
            <a:r>
              <a:rPr lang="en-US" sz="2000" dirty="0">
                <a:solidFill>
                  <a:schemeClr val="bg1"/>
                </a:solidFill>
              </a:rPr>
              <a:t> aux </a:t>
            </a:r>
            <a:r>
              <a:rPr lang="en-US" sz="2000" dirty="0" err="1">
                <a:solidFill>
                  <a:schemeClr val="bg1"/>
                </a:solidFill>
              </a:rPr>
              <a:t>erreurs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humaines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34287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15C33D4-B9A0-834D-2863-D608D434F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LLM est la construction</a:t>
            </a:r>
            <a:endParaRPr lang="es-AR" sz="4000">
              <a:solidFill>
                <a:srgbClr val="FFFFFF"/>
              </a:solidFill>
            </a:endParaRP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E4A60AE4-C139-6CE8-B17F-A02C3E98B7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97662584"/>
              </p:ext>
            </p:extLst>
          </p:nvPr>
        </p:nvGraphicFramePr>
        <p:xfrm>
          <a:off x="644056" y="2112579"/>
          <a:ext cx="10927829" cy="419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8" name="Graphique 17" descr="Image contour">
            <a:extLst>
              <a:ext uri="{FF2B5EF4-FFF2-40B4-BE49-F238E27FC236}">
                <a16:creationId xmlns:a16="http://schemas.microsoft.com/office/drawing/2014/main" id="{71B03F9D-4A93-A644-C57F-3ACDD70079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48857" y="3249000"/>
            <a:ext cx="360000" cy="360000"/>
          </a:xfrm>
          <a:prstGeom prst="rect">
            <a:avLst/>
          </a:prstGeom>
        </p:spPr>
      </p:pic>
      <p:pic>
        <p:nvPicPr>
          <p:cNvPr id="20" name="Graphique 19" descr="Présentation avec multimédia contour">
            <a:extLst>
              <a:ext uri="{FF2B5EF4-FFF2-40B4-BE49-F238E27FC236}">
                <a16:creationId xmlns:a16="http://schemas.microsoft.com/office/drawing/2014/main" id="{62B50C8D-9B83-BAA3-328C-F6C4937F9ED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148742" y="324900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781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7F7E66A-491F-020C-18BA-8B0E5695C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L’idée général</a:t>
            </a:r>
            <a:endParaRPr lang="es-AR" sz="4000">
              <a:solidFill>
                <a:srgbClr val="FFFFFF"/>
              </a:solidFill>
            </a:endParaRP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C6414BFF-8864-C51B-DC90-EE410550D9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8169420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88626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D48D13A-AF4F-9421-D081-3076F8A780A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363" r="2016" b="16066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0CA0D6C-45E0-5461-37E8-58A861522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Extraction de données</a:t>
            </a:r>
            <a:endParaRPr lang="es-AR" dirty="0"/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7EA8416B-3F84-20E3-01EA-13662CF31D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280869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6136101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1ED307F-660B-1663-95E6-4CD35A8D9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Restructurations des données </a:t>
            </a:r>
            <a:endParaRPr lang="es-AR" sz="4000">
              <a:solidFill>
                <a:srgbClr val="FFFFFF"/>
              </a:solidFill>
            </a:endParaRP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B2E79661-9F3F-5467-922D-1EBD7D4AA3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56337630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88238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E6D96F7-A5AC-C652-2F95-7F9204787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fr-FR" sz="2800">
                <a:solidFill>
                  <a:srgbClr val="FFFFFF"/>
                </a:solidFill>
              </a:rPr>
              <a:t>Établissement de la chaîne de raisonnement (Chain of Thought)</a:t>
            </a:r>
            <a:endParaRPr lang="es-AR" sz="2800">
              <a:solidFill>
                <a:srgbClr val="FFFFFF"/>
              </a:solidFill>
            </a:endParaRP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4077917F-EEEB-7A14-0DAA-75BD6F3F12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16209764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65042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12ED631-1418-94FD-8D13-C14A04FE1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Exemple de promp template</a:t>
            </a:r>
          </a:p>
        </p:txBody>
      </p:sp>
      <p:pic>
        <p:nvPicPr>
          <p:cNvPr id="12" name="Espace réservé du contenu 11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B515FF5F-C16C-C2A6-22B2-93D95E095A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0109" y="1065225"/>
            <a:ext cx="6102172" cy="4351338"/>
          </a:xfrm>
        </p:spPr>
      </p:pic>
    </p:spTree>
    <p:extLst>
      <p:ext uri="{BB962C8B-B14F-4D97-AF65-F5344CB8AC3E}">
        <p14:creationId xmlns:p14="http://schemas.microsoft.com/office/powerpoint/2010/main" val="1029414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87F3273-76B1-35BC-01CC-093951204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Le prompt </a:t>
            </a:r>
            <a:endParaRPr lang="es-AR" sz="4000" dirty="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F2AE67-E1D1-331F-667B-949F99552D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fr-FR" sz="2000" dirty="0"/>
              <a:t>Un prompt qui permet au modèle :</a:t>
            </a:r>
          </a:p>
          <a:p>
            <a:pPr lvl="1"/>
            <a:r>
              <a:rPr lang="fr-FR" sz="2000" dirty="0"/>
              <a:t>d’appliquer les formules QTO automatiquement,</a:t>
            </a:r>
          </a:p>
          <a:p>
            <a:pPr lvl="1"/>
            <a:r>
              <a:rPr lang="fr-FR" sz="2000" dirty="0"/>
              <a:t>de raisonner de manière transparente,</a:t>
            </a:r>
          </a:p>
          <a:p>
            <a:pPr lvl="1"/>
            <a:r>
              <a:rPr lang="fr-FR" sz="2000" dirty="0"/>
              <a:t>et de fournir le résultat final accompagné de son explication.</a:t>
            </a:r>
          </a:p>
          <a:p>
            <a:endParaRPr lang="es-AR" sz="2000" dirty="0"/>
          </a:p>
        </p:txBody>
      </p:sp>
    </p:spTree>
    <p:extLst>
      <p:ext uri="{BB962C8B-B14F-4D97-AF65-F5344CB8AC3E}">
        <p14:creationId xmlns:p14="http://schemas.microsoft.com/office/powerpoint/2010/main" val="40392070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Freeform: Shape 19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515E9A-BF08-466C-C4D5-3257BA449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693" y="1030406"/>
            <a:ext cx="8147713" cy="308124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Les données </a:t>
            </a:r>
            <a:r>
              <a:rPr lang="en-US" sz="48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utilisées</a:t>
            </a:r>
            <a:endParaRPr lang="en-US" sz="48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E95AC66-E829-C882-39A5-E08850A5E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9943" y="5171093"/>
            <a:ext cx="9078628" cy="8606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Utilisation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de données </a:t>
            </a: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prise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dans des </a:t>
            </a: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cas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reels</a:t>
            </a:r>
            <a:r>
              <a:rPr lang="en-US" sz="2400" dirty="0">
                <a:solidFill>
                  <a:srgbClr val="FFFFFF"/>
                </a:solidFill>
              </a:rPr>
              <a:t> </a:t>
            </a: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d’études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d’excavation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82379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4E65F23-789E-4CB9-B34F-46A85E25D6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1CA207F7-3B67-4EA2-8EC5-1260B55A07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AD4CC450-51C3-4A41-B2B1-68A15D57C5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ED62506D-F8E8-4C55-B160-D4FE898504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6004793-0083-43B9-81A2-20F71D2C7D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53D192AA-AFCB-470F-B66A-18815C352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9079B0CF-0B4C-42A9-9769-3AC0A34FA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AA581F43-F704-146A-8883-2D9548AE7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0936"/>
            <a:ext cx="5260992" cy="2096756"/>
          </a:xfrm>
          <a:noFill/>
        </p:spPr>
        <p:txBody>
          <a:bodyPr anchor="t">
            <a:normAutofit/>
          </a:bodyPr>
          <a:lstStyle/>
          <a:p>
            <a:r>
              <a:rPr lang="fr-FR" sz="4800">
                <a:solidFill>
                  <a:schemeClr val="bg1"/>
                </a:solidFill>
              </a:rPr>
              <a:t>Les résultats </a:t>
            </a:r>
            <a:endParaRPr lang="es-AR" sz="4800">
              <a:solidFill>
                <a:schemeClr val="bg1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24364D-2162-FA65-8F53-508BA3331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6" y="630936"/>
            <a:ext cx="5064191" cy="2096769"/>
          </a:xfrm>
          <a:noFill/>
        </p:spPr>
        <p:txBody>
          <a:bodyPr anchor="t">
            <a:normAutofit/>
          </a:bodyPr>
          <a:lstStyle/>
          <a:p>
            <a:r>
              <a:rPr lang="fr-FR" sz="1600" dirty="0">
                <a:solidFill>
                  <a:schemeClr val="bg1"/>
                </a:solidFill>
              </a:rPr>
              <a:t>Le modèle fournit une quantité de matériaux et une explication du raisonnement</a:t>
            </a:r>
            <a:r>
              <a:rPr lang="fr-FR" sz="1600" dirty="0"/>
              <a:t>.</a:t>
            </a:r>
          </a:p>
          <a:p>
            <a:r>
              <a:rPr lang="fr-FR" sz="1500" dirty="0">
                <a:solidFill>
                  <a:schemeClr val="bg1"/>
                </a:solidFill>
              </a:rPr>
              <a:t>Méthodologie des tests:</a:t>
            </a:r>
          </a:p>
          <a:p>
            <a:pPr lvl="1"/>
            <a:r>
              <a:rPr lang="fr-FR" sz="1500" dirty="0">
                <a:solidFill>
                  <a:schemeClr val="bg1"/>
                </a:solidFill>
              </a:rPr>
              <a:t>Utilisation de 30 cas concrets</a:t>
            </a:r>
          </a:p>
          <a:p>
            <a:r>
              <a:rPr lang="fr-FR" sz="1500" dirty="0">
                <a:solidFill>
                  <a:schemeClr val="bg1"/>
                </a:solidFill>
              </a:rPr>
              <a:t>Résultats numériques</a:t>
            </a:r>
          </a:p>
          <a:p>
            <a:pPr lvl="1"/>
            <a:r>
              <a:rPr lang="fr-FR" sz="1500" dirty="0">
                <a:solidFill>
                  <a:schemeClr val="bg1"/>
                </a:solidFill>
              </a:rPr>
              <a:t>24 cas validés avec </a:t>
            </a:r>
            <a:r>
              <a:rPr lang="fr-FR" sz="1500" dirty="0" err="1">
                <a:solidFill>
                  <a:schemeClr val="bg1"/>
                </a:solidFill>
              </a:rPr>
              <a:t>CoT</a:t>
            </a:r>
            <a:endParaRPr lang="fr-FR" sz="1500" dirty="0">
              <a:solidFill>
                <a:schemeClr val="bg1"/>
              </a:solidFill>
            </a:endParaRPr>
          </a:p>
          <a:p>
            <a:pPr lvl="1"/>
            <a:r>
              <a:rPr lang="fr-FR" sz="1500" dirty="0">
                <a:solidFill>
                  <a:schemeClr val="bg1"/>
                </a:solidFill>
              </a:rPr>
              <a:t>0 sans </a:t>
            </a:r>
            <a:r>
              <a:rPr lang="fr-FR" sz="1500" dirty="0" err="1">
                <a:solidFill>
                  <a:schemeClr val="bg1"/>
                </a:solidFill>
              </a:rPr>
              <a:t>CoT</a:t>
            </a:r>
            <a:endParaRPr lang="fr-FR" sz="1500" dirty="0">
              <a:solidFill>
                <a:schemeClr val="bg1"/>
              </a:solidFill>
            </a:endParaRPr>
          </a:p>
          <a:p>
            <a:endParaRPr lang="fr-FR" sz="1500" dirty="0">
              <a:solidFill>
                <a:schemeClr val="bg1"/>
              </a:solidFill>
            </a:endParaRPr>
          </a:p>
          <a:p>
            <a:endParaRPr lang="es-AR" sz="1500" dirty="0">
              <a:solidFill>
                <a:schemeClr val="bg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4043ADFC-DC2E-40D2-954D-4A13B908D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5716" y="3029889"/>
            <a:ext cx="304800" cy="429768"/>
            <a:chOff x="215328" y="-46937"/>
            <a:chExt cx="304800" cy="2773841"/>
          </a:xfrm>
        </p:grpSpPr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C975E7D3-10F5-4E53-902F-9E79C98C2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BDC51AAB-5A3B-4730-B8AC-46C96AC0B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03A6F2D9-1476-4E35-988D-D4CCB15C8D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CE17F678-D5C6-49BF-933D-1E65F69B3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" name="Image 5" descr="Une image contenant texte, reçu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25AE4C11-A207-666E-77FE-B58F506E72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309" y="3358628"/>
            <a:ext cx="10877550" cy="2762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5417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 2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E44D1CEB-BE76-07D8-AF9B-661AE9CB51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0250" y="457200"/>
            <a:ext cx="81915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9501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A81AB40-C6C1-E861-5EA4-8E5F0A1E2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000" y="457200"/>
            <a:ext cx="6239999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53327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558</TotalTime>
  <Words>517</Words>
  <Application>Microsoft Office PowerPoint</Application>
  <PresentationFormat>Grand écran</PresentationFormat>
  <Paragraphs>88</Paragraphs>
  <Slides>15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Thème Office</vt:lpstr>
      <vt:lpstr>Enhanced Automated Construction Quantity Takeoff: Integrating LLMs with Data Extraction, Symbol Mapping, and Rule-based Reasoning.</vt:lpstr>
      <vt:lpstr>Objectif de l’article : </vt:lpstr>
      <vt:lpstr>BIM – Building Information Modeling</vt:lpstr>
      <vt:lpstr>Présentation PowerPoint</vt:lpstr>
      <vt:lpstr>Les LLM est la construction</vt:lpstr>
      <vt:lpstr>L’idée général</vt:lpstr>
      <vt:lpstr>Extraction de données</vt:lpstr>
      <vt:lpstr>Restructurations des données </vt:lpstr>
      <vt:lpstr>Établissement de la chaîne de raisonnement (Chain of Thought)</vt:lpstr>
      <vt:lpstr>Exemple de promp template</vt:lpstr>
      <vt:lpstr>Le prompt </vt:lpstr>
      <vt:lpstr>Les données utilisées</vt:lpstr>
      <vt:lpstr>Les résultats 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MOUGNE Robin</dc:creator>
  <cp:lastModifiedBy>MOUGNE Robin</cp:lastModifiedBy>
  <cp:revision>9</cp:revision>
  <dcterms:created xsi:type="dcterms:W3CDTF">2025-10-02T12:47:20Z</dcterms:created>
  <dcterms:modified xsi:type="dcterms:W3CDTF">2025-10-09T09:08:06Z</dcterms:modified>
</cp:coreProperties>
</file>