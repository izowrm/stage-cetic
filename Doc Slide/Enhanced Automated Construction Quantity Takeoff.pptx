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1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2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8"/>
  </p:notes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5" r:id="rId9"/>
    <p:sldId id="264" r:id="rId10"/>
    <p:sldId id="269" r:id="rId11"/>
    <p:sldId id="266" r:id="rId12"/>
    <p:sldId id="268" r:id="rId13"/>
    <p:sldId id="262" r:id="rId14"/>
    <p:sldId id="267" r:id="rId15"/>
    <p:sldId id="270" r:id="rId16"/>
    <p:sldId id="271" r:id="rId17"/>
  </p:sldIdLst>
  <p:sldSz cx="12192000" cy="6858000"/>
  <p:notesSz cx="6858000" cy="9144000"/>
  <p:defaultTextStyle>
    <a:defPPr>
      <a:defRPr lang="es-A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190" autoAdjust="0"/>
  </p:normalViewPr>
  <p:slideViewPr>
    <p:cSldViewPr snapToGrid="0">
      <p:cViewPr varScale="1">
        <p:scale>
          <a:sx n="60" d="100"/>
          <a:sy n="60" d="100"/>
        </p:scale>
        <p:origin x="78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svg"/><Relationship Id="rId1" Type="http://schemas.openxmlformats.org/officeDocument/2006/relationships/image" Target="../media/image4.png"/><Relationship Id="rId4" Type="http://schemas.openxmlformats.org/officeDocument/2006/relationships/image" Target="../media/image7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0_3">
  <dgm:title val=""/>
  <dgm:desc val=""/>
  <dgm:catLst>
    <dgm:cat type="mainScheme" pri="10300"/>
  </dgm:catLst>
  <dgm:styleLbl name="node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lignNode1">
    <dgm:fillClrLst meth="repeat">
      <a:schemeClr val="dk2"/>
    </dgm:fillClrLst>
    <dgm:linClrLst meth="repeat">
      <a:schemeClr val="dk2"/>
    </dgm:linClrLst>
    <dgm:effectClrLst/>
    <dgm:txLinClrLst/>
    <dgm:txFillClrLst/>
    <dgm:txEffectClrLst/>
  </dgm:styleLbl>
  <dgm:styleLbl name="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lnNode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vennNode1">
    <dgm:fillClrLst meth="repeat">
      <a:schemeClr val="dk2">
        <a:alpha val="50000"/>
      </a:schemeClr>
    </dgm:fillClrLst>
    <dgm:linClrLst meth="repeat">
      <a:schemeClr val="lt2"/>
    </dgm:linClrLst>
    <dgm:effectClrLst/>
    <dgm:txLinClrLst/>
    <dgm:txFillClrLst/>
    <dgm:txEffectClrLst/>
  </dgm:styleLbl>
  <dgm:styleLbl name="node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node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fgImgPlace1">
    <dgm:fillClrLst meth="repeat">
      <a:schemeClr val="dk2">
        <a:tint val="50000"/>
      </a:schemeClr>
    </dgm:fillClrLst>
    <dgm:linClrLst meth="repeat">
      <a:schemeClr val="lt2"/>
    </dgm:linClrLst>
    <dgm:effectClrLst/>
    <dgm:txLinClrLst/>
    <dgm:txFillClrLst meth="repeat">
      <a:schemeClr val="lt2"/>
    </dgm:txFillClrLst>
    <dgm:txEffectClrLst/>
  </dgm:styleLbl>
  <dgm:styleLbl name="align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bgImgPlace1">
    <dgm:fillClrLst meth="repeat">
      <a:schemeClr val="dk2">
        <a:tint val="50000"/>
      </a:schemeClr>
    </dgm:fillClrLst>
    <dgm:linClrLst meth="repeat">
      <a:schemeClr val="dk2">
        <a:shade val="80000"/>
      </a:schemeClr>
    </dgm:linClrLst>
    <dgm:effectClrLst/>
    <dgm:txLinClrLst/>
    <dgm:txFillClrLst meth="repeat">
      <a:schemeClr val="lt2"/>
    </dgm:txFillClrLst>
    <dgm:txEffectClrLst/>
  </dgm:styleLbl>
  <dgm:styleLbl name="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callout">
    <dgm:fillClrLst meth="repeat">
      <a:schemeClr val="dk2"/>
    </dgm:fillClrLst>
    <dgm:linClrLst meth="repeat">
      <a:schemeClr val="dk2">
        <a:tint val="50000"/>
      </a:schemeClr>
    </dgm:linClrLst>
    <dgm:effectClrLst/>
    <dgm:txLinClrLst/>
    <dgm:txFillClrLst meth="repeat">
      <a:schemeClr val="lt2"/>
    </dgm:txFillClrLst>
    <dgm:txEffectClrLst/>
  </dgm:styleLbl>
  <dgm:styleLbl name="asst0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1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2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3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asst4">
    <dgm:fillClrLst meth="repeat">
      <a:schemeClr val="dk2"/>
    </dgm:fillClrLst>
    <dgm:linClrLst meth="repeat">
      <a:schemeClr val="lt2"/>
    </dgm:linClrLst>
    <dgm:effectClrLst/>
    <dgm:txLinClrLst/>
    <dgm:txFillClrLst/>
    <dgm:txEffectClrLst/>
  </dgm:styleLbl>
  <dgm:styleLbl name="parChTrans2D1">
    <dgm:fillClrLst meth="repeat">
      <a:schemeClr val="dk2">
        <a:tint val="60000"/>
      </a:schemeClr>
    </dgm:fillClrLst>
    <dgm:linClrLst meth="repeat">
      <a:schemeClr val="dk2">
        <a:tint val="60000"/>
      </a:schemeClr>
    </dgm:linClrLst>
    <dgm:effectClrLst/>
    <dgm:txLinClrLst/>
    <dgm:txFillClrLst meth="repeat">
      <a:schemeClr val="lt2"/>
    </dgm:txFillClrLst>
    <dgm:txEffectClrLst/>
  </dgm:styleLbl>
  <dgm:styleLbl name="parChTrans2D2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3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2D4">
    <dgm:fillClrLst meth="repeat">
      <a:schemeClr val="dk2"/>
    </dgm:fillClrLst>
    <dgm:linClrLst meth="repeat">
      <a:schemeClr val="dk2"/>
    </dgm:linClrLst>
    <dgm:effectClrLst/>
    <dgm:txLinClrLst/>
    <dgm:txFillClrLst meth="repeat">
      <a:schemeClr val="lt2"/>
    </dgm:txFillClrLst>
    <dgm:txEffectClrLst/>
  </dgm:styleLbl>
  <dgm:styleLbl name="parChTrans1D1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2"/>
    </dgm:fillClrLst>
    <dgm:linClrLst meth="repeat">
      <a:schemeClr val="dk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2"/>
    </dgm:fillClrLst>
    <dgm:linClrLst meth="repeat">
      <a:schemeClr val="dk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2">
        <a:alpha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2"/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dk2">
        <a:alpha val="90000"/>
        <a:tint val="40000"/>
      </a:schemeClr>
    </dgm:fillClrLst>
    <dgm:linClrLst meth="repeat">
      <a:schemeClr val="dk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2">
        <a:alpha val="9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2">
        <a:tint val="40000"/>
      </a:schemeClr>
    </dgm:fillClrLst>
    <dgm:linClrLst meth="repeat">
      <a:schemeClr val="dk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2">
        <a:shade val="8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2">
        <a:tint val="50000"/>
        <a:alpha val="40000"/>
      </a:schemeClr>
    </dgm:fillClrLst>
    <dgm:linClrLst meth="repeat">
      <a:schemeClr val="dk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2">
        <a:tint val="60000"/>
      </a:schemeClr>
    </dgm:fillClrLst>
    <dgm:linClrLst meth="repeat">
      <a:schemeClr val="lt2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2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4_2">
  <dgm:title val=""/>
  <dgm:desc val=""/>
  <dgm:catLst>
    <dgm:cat type="accent4" pri="11200"/>
  </dgm:catLst>
  <dgm:styleLbl name="node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lnNode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4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4">
        <a:alpha val="90000"/>
        <a:tint val="40000"/>
      </a:schemeClr>
    </dgm:fillClrLst>
    <dgm:linClrLst meth="repeat">
      <a:schemeClr val="accent4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C86EC04-E509-41C5-B8B2-05CE0B82B3D9}" type="doc">
      <dgm:prSet loTypeId="urn:microsoft.com/office/officeart/2018/2/layout/IconLabelDescription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9D38045F-9288-42A3-917F-FA652F2B4D12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s-AR" dirty="0"/>
            <a:t>Unimodal</a:t>
          </a:r>
          <a:endParaRPr lang="en-US" dirty="0"/>
        </a:p>
      </dgm:t>
    </dgm:pt>
    <dgm:pt modelId="{EC6BAE35-AAF9-4E18-85F2-82F081E588D2}" type="parTrans" cxnId="{F3CD020A-DB0F-49D2-BEDB-2A3061045DEB}">
      <dgm:prSet/>
      <dgm:spPr/>
      <dgm:t>
        <a:bodyPr/>
        <a:lstStyle/>
        <a:p>
          <a:endParaRPr lang="en-US"/>
        </a:p>
      </dgm:t>
    </dgm:pt>
    <dgm:pt modelId="{06AEBA92-3190-4356-B552-BC426EAF196E}" type="sibTrans" cxnId="{F3CD020A-DB0F-49D2-BEDB-2A3061045DEB}">
      <dgm:prSet/>
      <dgm:spPr/>
      <dgm:t>
        <a:bodyPr/>
        <a:lstStyle/>
        <a:p>
          <a:endParaRPr lang="en-US"/>
        </a:p>
      </dgm:t>
    </dgm:pt>
    <dgm:pt modelId="{2F7CCFEF-6B2C-4E31-91C6-A2A7859ECB74}">
      <dgm:prSet/>
      <dgm:spPr/>
      <dgm:t>
        <a:bodyPr/>
        <a:lstStyle/>
        <a:p>
          <a:pPr>
            <a:lnSpc>
              <a:spcPct val="100000"/>
            </a:lnSpc>
          </a:pPr>
          <a:r>
            <a:rPr lang="es-AR" dirty="0" err="1"/>
            <a:t>Assistance</a:t>
          </a:r>
          <a:r>
            <a:rPr lang="es-AR" dirty="0"/>
            <a:t> </a:t>
          </a:r>
          <a:r>
            <a:rPr lang="es-AR" dirty="0" err="1"/>
            <a:t>réglementaire</a:t>
          </a:r>
          <a:r>
            <a:rPr lang="es-AR" dirty="0"/>
            <a:t> et normative</a:t>
          </a:r>
          <a:endParaRPr lang="en-US" dirty="0"/>
        </a:p>
      </dgm:t>
    </dgm:pt>
    <dgm:pt modelId="{3696EAC3-D811-4787-A985-E2E0D59010D8}" type="parTrans" cxnId="{03B65351-ADA2-481B-81EA-AFF7A1C0F0AE}">
      <dgm:prSet/>
      <dgm:spPr/>
      <dgm:t>
        <a:bodyPr/>
        <a:lstStyle/>
        <a:p>
          <a:endParaRPr lang="en-US"/>
        </a:p>
      </dgm:t>
    </dgm:pt>
    <dgm:pt modelId="{35736356-A47A-46B7-B78B-FFCB1220B5B5}" type="sibTrans" cxnId="{03B65351-ADA2-481B-81EA-AFF7A1C0F0AE}">
      <dgm:prSet/>
      <dgm:spPr/>
      <dgm:t>
        <a:bodyPr/>
        <a:lstStyle/>
        <a:p>
          <a:endParaRPr lang="en-US"/>
        </a:p>
      </dgm:t>
    </dgm:pt>
    <dgm:pt modelId="{9BD09608-481C-46C7-A033-7444C0B16DE8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Relecture et feedback de documents techniques</a:t>
          </a:r>
          <a:endParaRPr lang="en-US"/>
        </a:p>
      </dgm:t>
    </dgm:pt>
    <dgm:pt modelId="{3EAE192C-A53A-4218-8367-2A566885C938}" type="parTrans" cxnId="{9206DC78-FA10-4683-B5CC-BAF855401B55}">
      <dgm:prSet/>
      <dgm:spPr/>
      <dgm:t>
        <a:bodyPr/>
        <a:lstStyle/>
        <a:p>
          <a:endParaRPr lang="en-US"/>
        </a:p>
      </dgm:t>
    </dgm:pt>
    <dgm:pt modelId="{46EAC97E-3292-46C3-875B-980E050FCC04}" type="sibTrans" cxnId="{9206DC78-FA10-4683-B5CC-BAF855401B55}">
      <dgm:prSet/>
      <dgm:spPr/>
      <dgm:t>
        <a:bodyPr/>
        <a:lstStyle/>
        <a:p>
          <a:endParaRPr lang="en-US"/>
        </a:p>
      </dgm:t>
    </dgm:pt>
    <dgm:pt modelId="{D3C80141-1BC3-4046-96BF-D212459977A3}">
      <dgm:prSet/>
      <dgm:spPr/>
      <dgm:t>
        <a:bodyPr/>
        <a:lstStyle/>
        <a:p>
          <a:pPr>
            <a:lnSpc>
              <a:spcPct val="100000"/>
            </a:lnSpc>
          </a:pPr>
          <a:r>
            <a:rPr lang="es-AR"/>
            <a:t>Domain-specific LLMs</a:t>
          </a:r>
          <a:endParaRPr lang="en-US"/>
        </a:p>
      </dgm:t>
    </dgm:pt>
    <dgm:pt modelId="{1C081ECA-7F3B-43E5-B0F7-06B895F245BE}" type="parTrans" cxnId="{424BE92B-2682-4773-9402-9AF3665C96F7}">
      <dgm:prSet/>
      <dgm:spPr/>
      <dgm:t>
        <a:bodyPr/>
        <a:lstStyle/>
        <a:p>
          <a:endParaRPr lang="en-US"/>
        </a:p>
      </dgm:t>
    </dgm:pt>
    <dgm:pt modelId="{D2CDD0E1-8A9B-4A82-BB27-1FCEF45EA409}" type="sibTrans" cxnId="{424BE92B-2682-4773-9402-9AF3665C96F7}">
      <dgm:prSet/>
      <dgm:spPr/>
      <dgm:t>
        <a:bodyPr/>
        <a:lstStyle/>
        <a:p>
          <a:endParaRPr lang="en-US"/>
        </a:p>
      </dgm:t>
    </dgm:pt>
    <dgm:pt modelId="{D32D1E0D-A0BA-4202-9DF4-C6EB56380853}">
      <dgm:prSet/>
      <dgm:spPr/>
      <dgm:t>
        <a:bodyPr/>
        <a:lstStyle/>
        <a:p>
          <a:pPr>
            <a:lnSpc>
              <a:spcPct val="100000"/>
            </a:lnSpc>
            <a:defRPr b="1"/>
          </a:pPr>
          <a:r>
            <a:rPr lang="es-AR" dirty="0"/>
            <a:t>Multimodal</a:t>
          </a:r>
          <a:endParaRPr lang="en-US" dirty="0"/>
        </a:p>
      </dgm:t>
    </dgm:pt>
    <dgm:pt modelId="{423FD113-FD98-4B60-ADB0-7D97FA848867}" type="parTrans" cxnId="{9D4525EB-C28F-49C1-8DCD-EB96B857E19D}">
      <dgm:prSet/>
      <dgm:spPr/>
      <dgm:t>
        <a:bodyPr/>
        <a:lstStyle/>
        <a:p>
          <a:endParaRPr lang="en-US"/>
        </a:p>
      </dgm:t>
    </dgm:pt>
    <dgm:pt modelId="{12504A14-410F-45A9-8C0C-435B5F5B052F}" type="sibTrans" cxnId="{9D4525EB-C28F-49C1-8DCD-EB96B857E19D}">
      <dgm:prSet/>
      <dgm:spPr/>
      <dgm:t>
        <a:bodyPr/>
        <a:lstStyle/>
        <a:p>
          <a:endParaRPr lang="en-US"/>
        </a:p>
      </dgm:t>
    </dgm:pt>
    <dgm:pt modelId="{C15B2ECA-D3E9-424C-AC75-2E675E1ED734}">
      <dgm:prSet/>
      <dgm:spPr/>
      <dgm:t>
        <a:bodyPr/>
        <a:lstStyle/>
        <a:p>
          <a:pPr>
            <a:lnSpc>
              <a:spcPct val="100000"/>
            </a:lnSpc>
          </a:pPr>
          <a:r>
            <a:rPr lang="es-AR"/>
            <a:t>Génération de rapports automatisés</a:t>
          </a:r>
          <a:endParaRPr lang="en-US"/>
        </a:p>
      </dgm:t>
    </dgm:pt>
    <dgm:pt modelId="{77587FC7-CAC5-409C-9AB5-AE0F2D235F5C}" type="parTrans" cxnId="{5ED40E8F-D2C6-47FB-AB5A-B72C1A872F26}">
      <dgm:prSet/>
      <dgm:spPr/>
      <dgm:t>
        <a:bodyPr/>
        <a:lstStyle/>
        <a:p>
          <a:endParaRPr lang="en-US"/>
        </a:p>
      </dgm:t>
    </dgm:pt>
    <dgm:pt modelId="{159B1F80-472E-49EB-AFC3-2FAFF55EFEE3}" type="sibTrans" cxnId="{5ED40E8F-D2C6-47FB-AB5A-B72C1A872F26}">
      <dgm:prSet/>
      <dgm:spPr/>
      <dgm:t>
        <a:bodyPr/>
        <a:lstStyle/>
        <a:p>
          <a:endParaRPr lang="en-US"/>
        </a:p>
      </dgm:t>
    </dgm:pt>
    <dgm:pt modelId="{65B30D46-F709-4967-B225-EE270FFDEEAD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Reconnaissance de matériaux de déchets</a:t>
          </a:r>
          <a:endParaRPr lang="en-US"/>
        </a:p>
      </dgm:t>
    </dgm:pt>
    <dgm:pt modelId="{B76C6C78-9833-4EB8-8289-7F0538D3810D}" type="parTrans" cxnId="{EA378F27-4F1A-445C-8F77-D9B8E1D06357}">
      <dgm:prSet/>
      <dgm:spPr/>
      <dgm:t>
        <a:bodyPr/>
        <a:lstStyle/>
        <a:p>
          <a:endParaRPr lang="en-US"/>
        </a:p>
      </dgm:t>
    </dgm:pt>
    <dgm:pt modelId="{129979BB-9078-41B6-A4D5-2ECA70C22696}" type="sibTrans" cxnId="{EA378F27-4F1A-445C-8F77-D9B8E1D06357}">
      <dgm:prSet/>
      <dgm:spPr/>
      <dgm:t>
        <a:bodyPr/>
        <a:lstStyle/>
        <a:p>
          <a:endParaRPr lang="en-US"/>
        </a:p>
      </dgm:t>
    </dgm:pt>
    <dgm:pt modelId="{33BEFC75-36CE-44FF-AEBC-45216B1000A5}">
      <dgm:prSet/>
      <dgm:spPr/>
      <dgm:t>
        <a:bodyPr/>
        <a:lstStyle/>
        <a:p>
          <a:pPr>
            <a:lnSpc>
              <a:spcPct val="100000"/>
            </a:lnSpc>
          </a:pPr>
          <a:r>
            <a:rPr lang="fr-FR"/>
            <a:t>Classification des activités de chantier</a:t>
          </a:r>
          <a:endParaRPr lang="en-US"/>
        </a:p>
      </dgm:t>
    </dgm:pt>
    <dgm:pt modelId="{04E0A404-2B02-4DF8-8FB5-6D81B9AAABD9}" type="parTrans" cxnId="{8EAD28E4-6E12-4ADC-AE2F-52A2CEEA1020}">
      <dgm:prSet/>
      <dgm:spPr/>
      <dgm:t>
        <a:bodyPr/>
        <a:lstStyle/>
        <a:p>
          <a:endParaRPr lang="en-US"/>
        </a:p>
      </dgm:t>
    </dgm:pt>
    <dgm:pt modelId="{54A924F0-0ACD-4575-B984-C92DD0130F11}" type="sibTrans" cxnId="{8EAD28E4-6E12-4ADC-AE2F-52A2CEEA1020}">
      <dgm:prSet/>
      <dgm:spPr/>
      <dgm:t>
        <a:bodyPr/>
        <a:lstStyle/>
        <a:p>
          <a:endParaRPr lang="en-US"/>
        </a:p>
      </dgm:t>
    </dgm:pt>
    <dgm:pt modelId="{52D2F33B-17F0-46B8-9ACA-09E2B1AF1EC3}" type="pres">
      <dgm:prSet presAssocID="{0C86EC04-E509-41C5-B8B2-05CE0B82B3D9}" presName="root" presStyleCnt="0">
        <dgm:presLayoutVars>
          <dgm:dir/>
          <dgm:resizeHandles val="exact"/>
        </dgm:presLayoutVars>
      </dgm:prSet>
      <dgm:spPr/>
    </dgm:pt>
    <dgm:pt modelId="{38992E95-3E1D-41BB-8F25-CF252D83995F}" type="pres">
      <dgm:prSet presAssocID="{9D38045F-9288-42A3-917F-FA652F2B4D12}" presName="compNode" presStyleCnt="0"/>
      <dgm:spPr/>
    </dgm:pt>
    <dgm:pt modelId="{CCB79326-4639-4A6D-895F-5B1FD2F82BF8}" type="pres">
      <dgm:prSet presAssocID="{9D38045F-9288-42A3-917F-FA652F2B4D12}" presName="iconRect" presStyleLbl="node1" presStyleIdx="0" presStyleCnt="2" custScaleY="102629" custLinFactNeighborX="26372" custLinFactNeighborY="-26083"/>
      <dgm:spPr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mage contour"/>
        </a:ext>
      </dgm:extLst>
    </dgm:pt>
    <dgm:pt modelId="{0F35DFC3-F865-493C-9E3E-3D8484C58A8F}" type="pres">
      <dgm:prSet presAssocID="{9D38045F-9288-42A3-917F-FA652F2B4D12}" presName="iconSpace" presStyleCnt="0"/>
      <dgm:spPr/>
    </dgm:pt>
    <dgm:pt modelId="{1526ED69-52E7-4203-AF0F-1595341779B8}" type="pres">
      <dgm:prSet presAssocID="{9D38045F-9288-42A3-917F-FA652F2B4D12}" presName="parTx" presStyleLbl="revTx" presStyleIdx="0" presStyleCnt="4" custLinFactNeighborX="-995" custLinFactNeighborY="-78329">
        <dgm:presLayoutVars>
          <dgm:chMax val="0"/>
          <dgm:chPref val="0"/>
        </dgm:presLayoutVars>
      </dgm:prSet>
      <dgm:spPr/>
    </dgm:pt>
    <dgm:pt modelId="{4C3F778B-8450-4DCD-B86D-D4A8221A13FB}" type="pres">
      <dgm:prSet presAssocID="{9D38045F-9288-42A3-917F-FA652F2B4D12}" presName="txSpace" presStyleCnt="0"/>
      <dgm:spPr/>
    </dgm:pt>
    <dgm:pt modelId="{4DF2D504-0DF9-44B6-9078-1D2711CBB013}" type="pres">
      <dgm:prSet presAssocID="{9D38045F-9288-42A3-917F-FA652F2B4D12}" presName="desTx" presStyleLbl="revTx" presStyleIdx="1" presStyleCnt="4" custLinFactY="-54600000" custLinFactNeighborX="-995" custLinFactNeighborY="-54652369">
        <dgm:presLayoutVars/>
      </dgm:prSet>
      <dgm:spPr/>
    </dgm:pt>
    <dgm:pt modelId="{FD8CF9C9-5766-4943-BEEC-42F284403DDA}" type="pres">
      <dgm:prSet presAssocID="{06AEBA92-3190-4356-B552-BC426EAF196E}" presName="sibTrans" presStyleCnt="0"/>
      <dgm:spPr/>
    </dgm:pt>
    <dgm:pt modelId="{AA9B7DE1-B714-4C84-BF2C-9CEAD55FCAD8}" type="pres">
      <dgm:prSet presAssocID="{D32D1E0D-A0BA-4202-9DF4-C6EB56380853}" presName="compNode" presStyleCnt="0"/>
      <dgm:spPr/>
    </dgm:pt>
    <dgm:pt modelId="{CE197E7E-2AA3-45EA-AEB0-5DFADEFB3424}" type="pres">
      <dgm:prSet presAssocID="{D32D1E0D-A0BA-4202-9DF4-C6EB56380853}" presName="iconRect" presStyleLbl="node1" presStyleIdx="1" presStyleCnt="2" custScaleX="47866" custScaleY="48770" custLinFactX="20969" custLinFactNeighborX="100000" custLinFactNeighborY="-39366"/>
      <dgm:spPr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 l="-2000" r="-2000"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upport sonore avec un remplissage uni"/>
        </a:ext>
      </dgm:extLst>
    </dgm:pt>
    <dgm:pt modelId="{769F6323-BB7C-4477-8369-94169B7B495F}" type="pres">
      <dgm:prSet presAssocID="{D32D1E0D-A0BA-4202-9DF4-C6EB56380853}" presName="iconSpace" presStyleCnt="0"/>
      <dgm:spPr/>
    </dgm:pt>
    <dgm:pt modelId="{6A3C8E60-AFCF-4597-BA88-A1682BFB8CB0}" type="pres">
      <dgm:prSet presAssocID="{D32D1E0D-A0BA-4202-9DF4-C6EB56380853}" presName="parTx" presStyleLbl="revTx" presStyleIdx="2" presStyleCnt="4">
        <dgm:presLayoutVars>
          <dgm:chMax val="0"/>
          <dgm:chPref val="0"/>
        </dgm:presLayoutVars>
      </dgm:prSet>
      <dgm:spPr/>
    </dgm:pt>
    <dgm:pt modelId="{210E8193-7DBB-4B33-8323-B557E46188B7}" type="pres">
      <dgm:prSet presAssocID="{D32D1E0D-A0BA-4202-9DF4-C6EB56380853}" presName="txSpace" presStyleCnt="0"/>
      <dgm:spPr/>
    </dgm:pt>
    <dgm:pt modelId="{059C7EA3-7CCC-412F-B3F0-3A0C520B37E6}" type="pres">
      <dgm:prSet presAssocID="{D32D1E0D-A0BA-4202-9DF4-C6EB56380853}" presName="desTx" presStyleLbl="revTx" presStyleIdx="3" presStyleCnt="4">
        <dgm:presLayoutVars/>
      </dgm:prSet>
      <dgm:spPr/>
    </dgm:pt>
  </dgm:ptLst>
  <dgm:cxnLst>
    <dgm:cxn modelId="{F3CD020A-DB0F-49D2-BEDB-2A3061045DEB}" srcId="{0C86EC04-E509-41C5-B8B2-05CE0B82B3D9}" destId="{9D38045F-9288-42A3-917F-FA652F2B4D12}" srcOrd="0" destOrd="0" parTransId="{EC6BAE35-AAF9-4E18-85F2-82F081E588D2}" sibTransId="{06AEBA92-3190-4356-B552-BC426EAF196E}"/>
    <dgm:cxn modelId="{0311B00F-4245-4E4D-8A75-C068F0DBD2BA}" type="presOf" srcId="{9D38045F-9288-42A3-917F-FA652F2B4D12}" destId="{1526ED69-52E7-4203-AF0F-1595341779B8}" srcOrd="0" destOrd="0" presId="urn:microsoft.com/office/officeart/2018/2/layout/IconLabelDescriptionList"/>
    <dgm:cxn modelId="{EA378F27-4F1A-445C-8F77-D9B8E1D06357}" srcId="{D32D1E0D-A0BA-4202-9DF4-C6EB56380853}" destId="{65B30D46-F709-4967-B225-EE270FFDEEAD}" srcOrd="1" destOrd="0" parTransId="{B76C6C78-9833-4EB8-8289-7F0538D3810D}" sibTransId="{129979BB-9078-41B6-A4D5-2ECA70C22696}"/>
    <dgm:cxn modelId="{424BE92B-2682-4773-9402-9AF3665C96F7}" srcId="{9D38045F-9288-42A3-917F-FA652F2B4D12}" destId="{D3C80141-1BC3-4046-96BF-D212459977A3}" srcOrd="2" destOrd="0" parTransId="{1C081ECA-7F3B-43E5-B0F7-06B895F245BE}" sibTransId="{D2CDD0E1-8A9B-4A82-BB27-1FCEF45EA409}"/>
    <dgm:cxn modelId="{D8C76265-8A0C-4D47-83CE-BADFEE3A803C}" type="presOf" srcId="{33BEFC75-36CE-44FF-AEBC-45216B1000A5}" destId="{059C7EA3-7CCC-412F-B3F0-3A0C520B37E6}" srcOrd="0" destOrd="2" presId="urn:microsoft.com/office/officeart/2018/2/layout/IconLabelDescriptionList"/>
    <dgm:cxn modelId="{03B65351-ADA2-481B-81EA-AFF7A1C0F0AE}" srcId="{9D38045F-9288-42A3-917F-FA652F2B4D12}" destId="{2F7CCFEF-6B2C-4E31-91C6-A2A7859ECB74}" srcOrd="0" destOrd="0" parTransId="{3696EAC3-D811-4787-A985-E2E0D59010D8}" sibTransId="{35736356-A47A-46B7-B78B-FFCB1220B5B5}"/>
    <dgm:cxn modelId="{9206DC78-FA10-4683-B5CC-BAF855401B55}" srcId="{9D38045F-9288-42A3-917F-FA652F2B4D12}" destId="{9BD09608-481C-46C7-A033-7444C0B16DE8}" srcOrd="1" destOrd="0" parTransId="{3EAE192C-A53A-4218-8367-2A566885C938}" sibTransId="{46EAC97E-3292-46C3-875B-980E050FCC04}"/>
    <dgm:cxn modelId="{690BD087-174D-4FCB-97DE-B18D08F7D7C8}" type="presOf" srcId="{C15B2ECA-D3E9-424C-AC75-2E675E1ED734}" destId="{059C7EA3-7CCC-412F-B3F0-3A0C520B37E6}" srcOrd="0" destOrd="0" presId="urn:microsoft.com/office/officeart/2018/2/layout/IconLabelDescriptionList"/>
    <dgm:cxn modelId="{5ED40E8F-D2C6-47FB-AB5A-B72C1A872F26}" srcId="{D32D1E0D-A0BA-4202-9DF4-C6EB56380853}" destId="{C15B2ECA-D3E9-424C-AC75-2E675E1ED734}" srcOrd="0" destOrd="0" parTransId="{77587FC7-CAC5-409C-9AB5-AE0F2D235F5C}" sibTransId="{159B1F80-472E-49EB-AFC3-2FAFF55EFEE3}"/>
    <dgm:cxn modelId="{01AE9398-F410-4524-B803-5CA3197813EC}" type="presOf" srcId="{D3C80141-1BC3-4046-96BF-D212459977A3}" destId="{4DF2D504-0DF9-44B6-9078-1D2711CBB013}" srcOrd="0" destOrd="2" presId="urn:microsoft.com/office/officeart/2018/2/layout/IconLabelDescriptionList"/>
    <dgm:cxn modelId="{0B53D6A9-B3D3-4672-928A-D042D7901A21}" type="presOf" srcId="{D32D1E0D-A0BA-4202-9DF4-C6EB56380853}" destId="{6A3C8E60-AFCF-4597-BA88-A1682BFB8CB0}" srcOrd="0" destOrd="0" presId="urn:microsoft.com/office/officeart/2018/2/layout/IconLabelDescriptionList"/>
    <dgm:cxn modelId="{EED50BAF-95F9-42CC-83FF-C87988323DB2}" type="presOf" srcId="{0C86EC04-E509-41C5-B8B2-05CE0B82B3D9}" destId="{52D2F33B-17F0-46B8-9ACA-09E2B1AF1EC3}" srcOrd="0" destOrd="0" presId="urn:microsoft.com/office/officeart/2018/2/layout/IconLabelDescriptionList"/>
    <dgm:cxn modelId="{1D967CB1-770B-4CBF-A8EE-E4F893A9D68B}" type="presOf" srcId="{2F7CCFEF-6B2C-4E31-91C6-A2A7859ECB74}" destId="{4DF2D504-0DF9-44B6-9078-1D2711CBB013}" srcOrd="0" destOrd="0" presId="urn:microsoft.com/office/officeart/2018/2/layout/IconLabelDescriptionList"/>
    <dgm:cxn modelId="{3601D0B1-7296-4CCA-8061-A48AE2250E58}" type="presOf" srcId="{9BD09608-481C-46C7-A033-7444C0B16DE8}" destId="{4DF2D504-0DF9-44B6-9078-1D2711CBB013}" srcOrd="0" destOrd="1" presId="urn:microsoft.com/office/officeart/2018/2/layout/IconLabelDescriptionList"/>
    <dgm:cxn modelId="{33908BD1-EC93-4756-891E-EA84368BF3CB}" type="presOf" srcId="{65B30D46-F709-4967-B225-EE270FFDEEAD}" destId="{059C7EA3-7CCC-412F-B3F0-3A0C520B37E6}" srcOrd="0" destOrd="1" presId="urn:microsoft.com/office/officeart/2018/2/layout/IconLabelDescriptionList"/>
    <dgm:cxn modelId="{8EAD28E4-6E12-4ADC-AE2F-52A2CEEA1020}" srcId="{D32D1E0D-A0BA-4202-9DF4-C6EB56380853}" destId="{33BEFC75-36CE-44FF-AEBC-45216B1000A5}" srcOrd="2" destOrd="0" parTransId="{04E0A404-2B02-4DF8-8FB5-6D81B9AAABD9}" sibTransId="{54A924F0-0ACD-4575-B984-C92DD0130F11}"/>
    <dgm:cxn modelId="{9D4525EB-C28F-49C1-8DCD-EB96B857E19D}" srcId="{0C86EC04-E509-41C5-B8B2-05CE0B82B3D9}" destId="{D32D1E0D-A0BA-4202-9DF4-C6EB56380853}" srcOrd="1" destOrd="0" parTransId="{423FD113-FD98-4B60-ADB0-7D97FA848867}" sibTransId="{12504A14-410F-45A9-8C0C-435B5F5B052F}"/>
    <dgm:cxn modelId="{7354B58B-C9A9-436C-AC8F-8E8AD3C1EB08}" type="presParOf" srcId="{52D2F33B-17F0-46B8-9ACA-09E2B1AF1EC3}" destId="{38992E95-3E1D-41BB-8F25-CF252D83995F}" srcOrd="0" destOrd="0" presId="urn:microsoft.com/office/officeart/2018/2/layout/IconLabelDescriptionList"/>
    <dgm:cxn modelId="{260AF4E6-228E-460D-83E4-5AB4232A5115}" type="presParOf" srcId="{38992E95-3E1D-41BB-8F25-CF252D83995F}" destId="{CCB79326-4639-4A6D-895F-5B1FD2F82BF8}" srcOrd="0" destOrd="0" presId="urn:microsoft.com/office/officeart/2018/2/layout/IconLabelDescriptionList"/>
    <dgm:cxn modelId="{C01EBEA7-12D8-4B60-8CB2-462C3A137A9D}" type="presParOf" srcId="{38992E95-3E1D-41BB-8F25-CF252D83995F}" destId="{0F35DFC3-F865-493C-9E3E-3D8484C58A8F}" srcOrd="1" destOrd="0" presId="urn:microsoft.com/office/officeart/2018/2/layout/IconLabelDescriptionList"/>
    <dgm:cxn modelId="{F6C0C990-1963-4BEA-A7B9-79A2BC7CF94A}" type="presParOf" srcId="{38992E95-3E1D-41BB-8F25-CF252D83995F}" destId="{1526ED69-52E7-4203-AF0F-1595341779B8}" srcOrd="2" destOrd="0" presId="urn:microsoft.com/office/officeart/2018/2/layout/IconLabelDescriptionList"/>
    <dgm:cxn modelId="{BB41BA26-41E3-4D56-A819-F8F423E25D3D}" type="presParOf" srcId="{38992E95-3E1D-41BB-8F25-CF252D83995F}" destId="{4C3F778B-8450-4DCD-B86D-D4A8221A13FB}" srcOrd="3" destOrd="0" presId="urn:microsoft.com/office/officeart/2018/2/layout/IconLabelDescriptionList"/>
    <dgm:cxn modelId="{C331B25B-59C9-49B0-9D1A-A829AD28662C}" type="presParOf" srcId="{38992E95-3E1D-41BB-8F25-CF252D83995F}" destId="{4DF2D504-0DF9-44B6-9078-1D2711CBB013}" srcOrd="4" destOrd="0" presId="urn:microsoft.com/office/officeart/2018/2/layout/IconLabelDescriptionList"/>
    <dgm:cxn modelId="{F0E750DD-DC9B-478C-936D-CD465AFC4994}" type="presParOf" srcId="{52D2F33B-17F0-46B8-9ACA-09E2B1AF1EC3}" destId="{FD8CF9C9-5766-4943-BEEC-42F284403DDA}" srcOrd="1" destOrd="0" presId="urn:microsoft.com/office/officeart/2018/2/layout/IconLabelDescriptionList"/>
    <dgm:cxn modelId="{189F3C43-DBE6-4000-8722-8ABE27FF62DC}" type="presParOf" srcId="{52D2F33B-17F0-46B8-9ACA-09E2B1AF1EC3}" destId="{AA9B7DE1-B714-4C84-BF2C-9CEAD55FCAD8}" srcOrd="2" destOrd="0" presId="urn:microsoft.com/office/officeart/2018/2/layout/IconLabelDescriptionList"/>
    <dgm:cxn modelId="{1E8D857D-5DDC-44EE-A891-92E50D5D55FD}" type="presParOf" srcId="{AA9B7DE1-B714-4C84-BF2C-9CEAD55FCAD8}" destId="{CE197E7E-2AA3-45EA-AEB0-5DFADEFB3424}" srcOrd="0" destOrd="0" presId="urn:microsoft.com/office/officeart/2018/2/layout/IconLabelDescriptionList"/>
    <dgm:cxn modelId="{B5930C7D-EC93-4BFC-9AC2-3B2780609D0F}" type="presParOf" srcId="{AA9B7DE1-B714-4C84-BF2C-9CEAD55FCAD8}" destId="{769F6323-BB7C-4477-8369-94169B7B495F}" srcOrd="1" destOrd="0" presId="urn:microsoft.com/office/officeart/2018/2/layout/IconLabelDescriptionList"/>
    <dgm:cxn modelId="{744D11DF-35C8-48C5-AFB0-409F722DB2D0}" type="presParOf" srcId="{AA9B7DE1-B714-4C84-BF2C-9CEAD55FCAD8}" destId="{6A3C8E60-AFCF-4597-BA88-A1682BFB8CB0}" srcOrd="2" destOrd="0" presId="urn:microsoft.com/office/officeart/2018/2/layout/IconLabelDescriptionList"/>
    <dgm:cxn modelId="{CEEDC4C8-5A76-408C-9154-194BCA3DE212}" type="presParOf" srcId="{AA9B7DE1-B714-4C84-BF2C-9CEAD55FCAD8}" destId="{210E8193-7DBB-4B33-8323-B557E46188B7}" srcOrd="3" destOrd="0" presId="urn:microsoft.com/office/officeart/2018/2/layout/IconLabelDescriptionList"/>
    <dgm:cxn modelId="{14D697EC-F12F-4BCA-A562-53705845B4B3}" type="presParOf" srcId="{AA9B7DE1-B714-4C84-BF2C-9CEAD55FCAD8}" destId="{059C7EA3-7CCC-412F-B3F0-3A0C520B37E6}" srcOrd="4" destOrd="0" presId="urn:microsoft.com/office/officeart/2018/2/layout/IconLabelDescriptionList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1018854C-3E88-40B4-A776-A2042AA90919}" type="doc">
      <dgm:prSet loTypeId="urn:microsoft.com/office/officeart/2005/8/layout/hierarchy1" loCatId="hierarchy" qsTypeId="urn:microsoft.com/office/officeart/2005/8/quickstyle/simple1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DA288DD0-BEF1-4027-9E6E-5C1CF3CA6BC4}">
      <dgm:prSet/>
      <dgm:spPr/>
      <dgm:t>
        <a:bodyPr/>
        <a:lstStyle/>
        <a:p>
          <a:r>
            <a:rPr lang="fr-FR"/>
            <a:t>Extractions de données </a:t>
          </a:r>
          <a:endParaRPr lang="en-US"/>
        </a:p>
      </dgm:t>
    </dgm:pt>
    <dgm:pt modelId="{434B8188-8EE1-4A2E-AFBA-B676D620AA4F}" type="parTrans" cxnId="{BBBE774C-9A33-4626-B212-D7B7A96633CA}">
      <dgm:prSet/>
      <dgm:spPr/>
      <dgm:t>
        <a:bodyPr/>
        <a:lstStyle/>
        <a:p>
          <a:endParaRPr lang="en-US"/>
        </a:p>
      </dgm:t>
    </dgm:pt>
    <dgm:pt modelId="{704E0615-45B1-4F51-94C8-04C673B01BFD}" type="sibTrans" cxnId="{BBBE774C-9A33-4626-B212-D7B7A96633CA}">
      <dgm:prSet/>
      <dgm:spPr/>
      <dgm:t>
        <a:bodyPr/>
        <a:lstStyle/>
        <a:p>
          <a:endParaRPr lang="en-US"/>
        </a:p>
      </dgm:t>
    </dgm:pt>
    <dgm:pt modelId="{48602B3A-5F65-442F-B104-47C8D8B67076}">
      <dgm:prSet/>
      <dgm:spPr/>
      <dgm:t>
        <a:bodyPr/>
        <a:lstStyle/>
        <a:p>
          <a:r>
            <a:rPr lang="fr-FR" dirty="0"/>
            <a:t>Restructurations des données </a:t>
          </a:r>
          <a:endParaRPr lang="en-US" dirty="0"/>
        </a:p>
      </dgm:t>
    </dgm:pt>
    <dgm:pt modelId="{B948D1FE-E955-4F61-AB06-720731485B66}" type="parTrans" cxnId="{F4E6A6CB-90BC-44FC-8ABF-C2AAA4E8DF4E}">
      <dgm:prSet/>
      <dgm:spPr/>
      <dgm:t>
        <a:bodyPr/>
        <a:lstStyle/>
        <a:p>
          <a:endParaRPr lang="en-US"/>
        </a:p>
      </dgm:t>
    </dgm:pt>
    <dgm:pt modelId="{27210073-E0C8-4C8D-8A0D-8F7EAED4F2A6}" type="sibTrans" cxnId="{F4E6A6CB-90BC-44FC-8ABF-C2AAA4E8DF4E}">
      <dgm:prSet/>
      <dgm:spPr/>
      <dgm:t>
        <a:bodyPr/>
        <a:lstStyle/>
        <a:p>
          <a:endParaRPr lang="en-US"/>
        </a:p>
      </dgm:t>
    </dgm:pt>
    <dgm:pt modelId="{667D0FC2-98BC-427D-BA76-EDF39191E7F1}">
      <dgm:prSet/>
      <dgm:spPr/>
      <dgm:t>
        <a:bodyPr/>
        <a:lstStyle/>
        <a:p>
          <a:r>
            <a:rPr lang="fr-FR" dirty="0"/>
            <a:t>Établissement de la chaîne de raisonnement </a:t>
          </a:r>
          <a:endParaRPr lang="en-US" dirty="0"/>
        </a:p>
      </dgm:t>
    </dgm:pt>
    <dgm:pt modelId="{DC406671-DB2D-406A-BB28-E3BFF8562D4A}" type="parTrans" cxnId="{7D7EF230-DDA5-4BB1-9D28-A5C04F8BF11C}">
      <dgm:prSet/>
      <dgm:spPr/>
      <dgm:t>
        <a:bodyPr/>
        <a:lstStyle/>
        <a:p>
          <a:endParaRPr lang="en-US"/>
        </a:p>
      </dgm:t>
    </dgm:pt>
    <dgm:pt modelId="{156B4061-4D33-42A0-8BE6-D7785092F901}" type="sibTrans" cxnId="{7D7EF230-DDA5-4BB1-9D28-A5C04F8BF11C}">
      <dgm:prSet/>
      <dgm:spPr/>
      <dgm:t>
        <a:bodyPr/>
        <a:lstStyle/>
        <a:p>
          <a:endParaRPr lang="en-US"/>
        </a:p>
      </dgm:t>
    </dgm:pt>
    <dgm:pt modelId="{58FECFFA-475C-4B6E-B965-B1571370E908}" type="pres">
      <dgm:prSet presAssocID="{1018854C-3E88-40B4-A776-A2042AA90919}" presName="hierChild1" presStyleCnt="0">
        <dgm:presLayoutVars>
          <dgm:chPref val="1"/>
          <dgm:dir/>
          <dgm:animOne val="branch"/>
          <dgm:animLvl val="lvl"/>
          <dgm:resizeHandles/>
        </dgm:presLayoutVars>
      </dgm:prSet>
      <dgm:spPr/>
    </dgm:pt>
    <dgm:pt modelId="{4DB5C690-9793-47E2-8467-A1DF0029E3ED}" type="pres">
      <dgm:prSet presAssocID="{DA288DD0-BEF1-4027-9E6E-5C1CF3CA6BC4}" presName="hierRoot1" presStyleCnt="0"/>
      <dgm:spPr/>
    </dgm:pt>
    <dgm:pt modelId="{BBAA8A4F-87B9-4E20-967A-45706DA63BAA}" type="pres">
      <dgm:prSet presAssocID="{DA288DD0-BEF1-4027-9E6E-5C1CF3CA6BC4}" presName="composite" presStyleCnt="0"/>
      <dgm:spPr/>
    </dgm:pt>
    <dgm:pt modelId="{BADD0381-16A5-4FE3-8723-A5D261F534F4}" type="pres">
      <dgm:prSet presAssocID="{DA288DD0-BEF1-4027-9E6E-5C1CF3CA6BC4}" presName="background" presStyleLbl="node0" presStyleIdx="0" presStyleCnt="3"/>
      <dgm:spPr/>
    </dgm:pt>
    <dgm:pt modelId="{836D30DB-637F-42F2-99C8-A2F205193E04}" type="pres">
      <dgm:prSet presAssocID="{DA288DD0-BEF1-4027-9E6E-5C1CF3CA6BC4}" presName="text" presStyleLbl="fgAcc0" presStyleIdx="0" presStyleCnt="3">
        <dgm:presLayoutVars>
          <dgm:chPref val="3"/>
        </dgm:presLayoutVars>
      </dgm:prSet>
      <dgm:spPr/>
    </dgm:pt>
    <dgm:pt modelId="{263A66DD-38D5-4C00-900B-210AABF5857D}" type="pres">
      <dgm:prSet presAssocID="{DA288DD0-BEF1-4027-9E6E-5C1CF3CA6BC4}" presName="hierChild2" presStyleCnt="0"/>
      <dgm:spPr/>
    </dgm:pt>
    <dgm:pt modelId="{CBF27A16-80E7-4846-9491-5CE96534F04D}" type="pres">
      <dgm:prSet presAssocID="{48602B3A-5F65-442F-B104-47C8D8B67076}" presName="hierRoot1" presStyleCnt="0"/>
      <dgm:spPr/>
    </dgm:pt>
    <dgm:pt modelId="{BD4B5A8D-84F4-41F2-BA5A-825BA4B0C562}" type="pres">
      <dgm:prSet presAssocID="{48602B3A-5F65-442F-B104-47C8D8B67076}" presName="composite" presStyleCnt="0"/>
      <dgm:spPr/>
    </dgm:pt>
    <dgm:pt modelId="{3451EA13-FADD-45B0-9717-E7219B97F34F}" type="pres">
      <dgm:prSet presAssocID="{48602B3A-5F65-442F-B104-47C8D8B67076}" presName="background" presStyleLbl="node0" presStyleIdx="1" presStyleCnt="3"/>
      <dgm:spPr/>
    </dgm:pt>
    <dgm:pt modelId="{4F86D00F-1D8E-4959-8CCF-C57E56590FCE}" type="pres">
      <dgm:prSet presAssocID="{48602B3A-5F65-442F-B104-47C8D8B67076}" presName="text" presStyleLbl="fgAcc0" presStyleIdx="1" presStyleCnt="3">
        <dgm:presLayoutVars>
          <dgm:chPref val="3"/>
        </dgm:presLayoutVars>
      </dgm:prSet>
      <dgm:spPr/>
    </dgm:pt>
    <dgm:pt modelId="{CF7A4CBC-7276-4561-AAC3-7BBA5B798EBA}" type="pres">
      <dgm:prSet presAssocID="{48602B3A-5F65-442F-B104-47C8D8B67076}" presName="hierChild2" presStyleCnt="0"/>
      <dgm:spPr/>
    </dgm:pt>
    <dgm:pt modelId="{4006B4E6-A6BD-4594-B783-FB2671D475A5}" type="pres">
      <dgm:prSet presAssocID="{667D0FC2-98BC-427D-BA76-EDF39191E7F1}" presName="hierRoot1" presStyleCnt="0"/>
      <dgm:spPr/>
    </dgm:pt>
    <dgm:pt modelId="{62EB8AD5-5241-439A-AFB0-8BA3914BA0C4}" type="pres">
      <dgm:prSet presAssocID="{667D0FC2-98BC-427D-BA76-EDF39191E7F1}" presName="composite" presStyleCnt="0"/>
      <dgm:spPr/>
    </dgm:pt>
    <dgm:pt modelId="{BF83E076-B4AC-4B75-A7A5-2A209E2BCD8A}" type="pres">
      <dgm:prSet presAssocID="{667D0FC2-98BC-427D-BA76-EDF39191E7F1}" presName="background" presStyleLbl="node0" presStyleIdx="2" presStyleCnt="3"/>
      <dgm:spPr/>
    </dgm:pt>
    <dgm:pt modelId="{470466D8-A803-4DE0-AC48-9A25A799196D}" type="pres">
      <dgm:prSet presAssocID="{667D0FC2-98BC-427D-BA76-EDF39191E7F1}" presName="text" presStyleLbl="fgAcc0" presStyleIdx="2" presStyleCnt="3">
        <dgm:presLayoutVars>
          <dgm:chPref val="3"/>
        </dgm:presLayoutVars>
      </dgm:prSet>
      <dgm:spPr/>
    </dgm:pt>
    <dgm:pt modelId="{18F38F0D-0F7C-4CE5-A52E-A1B38BCBE939}" type="pres">
      <dgm:prSet presAssocID="{667D0FC2-98BC-427D-BA76-EDF39191E7F1}" presName="hierChild2" presStyleCnt="0"/>
      <dgm:spPr/>
    </dgm:pt>
  </dgm:ptLst>
  <dgm:cxnLst>
    <dgm:cxn modelId="{550E2002-AF4B-45DE-99DD-4FE36D7F690A}" type="presOf" srcId="{667D0FC2-98BC-427D-BA76-EDF39191E7F1}" destId="{470466D8-A803-4DE0-AC48-9A25A799196D}" srcOrd="0" destOrd="0" presId="urn:microsoft.com/office/officeart/2005/8/layout/hierarchy1"/>
    <dgm:cxn modelId="{3A2E280D-A843-4732-989D-272E80783BED}" type="presOf" srcId="{48602B3A-5F65-442F-B104-47C8D8B67076}" destId="{4F86D00F-1D8E-4959-8CCF-C57E56590FCE}" srcOrd="0" destOrd="0" presId="urn:microsoft.com/office/officeart/2005/8/layout/hierarchy1"/>
    <dgm:cxn modelId="{D9EE9B26-7D22-44E8-A3C0-1FAE5CD3EC82}" type="presOf" srcId="{1018854C-3E88-40B4-A776-A2042AA90919}" destId="{58FECFFA-475C-4B6E-B965-B1571370E908}" srcOrd="0" destOrd="0" presId="urn:microsoft.com/office/officeart/2005/8/layout/hierarchy1"/>
    <dgm:cxn modelId="{7D7EF230-DDA5-4BB1-9D28-A5C04F8BF11C}" srcId="{1018854C-3E88-40B4-A776-A2042AA90919}" destId="{667D0FC2-98BC-427D-BA76-EDF39191E7F1}" srcOrd="2" destOrd="0" parTransId="{DC406671-DB2D-406A-BB28-E3BFF8562D4A}" sibTransId="{156B4061-4D33-42A0-8BE6-D7785092F901}"/>
    <dgm:cxn modelId="{BBBE774C-9A33-4626-B212-D7B7A96633CA}" srcId="{1018854C-3E88-40B4-A776-A2042AA90919}" destId="{DA288DD0-BEF1-4027-9E6E-5C1CF3CA6BC4}" srcOrd="0" destOrd="0" parTransId="{434B8188-8EE1-4A2E-AFBA-B676D620AA4F}" sibTransId="{704E0615-45B1-4F51-94C8-04C673B01BFD}"/>
    <dgm:cxn modelId="{8054367F-2C62-44BA-9491-D82A4CC00191}" type="presOf" srcId="{DA288DD0-BEF1-4027-9E6E-5C1CF3CA6BC4}" destId="{836D30DB-637F-42F2-99C8-A2F205193E04}" srcOrd="0" destOrd="0" presId="urn:microsoft.com/office/officeart/2005/8/layout/hierarchy1"/>
    <dgm:cxn modelId="{F4E6A6CB-90BC-44FC-8ABF-C2AAA4E8DF4E}" srcId="{1018854C-3E88-40B4-A776-A2042AA90919}" destId="{48602B3A-5F65-442F-B104-47C8D8B67076}" srcOrd="1" destOrd="0" parTransId="{B948D1FE-E955-4F61-AB06-720731485B66}" sibTransId="{27210073-E0C8-4C8D-8A0D-8F7EAED4F2A6}"/>
    <dgm:cxn modelId="{30BFE5ED-314A-4365-9698-BC82EDB3B770}" type="presParOf" srcId="{58FECFFA-475C-4B6E-B965-B1571370E908}" destId="{4DB5C690-9793-47E2-8467-A1DF0029E3ED}" srcOrd="0" destOrd="0" presId="urn:microsoft.com/office/officeart/2005/8/layout/hierarchy1"/>
    <dgm:cxn modelId="{500D0FAF-1588-401D-93B1-59975CBBCEB2}" type="presParOf" srcId="{4DB5C690-9793-47E2-8467-A1DF0029E3ED}" destId="{BBAA8A4F-87B9-4E20-967A-45706DA63BAA}" srcOrd="0" destOrd="0" presId="urn:microsoft.com/office/officeart/2005/8/layout/hierarchy1"/>
    <dgm:cxn modelId="{079B2D22-7AC2-425A-A5EC-304CAFBF6BCA}" type="presParOf" srcId="{BBAA8A4F-87B9-4E20-967A-45706DA63BAA}" destId="{BADD0381-16A5-4FE3-8723-A5D261F534F4}" srcOrd="0" destOrd="0" presId="urn:microsoft.com/office/officeart/2005/8/layout/hierarchy1"/>
    <dgm:cxn modelId="{C0AF09C3-C2AA-4492-98A8-F2DE384424ED}" type="presParOf" srcId="{BBAA8A4F-87B9-4E20-967A-45706DA63BAA}" destId="{836D30DB-637F-42F2-99C8-A2F205193E04}" srcOrd="1" destOrd="0" presId="urn:microsoft.com/office/officeart/2005/8/layout/hierarchy1"/>
    <dgm:cxn modelId="{FA50479C-FD0B-4A69-A865-9646F1E09629}" type="presParOf" srcId="{4DB5C690-9793-47E2-8467-A1DF0029E3ED}" destId="{263A66DD-38D5-4C00-900B-210AABF5857D}" srcOrd="1" destOrd="0" presId="urn:microsoft.com/office/officeart/2005/8/layout/hierarchy1"/>
    <dgm:cxn modelId="{F2290EA1-5032-4EDF-B3EE-E0C21FCE47D9}" type="presParOf" srcId="{58FECFFA-475C-4B6E-B965-B1571370E908}" destId="{CBF27A16-80E7-4846-9491-5CE96534F04D}" srcOrd="1" destOrd="0" presId="urn:microsoft.com/office/officeart/2005/8/layout/hierarchy1"/>
    <dgm:cxn modelId="{92DE5E13-386A-440F-9B13-92714BBF3F8F}" type="presParOf" srcId="{CBF27A16-80E7-4846-9491-5CE96534F04D}" destId="{BD4B5A8D-84F4-41F2-BA5A-825BA4B0C562}" srcOrd="0" destOrd="0" presId="urn:microsoft.com/office/officeart/2005/8/layout/hierarchy1"/>
    <dgm:cxn modelId="{78B99406-4465-4820-96F0-7D49783FDD80}" type="presParOf" srcId="{BD4B5A8D-84F4-41F2-BA5A-825BA4B0C562}" destId="{3451EA13-FADD-45B0-9717-E7219B97F34F}" srcOrd="0" destOrd="0" presId="urn:microsoft.com/office/officeart/2005/8/layout/hierarchy1"/>
    <dgm:cxn modelId="{BBA8BEDE-7499-49D3-A1EF-790ECB7AD46D}" type="presParOf" srcId="{BD4B5A8D-84F4-41F2-BA5A-825BA4B0C562}" destId="{4F86D00F-1D8E-4959-8CCF-C57E56590FCE}" srcOrd="1" destOrd="0" presId="urn:microsoft.com/office/officeart/2005/8/layout/hierarchy1"/>
    <dgm:cxn modelId="{2397FF86-5061-4F32-8D1E-0B376C6CD137}" type="presParOf" srcId="{CBF27A16-80E7-4846-9491-5CE96534F04D}" destId="{CF7A4CBC-7276-4561-AAC3-7BBA5B798EBA}" srcOrd="1" destOrd="0" presId="urn:microsoft.com/office/officeart/2005/8/layout/hierarchy1"/>
    <dgm:cxn modelId="{A1DDCA42-EB26-4911-B8D1-64051AC8BD48}" type="presParOf" srcId="{58FECFFA-475C-4B6E-B965-B1571370E908}" destId="{4006B4E6-A6BD-4594-B783-FB2671D475A5}" srcOrd="2" destOrd="0" presId="urn:microsoft.com/office/officeart/2005/8/layout/hierarchy1"/>
    <dgm:cxn modelId="{701CE1BF-6621-41C4-BD97-59CF04A9491A}" type="presParOf" srcId="{4006B4E6-A6BD-4594-B783-FB2671D475A5}" destId="{62EB8AD5-5241-439A-AFB0-8BA3914BA0C4}" srcOrd="0" destOrd="0" presId="urn:microsoft.com/office/officeart/2005/8/layout/hierarchy1"/>
    <dgm:cxn modelId="{66F11DDF-BB67-4BB3-86C8-21C043808067}" type="presParOf" srcId="{62EB8AD5-5241-439A-AFB0-8BA3914BA0C4}" destId="{BF83E076-B4AC-4B75-A7A5-2A209E2BCD8A}" srcOrd="0" destOrd="0" presId="urn:microsoft.com/office/officeart/2005/8/layout/hierarchy1"/>
    <dgm:cxn modelId="{7CFA4D90-5BD2-4510-AA2A-63ADF3C141A1}" type="presParOf" srcId="{62EB8AD5-5241-439A-AFB0-8BA3914BA0C4}" destId="{470466D8-A803-4DE0-AC48-9A25A799196D}" srcOrd="1" destOrd="0" presId="urn:microsoft.com/office/officeart/2005/8/layout/hierarchy1"/>
    <dgm:cxn modelId="{E7FCA559-46FD-4FE9-B090-ED182AF5B566}" type="presParOf" srcId="{4006B4E6-A6BD-4594-B783-FB2671D475A5}" destId="{18F38F0D-0F7C-4CE5-A52E-A1B38BCBE939}" srcOrd="1" destOrd="0" presId="urn:microsoft.com/office/officeart/2005/8/layout/hierarchy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D86E23C-35BD-4559-A9CC-54AD63F3ED34}" type="doc">
      <dgm:prSet loTypeId="urn:microsoft.com/office/officeart/2005/8/layout/vList5" loCatId="list" qsTypeId="urn:microsoft.com/office/officeart/2005/8/quickstyle/simple2" qsCatId="simple" csTypeId="urn:microsoft.com/office/officeart/2005/8/colors/accent0_3" csCatId="mainScheme" phldr="1"/>
      <dgm:spPr/>
      <dgm:t>
        <a:bodyPr/>
        <a:lstStyle/>
        <a:p>
          <a:endParaRPr lang="en-US"/>
        </a:p>
      </dgm:t>
    </dgm:pt>
    <dgm:pt modelId="{FF5F07E6-1498-44AA-887A-511A916C8DF7}">
      <dgm:prSet/>
      <dgm:spPr/>
      <dgm:t>
        <a:bodyPr/>
        <a:lstStyle/>
        <a:p>
          <a:r>
            <a:rPr lang="fr-FR"/>
            <a:t>Documents divers des projets </a:t>
          </a:r>
          <a:endParaRPr lang="en-US"/>
        </a:p>
      </dgm:t>
    </dgm:pt>
    <dgm:pt modelId="{D8EE9299-4190-465C-B00C-863F67191BA2}" type="parTrans" cxnId="{7EC5F039-1DA3-4931-B840-CB01957EDF5B}">
      <dgm:prSet/>
      <dgm:spPr/>
      <dgm:t>
        <a:bodyPr/>
        <a:lstStyle/>
        <a:p>
          <a:endParaRPr lang="en-US"/>
        </a:p>
      </dgm:t>
    </dgm:pt>
    <dgm:pt modelId="{B9796B94-7AC7-461A-8293-8E5E4116D21C}" type="sibTrans" cxnId="{7EC5F039-1DA3-4931-B840-CB01957EDF5B}">
      <dgm:prSet/>
      <dgm:spPr/>
      <dgm:t>
        <a:bodyPr/>
        <a:lstStyle/>
        <a:p>
          <a:endParaRPr lang="en-US"/>
        </a:p>
      </dgm:t>
    </dgm:pt>
    <dgm:pt modelId="{D2C4C7C7-7EE5-4938-B925-04141FDDC62F}">
      <dgm:prSet/>
      <dgm:spPr/>
      <dgm:t>
        <a:bodyPr/>
        <a:lstStyle/>
        <a:p>
          <a:r>
            <a:rPr lang="fr-FR" dirty="0"/>
            <a:t>PDF -  Plans 2D</a:t>
          </a:r>
          <a:endParaRPr lang="en-US" dirty="0"/>
        </a:p>
      </dgm:t>
    </dgm:pt>
    <dgm:pt modelId="{A60B032A-673B-497E-B5FB-CF48CE0610A3}" type="parTrans" cxnId="{DC2F2C1F-933B-465F-A4C6-1D93852EB279}">
      <dgm:prSet/>
      <dgm:spPr/>
      <dgm:t>
        <a:bodyPr/>
        <a:lstStyle/>
        <a:p>
          <a:endParaRPr lang="en-US"/>
        </a:p>
      </dgm:t>
    </dgm:pt>
    <dgm:pt modelId="{5CAC247A-1988-4B2E-90A7-648A3C1490D8}" type="sibTrans" cxnId="{DC2F2C1F-933B-465F-A4C6-1D93852EB279}">
      <dgm:prSet/>
      <dgm:spPr/>
      <dgm:t>
        <a:bodyPr/>
        <a:lstStyle/>
        <a:p>
          <a:endParaRPr lang="en-US"/>
        </a:p>
      </dgm:t>
    </dgm:pt>
    <dgm:pt modelId="{59958B14-9CE5-4DF6-BEC4-D45504F83EB9}">
      <dgm:prSet/>
      <dgm:spPr/>
      <dgm:t>
        <a:bodyPr/>
        <a:lstStyle/>
        <a:p>
          <a:r>
            <a:rPr lang="fr-FR"/>
            <a:t>Word - </a:t>
          </a:r>
          <a:r>
            <a:rPr lang="es-AR"/>
            <a:t>textes descriptifs, spécifications techniques</a:t>
          </a:r>
          <a:endParaRPr lang="en-US"/>
        </a:p>
      </dgm:t>
    </dgm:pt>
    <dgm:pt modelId="{01F14216-A2D3-4767-86E7-3C4CB6CE369F}" type="parTrans" cxnId="{D96C2CA0-9EBA-4E0F-85D6-F565A5451236}">
      <dgm:prSet/>
      <dgm:spPr/>
      <dgm:t>
        <a:bodyPr/>
        <a:lstStyle/>
        <a:p>
          <a:endParaRPr lang="en-US"/>
        </a:p>
      </dgm:t>
    </dgm:pt>
    <dgm:pt modelId="{4A04B8F5-93BF-4761-975F-FD6135C251E3}" type="sibTrans" cxnId="{D96C2CA0-9EBA-4E0F-85D6-F565A5451236}">
      <dgm:prSet/>
      <dgm:spPr/>
      <dgm:t>
        <a:bodyPr/>
        <a:lstStyle/>
        <a:p>
          <a:endParaRPr lang="en-US"/>
        </a:p>
      </dgm:t>
    </dgm:pt>
    <dgm:pt modelId="{8C6BD790-5D04-4145-A5BC-91BBB23282D9}">
      <dgm:prSet/>
      <dgm:spPr/>
      <dgm:t>
        <a:bodyPr/>
        <a:lstStyle/>
        <a:p>
          <a:r>
            <a:rPr lang="fr-FR"/>
            <a:t>Excel - tableaux de mesures, quantités, unités, coefficients</a:t>
          </a:r>
          <a:endParaRPr lang="en-US"/>
        </a:p>
      </dgm:t>
    </dgm:pt>
    <dgm:pt modelId="{75756580-74F5-4626-8813-E16C529FBBCC}" type="parTrans" cxnId="{C28DE2E0-C362-4E7F-AD07-FFC9A82C90DC}">
      <dgm:prSet/>
      <dgm:spPr/>
      <dgm:t>
        <a:bodyPr/>
        <a:lstStyle/>
        <a:p>
          <a:endParaRPr lang="en-US"/>
        </a:p>
      </dgm:t>
    </dgm:pt>
    <dgm:pt modelId="{A36FBFE3-6D9F-43D2-9354-5189DEF19947}" type="sibTrans" cxnId="{C28DE2E0-C362-4E7F-AD07-FFC9A82C90DC}">
      <dgm:prSet/>
      <dgm:spPr/>
      <dgm:t>
        <a:bodyPr/>
        <a:lstStyle/>
        <a:p>
          <a:endParaRPr lang="en-US"/>
        </a:p>
      </dgm:t>
    </dgm:pt>
    <dgm:pt modelId="{95AA5AF2-13A0-4644-82B1-ACD28F3BB534}">
      <dgm:prSet/>
      <dgm:spPr/>
      <dgm:t>
        <a:bodyPr/>
        <a:lstStyle/>
        <a:p>
          <a:r>
            <a:rPr lang="fr-FR"/>
            <a:t>Méthode d’extractions des données </a:t>
          </a:r>
          <a:endParaRPr lang="en-US"/>
        </a:p>
      </dgm:t>
    </dgm:pt>
    <dgm:pt modelId="{4E63265C-A5EB-42DB-BBB6-CB37157C8695}" type="parTrans" cxnId="{DA35EFF1-E83E-435C-A1F2-1BD7EBAE0531}">
      <dgm:prSet/>
      <dgm:spPr/>
      <dgm:t>
        <a:bodyPr/>
        <a:lstStyle/>
        <a:p>
          <a:endParaRPr lang="en-US"/>
        </a:p>
      </dgm:t>
    </dgm:pt>
    <dgm:pt modelId="{20C00327-0A00-48B0-BE1D-882CF1952614}" type="sibTrans" cxnId="{DA35EFF1-E83E-435C-A1F2-1BD7EBAE0531}">
      <dgm:prSet/>
      <dgm:spPr/>
      <dgm:t>
        <a:bodyPr/>
        <a:lstStyle/>
        <a:p>
          <a:endParaRPr lang="en-US"/>
        </a:p>
      </dgm:t>
    </dgm:pt>
    <dgm:pt modelId="{B14CE6D2-FD4D-417D-8431-7E07823E7FFA}">
      <dgm:prSet/>
      <dgm:spPr/>
      <dgm:t>
        <a:bodyPr/>
        <a:lstStyle/>
        <a:p>
          <a:r>
            <a:rPr lang="fr-FR" dirty="0"/>
            <a:t>Segmentations des données </a:t>
          </a:r>
          <a:endParaRPr lang="en-US" dirty="0"/>
        </a:p>
      </dgm:t>
    </dgm:pt>
    <dgm:pt modelId="{77BB5DDE-FA63-4A67-B114-6329939075DC}" type="parTrans" cxnId="{4E435CC8-F231-423F-9719-F26426B82269}">
      <dgm:prSet/>
      <dgm:spPr/>
      <dgm:t>
        <a:bodyPr/>
        <a:lstStyle/>
        <a:p>
          <a:endParaRPr lang="en-US"/>
        </a:p>
      </dgm:t>
    </dgm:pt>
    <dgm:pt modelId="{9CB7CB13-8029-4277-9CA2-7E0834A3678E}" type="sibTrans" cxnId="{4E435CC8-F231-423F-9719-F26426B82269}">
      <dgm:prSet/>
      <dgm:spPr/>
      <dgm:t>
        <a:bodyPr/>
        <a:lstStyle/>
        <a:p>
          <a:endParaRPr lang="en-US"/>
        </a:p>
      </dgm:t>
    </dgm:pt>
    <dgm:pt modelId="{241EB2BC-67B1-4D8E-B409-2AE6BF6627DF}">
      <dgm:prSet/>
      <dgm:spPr/>
      <dgm:t>
        <a:bodyPr/>
        <a:lstStyle/>
        <a:p>
          <a:r>
            <a:rPr lang="en-US" dirty="0"/>
            <a:t>“OCR Technologies” </a:t>
          </a:r>
        </a:p>
      </dgm:t>
    </dgm:pt>
    <dgm:pt modelId="{85900101-7E3A-4370-964F-E4D2690E8FCD}" type="parTrans" cxnId="{6149EEC1-AF84-49E2-BAE3-6F783C02EA57}">
      <dgm:prSet/>
      <dgm:spPr/>
      <dgm:t>
        <a:bodyPr/>
        <a:lstStyle/>
        <a:p>
          <a:endParaRPr lang="en-US"/>
        </a:p>
      </dgm:t>
    </dgm:pt>
    <dgm:pt modelId="{82740E68-C90A-489B-89FE-079E1081A9B0}" type="sibTrans" cxnId="{6149EEC1-AF84-49E2-BAE3-6F783C02EA57}">
      <dgm:prSet/>
      <dgm:spPr/>
      <dgm:t>
        <a:bodyPr/>
        <a:lstStyle/>
        <a:p>
          <a:endParaRPr lang="en-US"/>
        </a:p>
      </dgm:t>
    </dgm:pt>
    <dgm:pt modelId="{62DDA30E-08AD-40F7-9E50-FBF5B8E3F93A}">
      <dgm:prSet/>
      <dgm:spPr/>
      <dgm:t>
        <a:bodyPr/>
        <a:lstStyle/>
        <a:p>
          <a:r>
            <a:rPr lang="fr-FR"/>
            <a:t>Corrections des textes par LLM – GPT-4o</a:t>
          </a:r>
          <a:endParaRPr lang="en-US"/>
        </a:p>
      </dgm:t>
    </dgm:pt>
    <dgm:pt modelId="{98159939-AB2C-4AEB-86A6-A5E2C5C81E72}" type="parTrans" cxnId="{D744280D-0B51-4100-B218-C50AF0400A3F}">
      <dgm:prSet/>
      <dgm:spPr/>
      <dgm:t>
        <a:bodyPr/>
        <a:lstStyle/>
        <a:p>
          <a:endParaRPr lang="en-US"/>
        </a:p>
      </dgm:t>
    </dgm:pt>
    <dgm:pt modelId="{0033B115-3F72-4417-A83C-42C5EB2ED754}" type="sibTrans" cxnId="{D744280D-0B51-4100-B218-C50AF0400A3F}">
      <dgm:prSet/>
      <dgm:spPr/>
      <dgm:t>
        <a:bodyPr/>
        <a:lstStyle/>
        <a:p>
          <a:endParaRPr lang="en-US"/>
        </a:p>
      </dgm:t>
    </dgm:pt>
    <dgm:pt modelId="{D9097034-F595-4F06-9A99-0332F65F84A5}" type="pres">
      <dgm:prSet presAssocID="{0D86E23C-35BD-4559-A9CC-54AD63F3ED34}" presName="Name0" presStyleCnt="0">
        <dgm:presLayoutVars>
          <dgm:dir/>
          <dgm:animLvl val="lvl"/>
          <dgm:resizeHandles val="exact"/>
        </dgm:presLayoutVars>
      </dgm:prSet>
      <dgm:spPr/>
    </dgm:pt>
    <dgm:pt modelId="{F9370E6F-1847-46EF-BB7E-908F4A4F0727}" type="pres">
      <dgm:prSet presAssocID="{FF5F07E6-1498-44AA-887A-511A916C8DF7}" presName="linNode" presStyleCnt="0"/>
      <dgm:spPr/>
    </dgm:pt>
    <dgm:pt modelId="{7AD33EF2-8A83-47F2-8AC0-E703ECCCB907}" type="pres">
      <dgm:prSet presAssocID="{FF5F07E6-1498-44AA-887A-511A916C8DF7}" presName="parentText" presStyleLbl="node1" presStyleIdx="0" presStyleCnt="2">
        <dgm:presLayoutVars>
          <dgm:chMax val="1"/>
          <dgm:bulletEnabled val="1"/>
        </dgm:presLayoutVars>
      </dgm:prSet>
      <dgm:spPr/>
    </dgm:pt>
    <dgm:pt modelId="{3005BBF7-4204-462E-BE84-29194428A1A6}" type="pres">
      <dgm:prSet presAssocID="{FF5F07E6-1498-44AA-887A-511A916C8DF7}" presName="descendantText" presStyleLbl="alignAccFollowNode1" presStyleIdx="0" presStyleCnt="2">
        <dgm:presLayoutVars>
          <dgm:bulletEnabled val="1"/>
        </dgm:presLayoutVars>
      </dgm:prSet>
      <dgm:spPr/>
    </dgm:pt>
    <dgm:pt modelId="{E90007E9-3DA9-4A1B-A481-7127E47BCC42}" type="pres">
      <dgm:prSet presAssocID="{B9796B94-7AC7-461A-8293-8E5E4116D21C}" presName="sp" presStyleCnt="0"/>
      <dgm:spPr/>
    </dgm:pt>
    <dgm:pt modelId="{27C9F7DC-97DB-4A97-BB23-F7113E87D621}" type="pres">
      <dgm:prSet presAssocID="{95AA5AF2-13A0-4644-82B1-ACD28F3BB534}" presName="linNode" presStyleCnt="0"/>
      <dgm:spPr/>
    </dgm:pt>
    <dgm:pt modelId="{125487C1-8887-4299-BA64-E0AD2E0B176A}" type="pres">
      <dgm:prSet presAssocID="{95AA5AF2-13A0-4644-82B1-ACD28F3BB534}" presName="parentText" presStyleLbl="node1" presStyleIdx="1" presStyleCnt="2">
        <dgm:presLayoutVars>
          <dgm:chMax val="1"/>
          <dgm:bulletEnabled val="1"/>
        </dgm:presLayoutVars>
      </dgm:prSet>
      <dgm:spPr/>
    </dgm:pt>
    <dgm:pt modelId="{BE7CD88D-6143-46A4-978D-7A6A7783D72A}" type="pres">
      <dgm:prSet presAssocID="{95AA5AF2-13A0-4644-82B1-ACD28F3BB534}" presName="descendantText" presStyleLbl="alignAccFollowNode1" presStyleIdx="1" presStyleCnt="2">
        <dgm:presLayoutVars>
          <dgm:bulletEnabled val="1"/>
        </dgm:presLayoutVars>
      </dgm:prSet>
      <dgm:spPr/>
    </dgm:pt>
  </dgm:ptLst>
  <dgm:cxnLst>
    <dgm:cxn modelId="{9D94F606-338D-453B-B00C-31A1043CEFA3}" type="presOf" srcId="{62DDA30E-08AD-40F7-9E50-FBF5B8E3F93A}" destId="{BE7CD88D-6143-46A4-978D-7A6A7783D72A}" srcOrd="0" destOrd="2" presId="urn:microsoft.com/office/officeart/2005/8/layout/vList5"/>
    <dgm:cxn modelId="{6EDE3807-02F5-4F36-AC07-A31D957D9956}" type="presOf" srcId="{8C6BD790-5D04-4145-A5BC-91BBB23282D9}" destId="{3005BBF7-4204-462E-BE84-29194428A1A6}" srcOrd="0" destOrd="2" presId="urn:microsoft.com/office/officeart/2005/8/layout/vList5"/>
    <dgm:cxn modelId="{D744280D-0B51-4100-B218-C50AF0400A3F}" srcId="{95AA5AF2-13A0-4644-82B1-ACD28F3BB534}" destId="{62DDA30E-08AD-40F7-9E50-FBF5B8E3F93A}" srcOrd="2" destOrd="0" parTransId="{98159939-AB2C-4AEB-86A6-A5E2C5C81E72}" sibTransId="{0033B115-3F72-4417-A83C-42C5EB2ED754}"/>
    <dgm:cxn modelId="{53E8F30F-AD1A-4028-B2DE-1421D89CA3BF}" type="presOf" srcId="{0D86E23C-35BD-4559-A9CC-54AD63F3ED34}" destId="{D9097034-F595-4F06-9A99-0332F65F84A5}" srcOrd="0" destOrd="0" presId="urn:microsoft.com/office/officeart/2005/8/layout/vList5"/>
    <dgm:cxn modelId="{DC2F2C1F-933B-465F-A4C6-1D93852EB279}" srcId="{FF5F07E6-1498-44AA-887A-511A916C8DF7}" destId="{D2C4C7C7-7EE5-4938-B925-04141FDDC62F}" srcOrd="0" destOrd="0" parTransId="{A60B032A-673B-497E-B5FB-CF48CE0610A3}" sibTransId="{5CAC247A-1988-4B2E-90A7-648A3C1490D8}"/>
    <dgm:cxn modelId="{1ABB3022-48F2-4556-A3C5-1974A5C577F9}" type="presOf" srcId="{FF5F07E6-1498-44AA-887A-511A916C8DF7}" destId="{7AD33EF2-8A83-47F2-8AC0-E703ECCCB907}" srcOrd="0" destOrd="0" presId="urn:microsoft.com/office/officeart/2005/8/layout/vList5"/>
    <dgm:cxn modelId="{E53C2B33-8D48-4829-94F3-6331E177C429}" type="presOf" srcId="{D2C4C7C7-7EE5-4938-B925-04141FDDC62F}" destId="{3005BBF7-4204-462E-BE84-29194428A1A6}" srcOrd="0" destOrd="0" presId="urn:microsoft.com/office/officeart/2005/8/layout/vList5"/>
    <dgm:cxn modelId="{7EC5F039-1DA3-4931-B840-CB01957EDF5B}" srcId="{0D86E23C-35BD-4559-A9CC-54AD63F3ED34}" destId="{FF5F07E6-1498-44AA-887A-511A916C8DF7}" srcOrd="0" destOrd="0" parTransId="{D8EE9299-4190-465C-B00C-863F67191BA2}" sibTransId="{B9796B94-7AC7-461A-8293-8E5E4116D21C}"/>
    <dgm:cxn modelId="{B1ED533B-FC1D-4B45-AF09-96077806BBDF}" type="presOf" srcId="{59958B14-9CE5-4DF6-BEC4-D45504F83EB9}" destId="{3005BBF7-4204-462E-BE84-29194428A1A6}" srcOrd="0" destOrd="1" presId="urn:microsoft.com/office/officeart/2005/8/layout/vList5"/>
    <dgm:cxn modelId="{03755D58-6ED0-497C-955C-E3FC6AC661F6}" type="presOf" srcId="{95AA5AF2-13A0-4644-82B1-ACD28F3BB534}" destId="{125487C1-8887-4299-BA64-E0AD2E0B176A}" srcOrd="0" destOrd="0" presId="urn:microsoft.com/office/officeart/2005/8/layout/vList5"/>
    <dgm:cxn modelId="{9CFE6D9A-085C-496E-A17B-A9FC492603E5}" type="presOf" srcId="{241EB2BC-67B1-4D8E-B409-2AE6BF6627DF}" destId="{BE7CD88D-6143-46A4-978D-7A6A7783D72A}" srcOrd="0" destOrd="1" presId="urn:microsoft.com/office/officeart/2005/8/layout/vList5"/>
    <dgm:cxn modelId="{D96C2CA0-9EBA-4E0F-85D6-F565A5451236}" srcId="{FF5F07E6-1498-44AA-887A-511A916C8DF7}" destId="{59958B14-9CE5-4DF6-BEC4-D45504F83EB9}" srcOrd="1" destOrd="0" parTransId="{01F14216-A2D3-4767-86E7-3C4CB6CE369F}" sibTransId="{4A04B8F5-93BF-4761-975F-FD6135C251E3}"/>
    <dgm:cxn modelId="{6149EEC1-AF84-49E2-BAE3-6F783C02EA57}" srcId="{95AA5AF2-13A0-4644-82B1-ACD28F3BB534}" destId="{241EB2BC-67B1-4D8E-B409-2AE6BF6627DF}" srcOrd="1" destOrd="0" parTransId="{85900101-7E3A-4370-964F-E4D2690E8FCD}" sibTransId="{82740E68-C90A-489B-89FE-079E1081A9B0}"/>
    <dgm:cxn modelId="{4E435CC8-F231-423F-9719-F26426B82269}" srcId="{95AA5AF2-13A0-4644-82B1-ACD28F3BB534}" destId="{B14CE6D2-FD4D-417D-8431-7E07823E7FFA}" srcOrd="0" destOrd="0" parTransId="{77BB5DDE-FA63-4A67-B114-6329939075DC}" sibTransId="{9CB7CB13-8029-4277-9CA2-7E0834A3678E}"/>
    <dgm:cxn modelId="{C28DE2E0-C362-4E7F-AD07-FFC9A82C90DC}" srcId="{FF5F07E6-1498-44AA-887A-511A916C8DF7}" destId="{8C6BD790-5D04-4145-A5BC-91BBB23282D9}" srcOrd="2" destOrd="0" parTransId="{75756580-74F5-4626-8813-E16C529FBBCC}" sibTransId="{A36FBFE3-6D9F-43D2-9354-5189DEF19947}"/>
    <dgm:cxn modelId="{DA35EFF1-E83E-435C-A1F2-1BD7EBAE0531}" srcId="{0D86E23C-35BD-4559-A9CC-54AD63F3ED34}" destId="{95AA5AF2-13A0-4644-82B1-ACD28F3BB534}" srcOrd="1" destOrd="0" parTransId="{4E63265C-A5EB-42DB-BBB6-CB37157C8695}" sibTransId="{20C00327-0A00-48B0-BE1D-882CF1952614}"/>
    <dgm:cxn modelId="{05957CF7-F521-4B16-A0C5-666A15F6EE4A}" type="presOf" srcId="{B14CE6D2-FD4D-417D-8431-7E07823E7FFA}" destId="{BE7CD88D-6143-46A4-978D-7A6A7783D72A}" srcOrd="0" destOrd="0" presId="urn:microsoft.com/office/officeart/2005/8/layout/vList5"/>
    <dgm:cxn modelId="{2E7EAD2B-883A-4F7B-9A19-A83C52C90D58}" type="presParOf" srcId="{D9097034-F595-4F06-9A99-0332F65F84A5}" destId="{F9370E6F-1847-46EF-BB7E-908F4A4F0727}" srcOrd="0" destOrd="0" presId="urn:microsoft.com/office/officeart/2005/8/layout/vList5"/>
    <dgm:cxn modelId="{2EDB9F09-1F44-4516-9288-37E02ECCC887}" type="presParOf" srcId="{F9370E6F-1847-46EF-BB7E-908F4A4F0727}" destId="{7AD33EF2-8A83-47F2-8AC0-E703ECCCB907}" srcOrd="0" destOrd="0" presId="urn:microsoft.com/office/officeart/2005/8/layout/vList5"/>
    <dgm:cxn modelId="{0B954951-EE6B-4474-971A-E39072D97F98}" type="presParOf" srcId="{F9370E6F-1847-46EF-BB7E-908F4A4F0727}" destId="{3005BBF7-4204-462E-BE84-29194428A1A6}" srcOrd="1" destOrd="0" presId="urn:microsoft.com/office/officeart/2005/8/layout/vList5"/>
    <dgm:cxn modelId="{E67D6CA4-D417-4AC8-BB84-5E77DE1E0A1C}" type="presParOf" srcId="{D9097034-F595-4F06-9A99-0332F65F84A5}" destId="{E90007E9-3DA9-4A1B-A481-7127E47BCC42}" srcOrd="1" destOrd="0" presId="urn:microsoft.com/office/officeart/2005/8/layout/vList5"/>
    <dgm:cxn modelId="{6D03E05C-8107-4708-95DB-4E4B5D410151}" type="presParOf" srcId="{D9097034-F595-4F06-9A99-0332F65F84A5}" destId="{27C9F7DC-97DB-4A97-BB23-F7113E87D621}" srcOrd="2" destOrd="0" presId="urn:microsoft.com/office/officeart/2005/8/layout/vList5"/>
    <dgm:cxn modelId="{38817DEA-F010-47C9-9FE6-25C5B2C3A25A}" type="presParOf" srcId="{27C9F7DC-97DB-4A97-BB23-F7113E87D621}" destId="{125487C1-8887-4299-BA64-E0AD2E0B176A}" srcOrd="0" destOrd="0" presId="urn:microsoft.com/office/officeart/2005/8/layout/vList5"/>
    <dgm:cxn modelId="{86F0B29D-8A86-4C06-B2A8-C168602A9D2E}" type="presParOf" srcId="{27C9F7DC-97DB-4A97-BB23-F7113E87D621}" destId="{BE7CD88D-6143-46A4-978D-7A6A7783D72A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CAB44AE3-9225-4E43-9B5A-AEC204893760}" type="doc">
      <dgm:prSet loTypeId="urn:microsoft.com/office/officeart/2005/8/layout/vList5" loCatId="list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A0917310-E6C2-42DD-90E9-D971CF08137D}">
      <dgm:prSet/>
      <dgm:spPr/>
      <dgm:t>
        <a:bodyPr/>
        <a:lstStyle/>
        <a:p>
          <a:r>
            <a:rPr lang="es-AR"/>
            <a:t>Symbol Mapping</a:t>
          </a:r>
          <a:endParaRPr lang="en-US"/>
        </a:p>
      </dgm:t>
    </dgm:pt>
    <dgm:pt modelId="{CB2E1B96-7457-4476-B9A3-CF7461C72AC5}" type="parTrans" cxnId="{A8134CA5-9C54-458F-9974-95F9AC9E9AF4}">
      <dgm:prSet/>
      <dgm:spPr/>
      <dgm:t>
        <a:bodyPr/>
        <a:lstStyle/>
        <a:p>
          <a:endParaRPr lang="en-US"/>
        </a:p>
      </dgm:t>
    </dgm:pt>
    <dgm:pt modelId="{D541AD2D-C6F7-467B-8B81-69D1CA8F9001}" type="sibTrans" cxnId="{A8134CA5-9C54-458F-9974-95F9AC9E9AF4}">
      <dgm:prSet/>
      <dgm:spPr/>
      <dgm:t>
        <a:bodyPr/>
        <a:lstStyle/>
        <a:p>
          <a:endParaRPr lang="en-US"/>
        </a:p>
      </dgm:t>
    </dgm:pt>
    <dgm:pt modelId="{A738DDB3-79D2-4872-822F-9133FE8DB561}">
      <dgm:prSet/>
      <dgm:spPr/>
      <dgm:t>
        <a:bodyPr/>
        <a:lstStyle/>
        <a:p>
          <a:r>
            <a:rPr lang="es-AR"/>
            <a:t>Raisonnement contextuel du LLM</a:t>
          </a:r>
          <a:endParaRPr lang="en-US"/>
        </a:p>
      </dgm:t>
    </dgm:pt>
    <dgm:pt modelId="{313D53B7-4903-48E3-99F4-9D0D2DD8B405}" type="parTrans" cxnId="{5E6CE590-9A92-4A0C-AAAD-86939AF49223}">
      <dgm:prSet/>
      <dgm:spPr/>
      <dgm:t>
        <a:bodyPr/>
        <a:lstStyle/>
        <a:p>
          <a:endParaRPr lang="en-US"/>
        </a:p>
      </dgm:t>
    </dgm:pt>
    <dgm:pt modelId="{2A638701-F38C-472C-AD43-F63C640145EA}" type="sibTrans" cxnId="{5E6CE590-9A92-4A0C-AAAD-86939AF49223}">
      <dgm:prSet/>
      <dgm:spPr/>
      <dgm:t>
        <a:bodyPr/>
        <a:lstStyle/>
        <a:p>
          <a:endParaRPr lang="en-US"/>
        </a:p>
      </dgm:t>
    </dgm:pt>
    <dgm:pt modelId="{136C6004-C6A7-4047-BC45-30B33BE4A34E}">
      <dgm:prSet/>
      <dgm:spPr/>
      <dgm:t>
        <a:bodyPr/>
        <a:lstStyle/>
        <a:p>
          <a:r>
            <a:rPr lang="es-AR"/>
            <a:t>Unification des formats</a:t>
          </a:r>
          <a:endParaRPr lang="en-US"/>
        </a:p>
      </dgm:t>
    </dgm:pt>
    <dgm:pt modelId="{4AECC3BE-8F53-4B63-917D-53AFC3EDBFBF}" type="parTrans" cxnId="{4DDD0710-1041-4074-9306-27355C2B1C6E}">
      <dgm:prSet/>
      <dgm:spPr/>
      <dgm:t>
        <a:bodyPr/>
        <a:lstStyle/>
        <a:p>
          <a:endParaRPr lang="en-US"/>
        </a:p>
      </dgm:t>
    </dgm:pt>
    <dgm:pt modelId="{E73AB578-42B4-47EB-AE9E-BCA96B12AF5F}" type="sibTrans" cxnId="{4DDD0710-1041-4074-9306-27355C2B1C6E}">
      <dgm:prSet/>
      <dgm:spPr/>
      <dgm:t>
        <a:bodyPr/>
        <a:lstStyle/>
        <a:p>
          <a:endParaRPr lang="en-US"/>
        </a:p>
      </dgm:t>
    </dgm:pt>
    <dgm:pt modelId="{CFFA4458-16C3-4D3C-8198-557EF3B3C82B}" type="pres">
      <dgm:prSet presAssocID="{CAB44AE3-9225-4E43-9B5A-AEC204893760}" presName="Name0" presStyleCnt="0">
        <dgm:presLayoutVars>
          <dgm:dir/>
          <dgm:animLvl val="lvl"/>
          <dgm:resizeHandles val="exact"/>
        </dgm:presLayoutVars>
      </dgm:prSet>
      <dgm:spPr/>
    </dgm:pt>
    <dgm:pt modelId="{9289A542-202A-4EC0-B9EA-DF4B72F2F64F}" type="pres">
      <dgm:prSet presAssocID="{A0917310-E6C2-42DD-90E9-D971CF08137D}" presName="linNode" presStyleCnt="0"/>
      <dgm:spPr/>
    </dgm:pt>
    <dgm:pt modelId="{4A6639F3-2771-4A30-AED7-C88E1C51134B}" type="pres">
      <dgm:prSet presAssocID="{A0917310-E6C2-42DD-90E9-D971CF08137D}" presName="parentText" presStyleLbl="node1" presStyleIdx="0" presStyleCnt="3">
        <dgm:presLayoutVars>
          <dgm:chMax val="1"/>
          <dgm:bulletEnabled val="1"/>
        </dgm:presLayoutVars>
      </dgm:prSet>
      <dgm:spPr/>
    </dgm:pt>
    <dgm:pt modelId="{7CF7C271-6879-4B05-9112-DCC12EB049AC}" type="pres">
      <dgm:prSet presAssocID="{D541AD2D-C6F7-467B-8B81-69D1CA8F9001}" presName="sp" presStyleCnt="0"/>
      <dgm:spPr/>
    </dgm:pt>
    <dgm:pt modelId="{C0815497-32E7-4443-8E4C-4C66C08AD228}" type="pres">
      <dgm:prSet presAssocID="{A738DDB3-79D2-4872-822F-9133FE8DB561}" presName="linNode" presStyleCnt="0"/>
      <dgm:spPr/>
    </dgm:pt>
    <dgm:pt modelId="{78EB4FCB-ADE5-4E43-8D8E-3A258A209396}" type="pres">
      <dgm:prSet presAssocID="{A738DDB3-79D2-4872-822F-9133FE8DB561}" presName="parentText" presStyleLbl="node1" presStyleIdx="1" presStyleCnt="3">
        <dgm:presLayoutVars>
          <dgm:chMax val="1"/>
          <dgm:bulletEnabled val="1"/>
        </dgm:presLayoutVars>
      </dgm:prSet>
      <dgm:spPr/>
    </dgm:pt>
    <dgm:pt modelId="{AB296FCF-72A1-409C-B147-B0771EC89F7E}" type="pres">
      <dgm:prSet presAssocID="{2A638701-F38C-472C-AD43-F63C640145EA}" presName="sp" presStyleCnt="0"/>
      <dgm:spPr/>
    </dgm:pt>
    <dgm:pt modelId="{7BBE32A2-1118-4685-AD4E-9AAFE7ACC16D}" type="pres">
      <dgm:prSet presAssocID="{136C6004-C6A7-4047-BC45-30B33BE4A34E}" presName="linNode" presStyleCnt="0"/>
      <dgm:spPr/>
    </dgm:pt>
    <dgm:pt modelId="{F5BC6971-B3F7-4BC4-B91D-34D1A2E0ED10}" type="pres">
      <dgm:prSet presAssocID="{136C6004-C6A7-4047-BC45-30B33BE4A34E}" presName="parentText" presStyleLbl="node1" presStyleIdx="2" presStyleCnt="3">
        <dgm:presLayoutVars>
          <dgm:chMax val="1"/>
          <dgm:bulletEnabled val="1"/>
        </dgm:presLayoutVars>
      </dgm:prSet>
      <dgm:spPr/>
    </dgm:pt>
  </dgm:ptLst>
  <dgm:cxnLst>
    <dgm:cxn modelId="{4DDD0710-1041-4074-9306-27355C2B1C6E}" srcId="{CAB44AE3-9225-4E43-9B5A-AEC204893760}" destId="{136C6004-C6A7-4047-BC45-30B33BE4A34E}" srcOrd="2" destOrd="0" parTransId="{4AECC3BE-8F53-4B63-917D-53AFC3EDBFBF}" sibTransId="{E73AB578-42B4-47EB-AE9E-BCA96B12AF5F}"/>
    <dgm:cxn modelId="{8386DE22-8723-4F5E-A702-94FC565DEC70}" type="presOf" srcId="{A738DDB3-79D2-4872-822F-9133FE8DB561}" destId="{78EB4FCB-ADE5-4E43-8D8E-3A258A209396}" srcOrd="0" destOrd="0" presId="urn:microsoft.com/office/officeart/2005/8/layout/vList5"/>
    <dgm:cxn modelId="{E4D6232B-2810-418B-B5B7-6F00FE993B6F}" type="presOf" srcId="{CAB44AE3-9225-4E43-9B5A-AEC204893760}" destId="{CFFA4458-16C3-4D3C-8198-557EF3B3C82B}" srcOrd="0" destOrd="0" presId="urn:microsoft.com/office/officeart/2005/8/layout/vList5"/>
    <dgm:cxn modelId="{4F4B5D6A-0D51-42EE-AEB5-31B1DAE7636D}" type="presOf" srcId="{A0917310-E6C2-42DD-90E9-D971CF08137D}" destId="{4A6639F3-2771-4A30-AED7-C88E1C51134B}" srcOrd="0" destOrd="0" presId="urn:microsoft.com/office/officeart/2005/8/layout/vList5"/>
    <dgm:cxn modelId="{5E6CE590-9A92-4A0C-AAAD-86939AF49223}" srcId="{CAB44AE3-9225-4E43-9B5A-AEC204893760}" destId="{A738DDB3-79D2-4872-822F-9133FE8DB561}" srcOrd="1" destOrd="0" parTransId="{313D53B7-4903-48E3-99F4-9D0D2DD8B405}" sibTransId="{2A638701-F38C-472C-AD43-F63C640145EA}"/>
    <dgm:cxn modelId="{A8134CA5-9C54-458F-9974-95F9AC9E9AF4}" srcId="{CAB44AE3-9225-4E43-9B5A-AEC204893760}" destId="{A0917310-E6C2-42DD-90E9-D971CF08137D}" srcOrd="0" destOrd="0" parTransId="{CB2E1B96-7457-4476-B9A3-CF7461C72AC5}" sibTransId="{D541AD2D-C6F7-467B-8B81-69D1CA8F9001}"/>
    <dgm:cxn modelId="{254BA2BF-9C5D-4E15-A96E-3069FCE3C0E5}" type="presOf" srcId="{136C6004-C6A7-4047-BC45-30B33BE4A34E}" destId="{F5BC6971-B3F7-4BC4-B91D-34D1A2E0ED10}" srcOrd="0" destOrd="0" presId="urn:microsoft.com/office/officeart/2005/8/layout/vList5"/>
    <dgm:cxn modelId="{531D114B-0633-4AE7-8082-84FE47AEAC5F}" type="presParOf" srcId="{CFFA4458-16C3-4D3C-8198-557EF3B3C82B}" destId="{9289A542-202A-4EC0-B9EA-DF4B72F2F64F}" srcOrd="0" destOrd="0" presId="urn:microsoft.com/office/officeart/2005/8/layout/vList5"/>
    <dgm:cxn modelId="{06C94737-5081-4BDD-965C-035708CEF63E}" type="presParOf" srcId="{9289A542-202A-4EC0-B9EA-DF4B72F2F64F}" destId="{4A6639F3-2771-4A30-AED7-C88E1C51134B}" srcOrd="0" destOrd="0" presId="urn:microsoft.com/office/officeart/2005/8/layout/vList5"/>
    <dgm:cxn modelId="{7F765403-7D66-4C84-8A42-4841CEDE0D38}" type="presParOf" srcId="{CFFA4458-16C3-4D3C-8198-557EF3B3C82B}" destId="{7CF7C271-6879-4B05-9112-DCC12EB049AC}" srcOrd="1" destOrd="0" presId="urn:microsoft.com/office/officeart/2005/8/layout/vList5"/>
    <dgm:cxn modelId="{D97288D1-DCC8-4C6F-B69D-7CFC33CFCF55}" type="presParOf" srcId="{CFFA4458-16C3-4D3C-8198-557EF3B3C82B}" destId="{C0815497-32E7-4443-8E4C-4C66C08AD228}" srcOrd="2" destOrd="0" presId="urn:microsoft.com/office/officeart/2005/8/layout/vList5"/>
    <dgm:cxn modelId="{C962CEA1-2EC8-482C-92C8-58080C039727}" type="presParOf" srcId="{C0815497-32E7-4443-8E4C-4C66C08AD228}" destId="{78EB4FCB-ADE5-4E43-8D8E-3A258A209396}" srcOrd="0" destOrd="0" presId="urn:microsoft.com/office/officeart/2005/8/layout/vList5"/>
    <dgm:cxn modelId="{3A42654C-E444-4590-83A0-EDC260BAE410}" type="presParOf" srcId="{CFFA4458-16C3-4D3C-8198-557EF3B3C82B}" destId="{AB296FCF-72A1-409C-B147-B0771EC89F7E}" srcOrd="3" destOrd="0" presId="urn:microsoft.com/office/officeart/2005/8/layout/vList5"/>
    <dgm:cxn modelId="{F84EA409-B98A-47B4-B408-3D590A9DFBB2}" type="presParOf" srcId="{CFFA4458-16C3-4D3C-8198-557EF3B3C82B}" destId="{7BBE32A2-1118-4685-AD4E-9AAFE7ACC16D}" srcOrd="4" destOrd="0" presId="urn:microsoft.com/office/officeart/2005/8/layout/vList5"/>
    <dgm:cxn modelId="{DE987FBA-781B-413C-BED1-5787AC0B28A2}" type="presParOf" srcId="{7BBE32A2-1118-4685-AD4E-9AAFE7ACC16D}" destId="{F5BC6971-B3F7-4BC4-B91D-34D1A2E0ED10}" srcOrd="0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BF579CFE-ECDD-46D4-B4AB-AA1F0700D89C}" type="doc">
      <dgm:prSet loTypeId="urn:microsoft.com/office/officeart/2005/8/layout/list1" loCatId="list" qsTypeId="urn:microsoft.com/office/officeart/2005/8/quickstyle/simple1" qsCatId="simple" csTypeId="urn:microsoft.com/office/officeart/2005/8/colors/accent4_2" csCatId="accent4"/>
      <dgm:spPr/>
      <dgm:t>
        <a:bodyPr/>
        <a:lstStyle/>
        <a:p>
          <a:endParaRPr lang="en-US"/>
        </a:p>
      </dgm:t>
    </dgm:pt>
    <dgm:pt modelId="{AE6AB365-918C-4B55-8CA4-96F599CE5D80}">
      <dgm:prSet/>
      <dgm:spPr/>
      <dgm:t>
        <a:bodyPr/>
        <a:lstStyle/>
        <a:p>
          <a:r>
            <a:rPr lang="es-AR"/>
            <a:t>Principe du raisonnement</a:t>
          </a:r>
          <a:endParaRPr lang="en-US"/>
        </a:p>
      </dgm:t>
    </dgm:pt>
    <dgm:pt modelId="{BB2F4060-A6AE-4F32-8EB3-030B5674D3C7}" type="parTrans" cxnId="{8587B37C-D63C-4546-8522-11C1DF1FDAA8}">
      <dgm:prSet/>
      <dgm:spPr/>
      <dgm:t>
        <a:bodyPr/>
        <a:lstStyle/>
        <a:p>
          <a:endParaRPr lang="en-US"/>
        </a:p>
      </dgm:t>
    </dgm:pt>
    <dgm:pt modelId="{2C03CD11-77CB-430F-BA5B-3297972066EF}" type="sibTrans" cxnId="{8587B37C-D63C-4546-8522-11C1DF1FDAA8}">
      <dgm:prSet/>
      <dgm:spPr/>
      <dgm:t>
        <a:bodyPr/>
        <a:lstStyle/>
        <a:p>
          <a:endParaRPr lang="en-US"/>
        </a:p>
      </dgm:t>
    </dgm:pt>
    <dgm:pt modelId="{C4206ED2-FB22-4374-96D3-673AD3938B0D}">
      <dgm:prSet/>
      <dgm:spPr/>
      <dgm:t>
        <a:bodyPr/>
        <a:lstStyle/>
        <a:p>
          <a:r>
            <a:rPr lang="es-AR"/>
            <a:t>Permettre à  GTP-4o de raisonner étape par étapes</a:t>
          </a:r>
          <a:endParaRPr lang="en-US"/>
        </a:p>
      </dgm:t>
    </dgm:pt>
    <dgm:pt modelId="{9D2FF4C8-1321-4986-9A78-E839D20D86EA}" type="parTrans" cxnId="{5555CF36-AE23-47AE-8BD3-5598658794EA}">
      <dgm:prSet/>
      <dgm:spPr/>
      <dgm:t>
        <a:bodyPr/>
        <a:lstStyle/>
        <a:p>
          <a:endParaRPr lang="en-US"/>
        </a:p>
      </dgm:t>
    </dgm:pt>
    <dgm:pt modelId="{EC2A0FFF-CB9D-456E-A849-AE48EE91D431}" type="sibTrans" cxnId="{5555CF36-AE23-47AE-8BD3-5598658794EA}">
      <dgm:prSet/>
      <dgm:spPr/>
      <dgm:t>
        <a:bodyPr/>
        <a:lstStyle/>
        <a:p>
          <a:endParaRPr lang="en-US"/>
        </a:p>
      </dgm:t>
    </dgm:pt>
    <dgm:pt modelId="{667E6670-8969-47B9-8CDE-526AE5D9A881}">
      <dgm:prSet/>
      <dgm:spPr/>
      <dgm:t>
        <a:bodyPr/>
        <a:lstStyle/>
        <a:p>
          <a:r>
            <a:rPr lang="es-AR"/>
            <a:t>Relier les régles de calcul, les variable et  les valeurs extraites</a:t>
          </a:r>
          <a:endParaRPr lang="en-US"/>
        </a:p>
      </dgm:t>
    </dgm:pt>
    <dgm:pt modelId="{16F8FF93-60C7-4F9C-B0C9-5D2FF5A0E442}" type="parTrans" cxnId="{EF7A85F9-83C1-4EC6-901E-758A8CB6853C}">
      <dgm:prSet/>
      <dgm:spPr/>
      <dgm:t>
        <a:bodyPr/>
        <a:lstStyle/>
        <a:p>
          <a:endParaRPr lang="en-US"/>
        </a:p>
      </dgm:t>
    </dgm:pt>
    <dgm:pt modelId="{8EDDDBD4-9511-44C1-B0BD-191922B3B789}" type="sibTrans" cxnId="{EF7A85F9-83C1-4EC6-901E-758A8CB6853C}">
      <dgm:prSet/>
      <dgm:spPr/>
      <dgm:t>
        <a:bodyPr/>
        <a:lstStyle/>
        <a:p>
          <a:endParaRPr lang="en-US"/>
        </a:p>
      </dgm:t>
    </dgm:pt>
    <dgm:pt modelId="{8A4270CF-1C05-42F2-BEF6-CC0B6C53E8DE}">
      <dgm:prSet/>
      <dgm:spPr/>
      <dgm:t>
        <a:bodyPr/>
        <a:lstStyle/>
        <a:p>
          <a:r>
            <a:rPr lang="es-AR"/>
            <a:t>Garantire une transparence et un suivie du processus de calcul </a:t>
          </a:r>
          <a:endParaRPr lang="en-US"/>
        </a:p>
      </dgm:t>
    </dgm:pt>
    <dgm:pt modelId="{39F11D62-9F5F-4F3B-8986-A826D4CCD9E0}" type="parTrans" cxnId="{85FB4B9F-6A74-4B87-A370-B45E635B5040}">
      <dgm:prSet/>
      <dgm:spPr/>
      <dgm:t>
        <a:bodyPr/>
        <a:lstStyle/>
        <a:p>
          <a:endParaRPr lang="en-US"/>
        </a:p>
      </dgm:t>
    </dgm:pt>
    <dgm:pt modelId="{8A607271-5ED1-44F3-B95F-EAAEA949595C}" type="sibTrans" cxnId="{85FB4B9F-6A74-4B87-A370-B45E635B5040}">
      <dgm:prSet/>
      <dgm:spPr/>
      <dgm:t>
        <a:bodyPr/>
        <a:lstStyle/>
        <a:p>
          <a:endParaRPr lang="en-US"/>
        </a:p>
      </dgm:t>
    </dgm:pt>
    <dgm:pt modelId="{82565A08-FA48-4EDC-B432-061E2BB47A8D}">
      <dgm:prSet/>
      <dgm:spPr/>
      <dgm:t>
        <a:bodyPr/>
        <a:lstStyle/>
        <a:p>
          <a:r>
            <a:rPr lang="es-AR"/>
            <a:t>Méthode utilisée</a:t>
          </a:r>
          <a:endParaRPr lang="en-US"/>
        </a:p>
      </dgm:t>
    </dgm:pt>
    <dgm:pt modelId="{75C09E14-05A4-4A8F-A486-F19A6F085800}" type="parTrans" cxnId="{DE294E9C-E86C-46B7-BCD4-6988F1C8281F}">
      <dgm:prSet/>
      <dgm:spPr/>
      <dgm:t>
        <a:bodyPr/>
        <a:lstStyle/>
        <a:p>
          <a:endParaRPr lang="en-US"/>
        </a:p>
      </dgm:t>
    </dgm:pt>
    <dgm:pt modelId="{341B96A3-87AF-4FD7-AFD1-30B778BC8315}" type="sibTrans" cxnId="{DE294E9C-E86C-46B7-BCD4-6988F1C8281F}">
      <dgm:prSet/>
      <dgm:spPr/>
      <dgm:t>
        <a:bodyPr/>
        <a:lstStyle/>
        <a:p>
          <a:endParaRPr lang="en-US"/>
        </a:p>
      </dgm:t>
    </dgm:pt>
    <dgm:pt modelId="{D8DBC4F1-3B4E-49A8-A737-F02B36BEA773}">
      <dgm:prSet/>
      <dgm:spPr/>
      <dgm:t>
        <a:bodyPr/>
        <a:lstStyle/>
        <a:p>
          <a:r>
            <a:rPr lang="fr-FR"/>
            <a:t>Génération dynamique du prompt à partir :</a:t>
          </a:r>
          <a:endParaRPr lang="en-US"/>
        </a:p>
      </dgm:t>
    </dgm:pt>
    <dgm:pt modelId="{B18C58FA-BEE6-4879-AAB0-3B0F741DAD29}" type="parTrans" cxnId="{A3C38919-86BB-4898-88AF-663B60F185A3}">
      <dgm:prSet/>
      <dgm:spPr/>
      <dgm:t>
        <a:bodyPr/>
        <a:lstStyle/>
        <a:p>
          <a:endParaRPr lang="en-US"/>
        </a:p>
      </dgm:t>
    </dgm:pt>
    <dgm:pt modelId="{10005826-367C-43CD-A1AE-3899D73C2708}" type="sibTrans" cxnId="{A3C38919-86BB-4898-88AF-663B60F185A3}">
      <dgm:prSet/>
      <dgm:spPr/>
      <dgm:t>
        <a:bodyPr/>
        <a:lstStyle/>
        <a:p>
          <a:endParaRPr lang="en-US"/>
        </a:p>
      </dgm:t>
    </dgm:pt>
    <dgm:pt modelId="{9E33A811-3154-4D8B-89C7-818948B0ADB9}">
      <dgm:prSet/>
      <dgm:spPr/>
      <dgm:t>
        <a:bodyPr/>
        <a:lstStyle/>
        <a:p>
          <a:r>
            <a:rPr lang="fr-FR"/>
            <a:t>des données restructurées (variables + unités + valeurs),</a:t>
          </a:r>
          <a:endParaRPr lang="en-US"/>
        </a:p>
      </dgm:t>
    </dgm:pt>
    <dgm:pt modelId="{3D111718-B715-4C75-9207-C0226E3B6038}" type="parTrans" cxnId="{FA0F958B-E27D-49CD-8214-62D1D3355D4F}">
      <dgm:prSet/>
      <dgm:spPr/>
      <dgm:t>
        <a:bodyPr/>
        <a:lstStyle/>
        <a:p>
          <a:endParaRPr lang="en-US"/>
        </a:p>
      </dgm:t>
    </dgm:pt>
    <dgm:pt modelId="{597B4C61-14F8-4C10-99DB-9AF54ABAAE5E}" type="sibTrans" cxnId="{FA0F958B-E27D-49CD-8214-62D1D3355D4F}">
      <dgm:prSet/>
      <dgm:spPr/>
      <dgm:t>
        <a:bodyPr/>
        <a:lstStyle/>
        <a:p>
          <a:endParaRPr lang="en-US"/>
        </a:p>
      </dgm:t>
    </dgm:pt>
    <dgm:pt modelId="{B7C89B49-3504-4715-A15E-9AA45361AF00}">
      <dgm:prSet/>
      <dgm:spPr/>
      <dgm:t>
        <a:bodyPr/>
        <a:lstStyle/>
        <a:p>
          <a:r>
            <a:rPr lang="fr-FR"/>
            <a:t>des formules extraites des documents QTO,</a:t>
          </a:r>
          <a:endParaRPr lang="en-US"/>
        </a:p>
      </dgm:t>
    </dgm:pt>
    <dgm:pt modelId="{5DCE2BD1-93A5-400F-B7D8-CE7BF833E8A2}" type="parTrans" cxnId="{FBEE0AEF-8446-432D-89FA-E3810C0B8882}">
      <dgm:prSet/>
      <dgm:spPr/>
      <dgm:t>
        <a:bodyPr/>
        <a:lstStyle/>
        <a:p>
          <a:endParaRPr lang="en-US"/>
        </a:p>
      </dgm:t>
    </dgm:pt>
    <dgm:pt modelId="{59782A04-2190-4B89-B37F-A19BBC64B796}" type="sibTrans" cxnId="{FBEE0AEF-8446-432D-89FA-E3810C0B8882}">
      <dgm:prSet/>
      <dgm:spPr/>
      <dgm:t>
        <a:bodyPr/>
        <a:lstStyle/>
        <a:p>
          <a:endParaRPr lang="en-US"/>
        </a:p>
      </dgm:t>
    </dgm:pt>
    <dgm:pt modelId="{B14FBC2A-8833-4B73-B33C-7159D852150D}">
      <dgm:prSet/>
      <dgm:spPr/>
      <dgm:t>
        <a:bodyPr/>
        <a:lstStyle/>
        <a:p>
          <a:r>
            <a:rPr lang="fr-FR"/>
            <a:t>et des instructions de raisonnement étape par étape.</a:t>
          </a:r>
          <a:endParaRPr lang="en-US"/>
        </a:p>
      </dgm:t>
    </dgm:pt>
    <dgm:pt modelId="{AC59CA29-2764-4BD8-9C1F-EDD128DB699B}" type="parTrans" cxnId="{B5BE2FA4-ECF7-48DD-BCDA-F183ED8D3E19}">
      <dgm:prSet/>
      <dgm:spPr/>
      <dgm:t>
        <a:bodyPr/>
        <a:lstStyle/>
        <a:p>
          <a:endParaRPr lang="en-US"/>
        </a:p>
      </dgm:t>
    </dgm:pt>
    <dgm:pt modelId="{2429B4D2-4125-4DE1-94C2-5E84AFD5AA11}" type="sibTrans" cxnId="{B5BE2FA4-ECF7-48DD-BCDA-F183ED8D3E19}">
      <dgm:prSet/>
      <dgm:spPr/>
      <dgm:t>
        <a:bodyPr/>
        <a:lstStyle/>
        <a:p>
          <a:endParaRPr lang="en-US"/>
        </a:p>
      </dgm:t>
    </dgm:pt>
    <dgm:pt modelId="{2CBD507C-25BF-4007-9CBC-5EE279C0418E}" type="pres">
      <dgm:prSet presAssocID="{BF579CFE-ECDD-46D4-B4AB-AA1F0700D89C}" presName="linear" presStyleCnt="0">
        <dgm:presLayoutVars>
          <dgm:dir/>
          <dgm:animLvl val="lvl"/>
          <dgm:resizeHandles val="exact"/>
        </dgm:presLayoutVars>
      </dgm:prSet>
      <dgm:spPr/>
    </dgm:pt>
    <dgm:pt modelId="{B2D913CC-0910-4062-A8CD-F24C7D0A60D9}" type="pres">
      <dgm:prSet presAssocID="{AE6AB365-918C-4B55-8CA4-96F599CE5D80}" presName="parentLin" presStyleCnt="0"/>
      <dgm:spPr/>
    </dgm:pt>
    <dgm:pt modelId="{469E2E7B-BB8D-4BD2-8984-0745280366B0}" type="pres">
      <dgm:prSet presAssocID="{AE6AB365-918C-4B55-8CA4-96F599CE5D80}" presName="parentLeftMargin" presStyleLbl="node1" presStyleIdx="0" presStyleCnt="2"/>
      <dgm:spPr/>
    </dgm:pt>
    <dgm:pt modelId="{8B6AA07A-C6B5-466E-8C5D-F97EEBE1E28E}" type="pres">
      <dgm:prSet presAssocID="{AE6AB365-918C-4B55-8CA4-96F599CE5D80}" presName="parentText" presStyleLbl="node1" presStyleIdx="0" presStyleCnt="2">
        <dgm:presLayoutVars>
          <dgm:chMax val="0"/>
          <dgm:bulletEnabled val="1"/>
        </dgm:presLayoutVars>
      </dgm:prSet>
      <dgm:spPr/>
    </dgm:pt>
    <dgm:pt modelId="{5EFB66A7-229C-4360-8483-3CE231338D58}" type="pres">
      <dgm:prSet presAssocID="{AE6AB365-918C-4B55-8CA4-96F599CE5D80}" presName="negativeSpace" presStyleCnt="0"/>
      <dgm:spPr/>
    </dgm:pt>
    <dgm:pt modelId="{0A596CD0-4DDE-4A46-BD25-8997F63286E3}" type="pres">
      <dgm:prSet presAssocID="{AE6AB365-918C-4B55-8CA4-96F599CE5D80}" presName="childText" presStyleLbl="conFgAcc1" presStyleIdx="0" presStyleCnt="2">
        <dgm:presLayoutVars>
          <dgm:bulletEnabled val="1"/>
        </dgm:presLayoutVars>
      </dgm:prSet>
      <dgm:spPr/>
    </dgm:pt>
    <dgm:pt modelId="{D67C0EA5-5B40-4419-BAAB-BD09467A9918}" type="pres">
      <dgm:prSet presAssocID="{2C03CD11-77CB-430F-BA5B-3297972066EF}" presName="spaceBetweenRectangles" presStyleCnt="0"/>
      <dgm:spPr/>
    </dgm:pt>
    <dgm:pt modelId="{D2C4658E-BD08-430F-A445-36BA3CBAB65E}" type="pres">
      <dgm:prSet presAssocID="{82565A08-FA48-4EDC-B432-061E2BB47A8D}" presName="parentLin" presStyleCnt="0"/>
      <dgm:spPr/>
    </dgm:pt>
    <dgm:pt modelId="{3C7B9AB6-EDF4-43A7-B892-ACAD3DED7EBF}" type="pres">
      <dgm:prSet presAssocID="{82565A08-FA48-4EDC-B432-061E2BB47A8D}" presName="parentLeftMargin" presStyleLbl="node1" presStyleIdx="0" presStyleCnt="2"/>
      <dgm:spPr/>
    </dgm:pt>
    <dgm:pt modelId="{BC0B3FB6-ADBC-4E1E-85BA-7002656AED0B}" type="pres">
      <dgm:prSet presAssocID="{82565A08-FA48-4EDC-B432-061E2BB47A8D}" presName="parentText" presStyleLbl="node1" presStyleIdx="1" presStyleCnt="2">
        <dgm:presLayoutVars>
          <dgm:chMax val="0"/>
          <dgm:bulletEnabled val="1"/>
        </dgm:presLayoutVars>
      </dgm:prSet>
      <dgm:spPr/>
    </dgm:pt>
    <dgm:pt modelId="{BB71DCF0-B285-4D0B-A6F7-4EBD5FCCF46F}" type="pres">
      <dgm:prSet presAssocID="{82565A08-FA48-4EDC-B432-061E2BB47A8D}" presName="negativeSpace" presStyleCnt="0"/>
      <dgm:spPr/>
    </dgm:pt>
    <dgm:pt modelId="{463D2D25-B0D7-48BF-96C7-2A4D60C2D4B9}" type="pres">
      <dgm:prSet presAssocID="{82565A08-FA48-4EDC-B432-061E2BB47A8D}" presName="childText" presStyleLbl="conFgAcc1" presStyleIdx="1" presStyleCnt="2">
        <dgm:presLayoutVars>
          <dgm:bulletEnabled val="1"/>
        </dgm:presLayoutVars>
      </dgm:prSet>
      <dgm:spPr/>
    </dgm:pt>
  </dgm:ptLst>
  <dgm:cxnLst>
    <dgm:cxn modelId="{A3C38919-86BB-4898-88AF-663B60F185A3}" srcId="{82565A08-FA48-4EDC-B432-061E2BB47A8D}" destId="{D8DBC4F1-3B4E-49A8-A737-F02B36BEA773}" srcOrd="0" destOrd="0" parTransId="{B18C58FA-BEE6-4879-AAB0-3B0F741DAD29}" sibTransId="{10005826-367C-43CD-A1AE-3899D73C2708}"/>
    <dgm:cxn modelId="{64F3A62F-A931-4B9A-BF36-B1E71888AF2D}" type="presOf" srcId="{D8DBC4F1-3B4E-49A8-A737-F02B36BEA773}" destId="{463D2D25-B0D7-48BF-96C7-2A4D60C2D4B9}" srcOrd="0" destOrd="0" presId="urn:microsoft.com/office/officeart/2005/8/layout/list1"/>
    <dgm:cxn modelId="{5555CF36-AE23-47AE-8BD3-5598658794EA}" srcId="{AE6AB365-918C-4B55-8CA4-96F599CE5D80}" destId="{C4206ED2-FB22-4374-96D3-673AD3938B0D}" srcOrd="0" destOrd="0" parTransId="{9D2FF4C8-1321-4986-9A78-E839D20D86EA}" sibTransId="{EC2A0FFF-CB9D-456E-A849-AE48EE91D431}"/>
    <dgm:cxn modelId="{5785CC69-08F5-4D93-B741-6B239ED26DBB}" type="presOf" srcId="{B7C89B49-3504-4715-A15E-9AA45361AF00}" destId="{463D2D25-B0D7-48BF-96C7-2A4D60C2D4B9}" srcOrd="0" destOrd="2" presId="urn:microsoft.com/office/officeart/2005/8/layout/list1"/>
    <dgm:cxn modelId="{138AD04B-6949-4942-B52E-6DC31F34073A}" type="presOf" srcId="{BF579CFE-ECDD-46D4-B4AB-AA1F0700D89C}" destId="{2CBD507C-25BF-4007-9CBC-5EE279C0418E}" srcOrd="0" destOrd="0" presId="urn:microsoft.com/office/officeart/2005/8/layout/list1"/>
    <dgm:cxn modelId="{8587B37C-D63C-4546-8522-11C1DF1FDAA8}" srcId="{BF579CFE-ECDD-46D4-B4AB-AA1F0700D89C}" destId="{AE6AB365-918C-4B55-8CA4-96F599CE5D80}" srcOrd="0" destOrd="0" parTransId="{BB2F4060-A6AE-4F32-8EB3-030B5674D3C7}" sibTransId="{2C03CD11-77CB-430F-BA5B-3297972066EF}"/>
    <dgm:cxn modelId="{CEC0B98A-D121-43A4-8A39-EC5CBFC15985}" type="presOf" srcId="{82565A08-FA48-4EDC-B432-061E2BB47A8D}" destId="{3C7B9AB6-EDF4-43A7-B892-ACAD3DED7EBF}" srcOrd="0" destOrd="0" presId="urn:microsoft.com/office/officeart/2005/8/layout/list1"/>
    <dgm:cxn modelId="{FA0F958B-E27D-49CD-8214-62D1D3355D4F}" srcId="{D8DBC4F1-3B4E-49A8-A737-F02B36BEA773}" destId="{9E33A811-3154-4D8B-89C7-818948B0ADB9}" srcOrd="0" destOrd="0" parTransId="{3D111718-B715-4C75-9207-C0226E3B6038}" sibTransId="{597B4C61-14F8-4C10-99DB-9AF54ABAAE5E}"/>
    <dgm:cxn modelId="{DE294E9C-E86C-46B7-BCD4-6988F1C8281F}" srcId="{BF579CFE-ECDD-46D4-B4AB-AA1F0700D89C}" destId="{82565A08-FA48-4EDC-B432-061E2BB47A8D}" srcOrd="1" destOrd="0" parTransId="{75C09E14-05A4-4A8F-A486-F19A6F085800}" sibTransId="{341B96A3-87AF-4FD7-AFD1-30B778BC8315}"/>
    <dgm:cxn modelId="{85FB4B9F-6A74-4B87-A370-B45E635B5040}" srcId="{AE6AB365-918C-4B55-8CA4-96F599CE5D80}" destId="{8A4270CF-1C05-42F2-BEF6-CC0B6C53E8DE}" srcOrd="2" destOrd="0" parTransId="{39F11D62-9F5F-4F3B-8986-A826D4CCD9E0}" sibTransId="{8A607271-5ED1-44F3-B95F-EAAEA949595C}"/>
    <dgm:cxn modelId="{B5BE2FA4-ECF7-48DD-BCDA-F183ED8D3E19}" srcId="{D8DBC4F1-3B4E-49A8-A737-F02B36BEA773}" destId="{B14FBC2A-8833-4B73-B33C-7159D852150D}" srcOrd="2" destOrd="0" parTransId="{AC59CA29-2764-4BD8-9C1F-EDD128DB699B}" sibTransId="{2429B4D2-4125-4DE1-94C2-5E84AFD5AA11}"/>
    <dgm:cxn modelId="{060CD8AD-B28B-4E78-9C87-448E4D341946}" type="presOf" srcId="{AE6AB365-918C-4B55-8CA4-96F599CE5D80}" destId="{469E2E7B-BB8D-4BD2-8984-0745280366B0}" srcOrd="0" destOrd="0" presId="urn:microsoft.com/office/officeart/2005/8/layout/list1"/>
    <dgm:cxn modelId="{4A775CB1-D96B-49CD-AF25-2F6C4171EFED}" type="presOf" srcId="{667E6670-8969-47B9-8CDE-526AE5D9A881}" destId="{0A596CD0-4DDE-4A46-BD25-8997F63286E3}" srcOrd="0" destOrd="1" presId="urn:microsoft.com/office/officeart/2005/8/layout/list1"/>
    <dgm:cxn modelId="{965888B7-C25F-4AFB-85AF-297939C93243}" type="presOf" srcId="{82565A08-FA48-4EDC-B432-061E2BB47A8D}" destId="{BC0B3FB6-ADBC-4E1E-85BA-7002656AED0B}" srcOrd="1" destOrd="0" presId="urn:microsoft.com/office/officeart/2005/8/layout/list1"/>
    <dgm:cxn modelId="{633D40BF-6668-4126-A526-46ABFD033FD1}" type="presOf" srcId="{C4206ED2-FB22-4374-96D3-673AD3938B0D}" destId="{0A596CD0-4DDE-4A46-BD25-8997F63286E3}" srcOrd="0" destOrd="0" presId="urn:microsoft.com/office/officeart/2005/8/layout/list1"/>
    <dgm:cxn modelId="{218133D1-DFB3-4265-8E68-526E1FDB33D2}" type="presOf" srcId="{9E33A811-3154-4D8B-89C7-818948B0ADB9}" destId="{463D2D25-B0D7-48BF-96C7-2A4D60C2D4B9}" srcOrd="0" destOrd="1" presId="urn:microsoft.com/office/officeart/2005/8/layout/list1"/>
    <dgm:cxn modelId="{5CD720D5-A56F-40E4-855F-677D3BA53465}" type="presOf" srcId="{8A4270CF-1C05-42F2-BEF6-CC0B6C53E8DE}" destId="{0A596CD0-4DDE-4A46-BD25-8997F63286E3}" srcOrd="0" destOrd="2" presId="urn:microsoft.com/office/officeart/2005/8/layout/list1"/>
    <dgm:cxn modelId="{02387EE1-7A3D-49FF-AC6F-EDE71AECAB2B}" type="presOf" srcId="{AE6AB365-918C-4B55-8CA4-96F599CE5D80}" destId="{8B6AA07A-C6B5-466E-8C5D-F97EEBE1E28E}" srcOrd="1" destOrd="0" presId="urn:microsoft.com/office/officeart/2005/8/layout/list1"/>
    <dgm:cxn modelId="{D1DC93ED-E172-4598-8644-F0D055CDDF02}" type="presOf" srcId="{B14FBC2A-8833-4B73-B33C-7159D852150D}" destId="{463D2D25-B0D7-48BF-96C7-2A4D60C2D4B9}" srcOrd="0" destOrd="3" presId="urn:microsoft.com/office/officeart/2005/8/layout/list1"/>
    <dgm:cxn modelId="{FBEE0AEF-8446-432D-89FA-E3810C0B8882}" srcId="{D8DBC4F1-3B4E-49A8-A737-F02B36BEA773}" destId="{B7C89B49-3504-4715-A15E-9AA45361AF00}" srcOrd="1" destOrd="0" parTransId="{5DCE2BD1-93A5-400F-B7D8-CE7BF833E8A2}" sibTransId="{59782A04-2190-4B89-B37F-A19BBC64B796}"/>
    <dgm:cxn modelId="{EF7A85F9-83C1-4EC6-901E-758A8CB6853C}" srcId="{AE6AB365-918C-4B55-8CA4-96F599CE5D80}" destId="{667E6670-8969-47B9-8CDE-526AE5D9A881}" srcOrd="1" destOrd="0" parTransId="{16F8FF93-60C7-4F9C-B0C9-5D2FF5A0E442}" sibTransId="{8EDDDBD4-9511-44C1-B0BD-191922B3B789}"/>
    <dgm:cxn modelId="{CC53B3B8-DEE1-4605-8A0E-99C9E10B6658}" type="presParOf" srcId="{2CBD507C-25BF-4007-9CBC-5EE279C0418E}" destId="{B2D913CC-0910-4062-A8CD-F24C7D0A60D9}" srcOrd="0" destOrd="0" presId="urn:microsoft.com/office/officeart/2005/8/layout/list1"/>
    <dgm:cxn modelId="{F3CFC03E-D704-4F62-9B77-37BF9313438E}" type="presParOf" srcId="{B2D913CC-0910-4062-A8CD-F24C7D0A60D9}" destId="{469E2E7B-BB8D-4BD2-8984-0745280366B0}" srcOrd="0" destOrd="0" presId="urn:microsoft.com/office/officeart/2005/8/layout/list1"/>
    <dgm:cxn modelId="{BF3F72BD-6387-4AF4-9959-EAB28D943D32}" type="presParOf" srcId="{B2D913CC-0910-4062-A8CD-F24C7D0A60D9}" destId="{8B6AA07A-C6B5-466E-8C5D-F97EEBE1E28E}" srcOrd="1" destOrd="0" presId="urn:microsoft.com/office/officeart/2005/8/layout/list1"/>
    <dgm:cxn modelId="{4129E8EF-CC35-48C4-83AE-D3BB600E909A}" type="presParOf" srcId="{2CBD507C-25BF-4007-9CBC-5EE279C0418E}" destId="{5EFB66A7-229C-4360-8483-3CE231338D58}" srcOrd="1" destOrd="0" presId="urn:microsoft.com/office/officeart/2005/8/layout/list1"/>
    <dgm:cxn modelId="{4F7A9F9C-FE32-47B2-9FBF-1E4F9579FCEE}" type="presParOf" srcId="{2CBD507C-25BF-4007-9CBC-5EE279C0418E}" destId="{0A596CD0-4DDE-4A46-BD25-8997F63286E3}" srcOrd="2" destOrd="0" presId="urn:microsoft.com/office/officeart/2005/8/layout/list1"/>
    <dgm:cxn modelId="{4AD82961-F6E6-4582-B683-972193A67082}" type="presParOf" srcId="{2CBD507C-25BF-4007-9CBC-5EE279C0418E}" destId="{D67C0EA5-5B40-4419-BAAB-BD09467A9918}" srcOrd="3" destOrd="0" presId="urn:microsoft.com/office/officeart/2005/8/layout/list1"/>
    <dgm:cxn modelId="{D8BA795C-20C6-4121-A0DE-7A01C37BD8ED}" type="presParOf" srcId="{2CBD507C-25BF-4007-9CBC-5EE279C0418E}" destId="{D2C4658E-BD08-430F-A445-36BA3CBAB65E}" srcOrd="4" destOrd="0" presId="urn:microsoft.com/office/officeart/2005/8/layout/list1"/>
    <dgm:cxn modelId="{995EE5E1-8B2A-4064-BEB5-1B8D9B823020}" type="presParOf" srcId="{D2C4658E-BD08-430F-A445-36BA3CBAB65E}" destId="{3C7B9AB6-EDF4-43A7-B892-ACAD3DED7EBF}" srcOrd="0" destOrd="0" presId="urn:microsoft.com/office/officeart/2005/8/layout/list1"/>
    <dgm:cxn modelId="{3B714475-ECEC-4AC9-8223-EB6B9F777A1A}" type="presParOf" srcId="{D2C4658E-BD08-430F-A445-36BA3CBAB65E}" destId="{BC0B3FB6-ADBC-4E1E-85BA-7002656AED0B}" srcOrd="1" destOrd="0" presId="urn:microsoft.com/office/officeart/2005/8/layout/list1"/>
    <dgm:cxn modelId="{1523D70B-A2FF-4E2B-A5AC-68D5D64124E1}" type="presParOf" srcId="{2CBD507C-25BF-4007-9CBC-5EE279C0418E}" destId="{BB71DCF0-B285-4D0B-A6F7-4EBD5FCCF46F}" srcOrd="5" destOrd="0" presId="urn:microsoft.com/office/officeart/2005/8/layout/list1"/>
    <dgm:cxn modelId="{ED1DF928-9AA2-43E4-9BF1-920BB5E63155}" type="presParOf" srcId="{2CBD507C-25BF-4007-9CBC-5EE279C0418E}" destId="{463D2D25-B0D7-48BF-96C7-2A4D60C2D4B9}" srcOrd="6" destOrd="0" presId="urn:microsoft.com/office/officeart/2005/8/layout/list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CB79326-4639-4A6D-895F-5B1FD2F82BF8}">
      <dsp:nvSpPr>
        <dsp:cNvPr id="0" name=""/>
        <dsp:cNvSpPr/>
      </dsp:nvSpPr>
      <dsp:spPr>
        <a:xfrm>
          <a:off x="1168857" y="541298"/>
          <a:ext cx="1510523" cy="1550235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rcRect/>
          <a:stretch>
            <a:fillRect l="-1000" r="-1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526ED69-52E7-4203-AF0F-1595341779B8}">
      <dsp:nvSpPr>
        <dsp:cNvPr id="0" name=""/>
        <dsp:cNvSpPr/>
      </dsp:nvSpPr>
      <dsp:spPr>
        <a:xfrm>
          <a:off x="727560" y="2057735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AR" sz="3600" kern="1200" dirty="0"/>
            <a:t>Unimodal</a:t>
          </a:r>
          <a:endParaRPr lang="en-US" sz="3600" kern="1200" dirty="0"/>
        </a:p>
      </dsp:txBody>
      <dsp:txXfrm>
        <a:off x="727560" y="2057735"/>
        <a:ext cx="4315781" cy="647367"/>
      </dsp:txXfrm>
    </dsp:sp>
    <dsp:sp modelId="{4DF2D504-0DF9-44B6-9078-1D2711CBB013}">
      <dsp:nvSpPr>
        <dsp:cNvPr id="0" name=""/>
        <dsp:cNvSpPr/>
      </dsp:nvSpPr>
      <dsp:spPr>
        <a:xfrm>
          <a:off x="727560" y="2801091"/>
          <a:ext cx="4315781" cy="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 dirty="0" err="1"/>
            <a:t>Assistance</a:t>
          </a:r>
          <a:r>
            <a:rPr lang="es-AR" sz="1700" kern="1200" dirty="0"/>
            <a:t> </a:t>
          </a:r>
          <a:r>
            <a:rPr lang="es-AR" sz="1700" kern="1200" dirty="0" err="1"/>
            <a:t>réglementaire</a:t>
          </a:r>
          <a:r>
            <a:rPr lang="es-AR" sz="1700" kern="1200" dirty="0"/>
            <a:t> et normative</a:t>
          </a:r>
          <a:endParaRPr lang="en-US" sz="1700" kern="1200" dirty="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Relecture et feedback de documents techniques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/>
            <a:t>Domain-specific LLMs</a:t>
          </a:r>
          <a:endParaRPr lang="en-US" sz="1700" kern="1200"/>
        </a:p>
      </dsp:txBody>
      <dsp:txXfrm>
        <a:off x="727560" y="2801091"/>
        <a:ext cx="4315781" cy="418"/>
      </dsp:txXfrm>
    </dsp:sp>
    <dsp:sp modelId="{CE197E7E-2AA3-45EA-AEB0-5DFADEFB3424}">
      <dsp:nvSpPr>
        <dsp:cNvPr id="0" name=""/>
        <dsp:cNvSpPr/>
      </dsp:nvSpPr>
      <dsp:spPr>
        <a:xfrm>
          <a:off x="6905694" y="1135934"/>
          <a:ext cx="346422" cy="359631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 l="-2000" r="-2000"/>
          </a:stretch>
        </a:blipFill>
        <a:ln w="1905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3C8E60-AFCF-4597-BA88-A1682BFB8CB0}">
      <dsp:nvSpPr>
        <dsp:cNvPr id="0" name=""/>
        <dsp:cNvSpPr/>
      </dsp:nvSpPr>
      <dsp:spPr>
        <a:xfrm>
          <a:off x="5841545" y="2073880"/>
          <a:ext cx="4315781" cy="64736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16002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b="1"/>
          </a:pPr>
          <a:r>
            <a:rPr lang="es-AR" sz="3600" kern="1200" dirty="0"/>
            <a:t>Multimodal</a:t>
          </a:r>
          <a:endParaRPr lang="en-US" sz="3600" kern="1200" dirty="0"/>
        </a:p>
      </dsp:txBody>
      <dsp:txXfrm>
        <a:off x="5841545" y="2073880"/>
        <a:ext cx="4315781" cy="647367"/>
      </dsp:txXfrm>
    </dsp:sp>
    <dsp:sp modelId="{059C7EA3-7CCC-412F-B3F0-3A0C520B37E6}">
      <dsp:nvSpPr>
        <dsp:cNvPr id="0" name=""/>
        <dsp:cNvSpPr/>
      </dsp:nvSpPr>
      <dsp:spPr>
        <a:xfrm>
          <a:off x="5841545" y="2767361"/>
          <a:ext cx="4315781" cy="41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1700" kern="1200"/>
            <a:t>Génération de rapports automatisés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Reconnaissance de matériaux de déchets</a:t>
          </a:r>
          <a:endParaRPr lang="en-US" sz="1700" kern="1200"/>
        </a:p>
        <a:p>
          <a:pPr marL="0" lvl="0" indent="0" algn="l" defTabSz="7556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700" kern="1200"/>
            <a:t>Classification des activités de chantier</a:t>
          </a:r>
          <a:endParaRPr lang="en-US" sz="1700" kern="1200"/>
        </a:p>
      </dsp:txBody>
      <dsp:txXfrm>
        <a:off x="5841545" y="2767361"/>
        <a:ext cx="4315781" cy="418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ADD0381-16A5-4FE3-8723-A5D261F534F4}">
      <dsp:nvSpPr>
        <dsp:cNvPr id="0" name=""/>
        <dsp:cNvSpPr/>
      </dsp:nvSpPr>
      <dsp:spPr>
        <a:xfrm>
          <a:off x="0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36D30DB-637F-42F2-99C8-A2F205193E04}">
      <dsp:nvSpPr>
        <dsp:cNvPr id="0" name=""/>
        <dsp:cNvSpPr/>
      </dsp:nvSpPr>
      <dsp:spPr>
        <a:xfrm>
          <a:off x="341494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/>
            <a:t>Extractions de données </a:t>
          </a:r>
          <a:endParaRPr lang="en-US" sz="2900" kern="1200"/>
        </a:p>
      </dsp:txBody>
      <dsp:txXfrm>
        <a:off x="398656" y="1088253"/>
        <a:ext cx="2959127" cy="1837317"/>
      </dsp:txXfrm>
    </dsp:sp>
    <dsp:sp modelId="{3451EA13-FADD-45B0-9717-E7219B97F34F}">
      <dsp:nvSpPr>
        <dsp:cNvPr id="0" name=""/>
        <dsp:cNvSpPr/>
      </dsp:nvSpPr>
      <dsp:spPr>
        <a:xfrm>
          <a:off x="3756441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F86D00F-1D8E-4959-8CCF-C57E56590FCE}">
      <dsp:nvSpPr>
        <dsp:cNvPr id="0" name=""/>
        <dsp:cNvSpPr/>
      </dsp:nvSpPr>
      <dsp:spPr>
        <a:xfrm>
          <a:off x="4097935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Restructurations des données </a:t>
          </a:r>
          <a:endParaRPr lang="en-US" sz="2900" kern="1200" dirty="0"/>
        </a:p>
      </dsp:txBody>
      <dsp:txXfrm>
        <a:off x="4155097" y="1088253"/>
        <a:ext cx="2959127" cy="1837317"/>
      </dsp:txXfrm>
    </dsp:sp>
    <dsp:sp modelId="{BF83E076-B4AC-4B75-A7A5-2A209E2BCD8A}">
      <dsp:nvSpPr>
        <dsp:cNvPr id="0" name=""/>
        <dsp:cNvSpPr/>
      </dsp:nvSpPr>
      <dsp:spPr>
        <a:xfrm>
          <a:off x="7512882" y="706671"/>
          <a:ext cx="3073451" cy="1951641"/>
        </a:xfrm>
        <a:prstGeom prst="roundRect">
          <a:avLst>
            <a:gd name="adj" fmla="val 10000"/>
          </a:avLst>
        </a:prstGeom>
        <a:solidFill>
          <a:schemeClr val="dk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0466D8-A803-4DE0-AC48-9A25A799196D}">
      <dsp:nvSpPr>
        <dsp:cNvPr id="0" name=""/>
        <dsp:cNvSpPr/>
      </dsp:nvSpPr>
      <dsp:spPr>
        <a:xfrm>
          <a:off x="7854377" y="1031091"/>
          <a:ext cx="3073451" cy="1951641"/>
        </a:xfrm>
        <a:prstGeom prst="roundRect">
          <a:avLst>
            <a:gd name="adj" fmla="val 10000"/>
          </a:avLst>
        </a:prstGeom>
        <a:solidFill>
          <a:schemeClr val="lt2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0490" tIns="110490" rIns="110490" bIns="110490" numCol="1" spcCol="1270" anchor="ctr" anchorCtr="0">
          <a:noAutofit/>
        </a:bodyPr>
        <a:lstStyle/>
        <a:p>
          <a:pPr marL="0" lvl="0" indent="0" algn="ctr" defTabSz="12890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2900" kern="1200" dirty="0"/>
            <a:t>Établissement de la chaîne de raisonnement </a:t>
          </a:r>
          <a:endParaRPr lang="en-US" sz="2900" kern="1200" dirty="0"/>
        </a:p>
      </dsp:txBody>
      <dsp:txXfrm>
        <a:off x="7911539" y="1088253"/>
        <a:ext cx="2959127" cy="1837317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05BBF7-4204-462E-BE84-29194428A1A6}">
      <dsp:nvSpPr>
        <dsp:cNvPr id="0" name=""/>
        <dsp:cNvSpPr/>
      </dsp:nvSpPr>
      <dsp:spPr>
        <a:xfrm rot="5400000">
          <a:off x="6301587" y="-2303662"/>
          <a:ext cx="1698041" cy="6729984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PDF -  Plans 2D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Word - </a:t>
          </a:r>
          <a:r>
            <a:rPr lang="es-AR" sz="2200" kern="1200"/>
            <a:t>textes descriptifs, spécifications techniques</a:t>
          </a:r>
          <a:endParaRPr lang="en-US" sz="2200" kern="120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Excel - tableaux de mesures, quantités, unités, coefficients</a:t>
          </a:r>
          <a:endParaRPr lang="en-US" sz="2200" kern="1200"/>
        </a:p>
      </dsp:txBody>
      <dsp:txXfrm rot="-5400000">
        <a:off x="3785616" y="295201"/>
        <a:ext cx="6647092" cy="1532257"/>
      </dsp:txXfrm>
    </dsp:sp>
    <dsp:sp modelId="{7AD33EF2-8A83-47F2-8AC0-E703ECCCB907}">
      <dsp:nvSpPr>
        <dsp:cNvPr id="0" name=""/>
        <dsp:cNvSpPr/>
      </dsp:nvSpPr>
      <dsp:spPr>
        <a:xfrm>
          <a:off x="0" y="53"/>
          <a:ext cx="3785616" cy="212255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78105" rIns="15621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100" kern="1200"/>
            <a:t>Documents divers des projets </a:t>
          </a:r>
          <a:endParaRPr lang="en-US" sz="4100" kern="1200"/>
        </a:p>
      </dsp:txBody>
      <dsp:txXfrm>
        <a:off x="103614" y="103667"/>
        <a:ext cx="3578388" cy="1915324"/>
      </dsp:txXfrm>
    </dsp:sp>
    <dsp:sp modelId="{BE7CD88D-6143-46A4-978D-7A6A7783D72A}">
      <dsp:nvSpPr>
        <dsp:cNvPr id="0" name=""/>
        <dsp:cNvSpPr/>
      </dsp:nvSpPr>
      <dsp:spPr>
        <a:xfrm rot="5400000">
          <a:off x="6301587" y="-74983"/>
          <a:ext cx="1698041" cy="6729984"/>
        </a:xfrm>
        <a:prstGeom prst="round2SameRect">
          <a:avLst/>
        </a:prstGeom>
        <a:solidFill>
          <a:schemeClr val="dk2">
            <a:alpha val="90000"/>
            <a:tint val="4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dk2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3820" tIns="41910" rIns="83820" bIns="41910" numCol="1" spcCol="1270" anchor="ctr" anchorCtr="0">
          <a:noAutofit/>
        </a:bodyPr>
        <a:lstStyle/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 dirty="0"/>
            <a:t>Segmentations des données </a:t>
          </a:r>
          <a:endParaRPr lang="en-US" sz="2200" kern="1200" dirty="0"/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2200" kern="1200" dirty="0"/>
            <a:t>“OCR Technologies” </a:t>
          </a:r>
        </a:p>
        <a:p>
          <a:pPr marL="228600" lvl="1" indent="-228600" algn="l" defTabSz="9779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200" kern="1200"/>
            <a:t>Corrections des textes par LLM – GPT-4o</a:t>
          </a:r>
          <a:endParaRPr lang="en-US" sz="2200" kern="1200"/>
        </a:p>
      </dsp:txBody>
      <dsp:txXfrm rot="-5400000">
        <a:off x="3785616" y="2523880"/>
        <a:ext cx="6647092" cy="1532257"/>
      </dsp:txXfrm>
    </dsp:sp>
    <dsp:sp modelId="{125487C1-8887-4299-BA64-E0AD2E0B176A}">
      <dsp:nvSpPr>
        <dsp:cNvPr id="0" name=""/>
        <dsp:cNvSpPr/>
      </dsp:nvSpPr>
      <dsp:spPr>
        <a:xfrm>
          <a:off x="0" y="2228732"/>
          <a:ext cx="3785616" cy="2122552"/>
        </a:xfrm>
        <a:prstGeom prst="roundRect">
          <a:avLst/>
        </a:prstGeom>
        <a:solidFill>
          <a:schemeClr val="dk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2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3">
          <a:scrgbClr r="0" g="0" b="0"/>
        </a:lnRef>
        <a:fillRef idx="1">
          <a:scrgbClr r="0" g="0" b="0"/>
        </a:fillRef>
        <a:effectRef idx="1">
          <a:scrgbClr r="0" g="0" b="0"/>
        </a:effectRef>
        <a:fontRef idx="minor">
          <a:schemeClr val="lt1"/>
        </a:fontRef>
      </dsp:style>
      <dsp:txBody>
        <a:bodyPr spcFirstLastPara="0" vert="horz" wrap="square" lIns="156210" tIns="78105" rIns="156210" bIns="78105" numCol="1" spcCol="1270" anchor="ctr" anchorCtr="0">
          <a:noAutofit/>
        </a:bodyPr>
        <a:lstStyle/>
        <a:p>
          <a:pPr marL="0" lvl="0" indent="0" algn="ctr" defTabSz="18224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100" kern="1200"/>
            <a:t>Méthode d’extractions des données </a:t>
          </a:r>
          <a:endParaRPr lang="en-US" sz="4100" kern="1200"/>
        </a:p>
      </dsp:txBody>
      <dsp:txXfrm>
        <a:off x="103614" y="2332346"/>
        <a:ext cx="3578388" cy="1915324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A6639F3-2771-4A30-AED7-C88E1C51134B}">
      <dsp:nvSpPr>
        <dsp:cNvPr id="0" name=""/>
        <dsp:cNvSpPr/>
      </dsp:nvSpPr>
      <dsp:spPr>
        <a:xfrm>
          <a:off x="3496905" y="2047"/>
          <a:ext cx="3934018" cy="1351196"/>
        </a:xfrm>
        <a:prstGeom prst="roundRect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Symbol Mapping</a:t>
          </a:r>
          <a:endParaRPr lang="en-US" sz="3500" kern="1200"/>
        </a:p>
      </dsp:txBody>
      <dsp:txXfrm>
        <a:off x="3562865" y="68007"/>
        <a:ext cx="3802098" cy="1219276"/>
      </dsp:txXfrm>
    </dsp:sp>
    <dsp:sp modelId="{78EB4FCB-ADE5-4E43-8D8E-3A258A209396}">
      <dsp:nvSpPr>
        <dsp:cNvPr id="0" name=""/>
        <dsp:cNvSpPr/>
      </dsp:nvSpPr>
      <dsp:spPr>
        <a:xfrm>
          <a:off x="3496905" y="1420804"/>
          <a:ext cx="3934018" cy="1351196"/>
        </a:xfrm>
        <a:prstGeom prst="roundRect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Raisonnement contextuel du LLM</a:t>
          </a:r>
          <a:endParaRPr lang="en-US" sz="3500" kern="1200"/>
        </a:p>
      </dsp:txBody>
      <dsp:txXfrm>
        <a:off x="3562865" y="1486764"/>
        <a:ext cx="3802098" cy="1219276"/>
      </dsp:txXfrm>
    </dsp:sp>
    <dsp:sp modelId="{F5BC6971-B3F7-4BC4-B91D-34D1A2E0ED10}">
      <dsp:nvSpPr>
        <dsp:cNvPr id="0" name=""/>
        <dsp:cNvSpPr/>
      </dsp:nvSpPr>
      <dsp:spPr>
        <a:xfrm>
          <a:off x="3496905" y="2839560"/>
          <a:ext cx="3934018" cy="1351196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33350" tIns="66675" rIns="133350" bIns="66675" numCol="1" spcCol="1270" anchor="ctr" anchorCtr="0">
          <a:noAutofit/>
        </a:bodyPr>
        <a:lstStyle/>
        <a:p>
          <a:pPr marL="0" lvl="0" indent="0" algn="ctr" defTabSz="1555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3500" kern="1200"/>
            <a:t>Unification des formats</a:t>
          </a:r>
          <a:endParaRPr lang="en-US" sz="3500" kern="1200"/>
        </a:p>
      </dsp:txBody>
      <dsp:txXfrm>
        <a:off x="3562865" y="2905520"/>
        <a:ext cx="3802098" cy="121927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A596CD0-4DDE-4A46-BD25-8997F63286E3}">
      <dsp:nvSpPr>
        <dsp:cNvPr id="0" name=""/>
        <dsp:cNvSpPr/>
      </dsp:nvSpPr>
      <dsp:spPr>
        <a:xfrm>
          <a:off x="0" y="372902"/>
          <a:ext cx="10927829" cy="1512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16560" rIns="848121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/>
            <a:t>Permettre à  GTP-4o de raisonner étape par étapes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/>
            <a:t>Relier les régles de calcul, les variable et  les valeurs extraites</a:t>
          </a:r>
          <a:endParaRPr lang="en-US" sz="2000" kern="1200"/>
        </a:p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s-AR" sz="2000" kern="1200"/>
            <a:t>Garantire une transparence et un suivie du processus de calcul </a:t>
          </a:r>
          <a:endParaRPr lang="en-US" sz="2000" kern="1200"/>
        </a:p>
      </dsp:txBody>
      <dsp:txXfrm>
        <a:off x="0" y="372902"/>
        <a:ext cx="10927829" cy="1512000"/>
      </dsp:txXfrm>
    </dsp:sp>
    <dsp:sp modelId="{8B6AA07A-C6B5-466E-8C5D-F97EEBE1E28E}">
      <dsp:nvSpPr>
        <dsp:cNvPr id="0" name=""/>
        <dsp:cNvSpPr/>
      </dsp:nvSpPr>
      <dsp:spPr>
        <a:xfrm>
          <a:off x="546391" y="77702"/>
          <a:ext cx="764948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2000" kern="1200"/>
            <a:t>Principe du raisonnement</a:t>
          </a:r>
          <a:endParaRPr lang="en-US" sz="2000" kern="1200"/>
        </a:p>
      </dsp:txBody>
      <dsp:txXfrm>
        <a:off x="575212" y="106523"/>
        <a:ext cx="7591838" cy="532758"/>
      </dsp:txXfrm>
    </dsp:sp>
    <dsp:sp modelId="{463D2D25-B0D7-48BF-96C7-2A4D60C2D4B9}">
      <dsp:nvSpPr>
        <dsp:cNvPr id="0" name=""/>
        <dsp:cNvSpPr/>
      </dsp:nvSpPr>
      <dsp:spPr>
        <a:xfrm>
          <a:off x="0" y="2288102"/>
          <a:ext cx="10927829" cy="1827000"/>
        </a:xfrm>
        <a:prstGeom prst="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48121" tIns="416560" rIns="848121" bIns="142240" numCol="1" spcCol="1270" anchor="t" anchorCtr="0">
          <a:noAutofit/>
        </a:bodyPr>
        <a:lstStyle/>
        <a:p>
          <a:pPr marL="228600" lvl="1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Génération dynamique du prompt à partir :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des données restructurées (variables + unités + valeurs),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des formules extraites des documents QTO,</a:t>
          </a:r>
          <a:endParaRPr lang="en-US" sz="2000" kern="1200"/>
        </a:p>
        <a:p>
          <a:pPr marL="457200" lvl="2" indent="-228600" algn="l" defTabSz="8890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fr-FR" sz="2000" kern="1200"/>
            <a:t>et des instructions de raisonnement étape par étape.</a:t>
          </a:r>
          <a:endParaRPr lang="en-US" sz="2000" kern="1200"/>
        </a:p>
      </dsp:txBody>
      <dsp:txXfrm>
        <a:off x="0" y="2288102"/>
        <a:ext cx="10927829" cy="1827000"/>
      </dsp:txXfrm>
    </dsp:sp>
    <dsp:sp modelId="{BC0B3FB6-ADBC-4E1E-85BA-7002656AED0B}">
      <dsp:nvSpPr>
        <dsp:cNvPr id="0" name=""/>
        <dsp:cNvSpPr/>
      </dsp:nvSpPr>
      <dsp:spPr>
        <a:xfrm>
          <a:off x="546391" y="1992902"/>
          <a:ext cx="7649480" cy="590400"/>
        </a:xfrm>
        <a:prstGeom prst="roundRect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1905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89132" tIns="0" rIns="289132" bIns="0" numCol="1" spcCol="1270" anchor="ctr" anchorCtr="0">
          <a:noAutofit/>
        </a:bodyPr>
        <a:lstStyle/>
        <a:p>
          <a:pPr marL="0" lvl="0" indent="0" algn="l" defTabSz="8890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s-AR" sz="2000" kern="1200"/>
            <a:t>Méthode utilisée</a:t>
          </a:r>
          <a:endParaRPr lang="en-US" sz="2000" kern="1200"/>
        </a:p>
      </dsp:txBody>
      <dsp:txXfrm>
        <a:off x="575212" y="2021723"/>
        <a:ext cx="7591838" cy="53275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LabelDescriptionList">
  <dgm:title val="Icon Label Description List"/>
  <dgm:desc val="Use to show non-sequential or grouped chunks of information. The placeholder holds an icon or small picture, and corresponding text boxes show Level 1 and Level 2 text respectively. Works well for minimal Level 1 text accompanied by lengthier Level two text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compNode" refType="h" fact="0.45"/>
      <dgm:constr type="w" for="ch" forName="compNode" val="120"/>
      <dgm:constr type="w" for="ch" forName="sibTrans" refType="w" refFor="ch" refForName="compNode" fact="0.175"/>
      <dgm:constr type="primFontSz" for="des" forName="parTx" val="36"/>
      <dgm:constr type="primFontSz" for="des" forName="desTx" refType="primFontSz" refFor="des" refForName="parTx" op="lte" fact="0.75"/>
      <dgm:constr type="h" for="des" forName="compNode" op="equ"/>
      <dgm:constr type="h" for="des" forName="iconRect" op="equ"/>
      <dgm:constr type="w" for="des" forName="iconRect" op="equ"/>
      <dgm:constr type="h" for="des" forName="iconSpace" op="equ"/>
      <dgm:constr type="h" for="des" forName="parTx" op="equ"/>
      <dgm:constr type="h" for="des" forName="txSpace" op="equ"/>
      <dgm:constr type="h" for="des" forName="desTx" op="equ"/>
    </dgm:constrLst>
    <dgm:ruleLst>
      <dgm:rule type="w" for="ch" forName="compNode" val="0" fact="NaN" max="NaN"/>
    </dgm:ruleLst>
    <dgm:forEach name="Name3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35"/>
          <dgm:constr type="h" for="ch" forName="iconRect" refType="w" refFor="ch" refForName="iconRect"/>
          <dgm:constr type="l" for="ch" forName="iconRect"/>
          <dgm:constr type="t" for="ch" forName="iconRect"/>
          <dgm:constr type="w" for="ch" forName="iconSpace" refType="w"/>
          <dgm:constr type="h" for="ch" forName="iconSpace" refType="h" fact="0.043"/>
          <dgm:constr type="l" for="ch" forName="iconSpace"/>
          <dgm:constr type="t" for="ch" forName="iconSpace" refType="b" refFor="ch" refForName="iconRect"/>
          <dgm:constr type="w" for="ch" forName="parTx" refType="w"/>
          <dgm:constr type="h" for="ch" forName="parTx" refType="w" fact="0.15"/>
          <dgm:constr type="l" for="ch" forName="parTx"/>
          <dgm:constr type="t" for="ch" forName="parTx" refType="b" refFor="ch" refForName="iconSpace"/>
          <dgm:constr type="h" for="ch" forName="txSpace" refType="h" fact="0.02"/>
          <dgm:constr type="w" for="ch" forName="txSpace" refType="w"/>
          <dgm:constr type="l" for="ch" forName="txSpace"/>
          <dgm:constr type="t" for="ch" forName="txSpace" refType="b" refFor="ch" refForName="parTx"/>
          <dgm:constr type="w" for="ch" forName="desTx" refType="w"/>
          <dgm:constr type="l" for="ch" forName="desTx"/>
          <dgm:constr type="t" for="ch" forName="desTx" refType="b" refFor="ch" refForName="txSpace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icon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4" fact="NaN" max="NaN"/>
            <dgm:rule type="h" val="INF" fact="NaN" max="NaN"/>
          </dgm:ruleLst>
        </dgm:layoutNode>
        <dgm:layoutNode name="txSpace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desTx" styleLbl="revTx">
          <dgm:varLst/>
          <dgm:alg type="tx">
            <dgm:param type="stBulletLvl" val="0"/>
            <dgm:param type="txAnchorVert" val="t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des" ptType="node"/>
          <dgm:constrLst>
            <dgm:constr type="secFontSz" refType="primFontSz"/>
            <dgm:constr type="lMarg"/>
            <dgm:constr type="rMarg"/>
            <dgm:constr type="tMarg"/>
            <dgm:constr type="bMarg"/>
          </dgm:constrLst>
          <dgm:ruleLst>
            <dgm:rule type="primFontSz" val="NaN" fact="NaN" max="17"/>
            <dgm:rule type="h" val="INF" fact="NaN" max="NaN"/>
          </dgm:ruleLst>
        </dgm:layoutNode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b="1"/>
        </a:lvl1pPr>
        <a:lvl2pPr>
          <a:lnSpc>
            <a:spcPct val="100000"/>
          </a:lnSpc>
        </a:lvl2pPr>
      </dgm1612:lstStyle>
    </a:ext>
  </dgm:extLst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ierarchy1">
  <dgm:title val=""/>
  <dgm:desc val=""/>
  <dgm:catLst>
    <dgm:cat type="hierarchy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hierChild1">
    <dgm:varLst>
      <dgm:chPref val="1"/>
      <dgm:dir/>
      <dgm:animOne val="branch"/>
      <dgm:animLvl val="lvl"/>
      <dgm:resizeHandles/>
    </dgm:varLst>
    <dgm:choose name="Name0">
      <dgm:if name="Name1" func="var" arg="dir" op="equ" val="norm">
        <dgm:alg type="hierChild">
          <dgm:param type="linDir" val="fromL"/>
        </dgm:alg>
      </dgm:if>
      <dgm:else name="Name2">
        <dgm:alg type="hierChild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primFontSz" for="des" ptType="node" op="equ" val="65"/>
      <dgm:constr type="w" for="des" forName="composite" refType="w"/>
      <dgm:constr type="h" for="des" forName="composite" refType="w" refFor="des" refForName="composite" fact="0.667"/>
      <dgm:constr type="w" for="des" forName="composite2" refType="w" refFor="des" refForName="composite"/>
      <dgm:constr type="h" for="des" forName="composite2" refType="h" refFor="des" refForName="composite"/>
      <dgm:constr type="w" for="des" forName="composite3" refType="w" refFor="des" refForName="composite"/>
      <dgm:constr type="h" for="des" forName="composite3" refType="h" refFor="des" refForName="composite"/>
      <dgm:constr type="w" for="des" forName="composite4" refType="w" refFor="des" refForName="composite"/>
      <dgm:constr type="h" for="des" forName="composite4" refType="h" refFor="des" refForName="composite"/>
      <dgm:constr type="w" for="des" forName="composite5" refType="w" refFor="des" refForName="composite"/>
      <dgm:constr type="h" for="des" forName="composite5" refType="h" refFor="des" refForName="composite"/>
      <dgm:constr type="sibSp" refType="w" refFor="des" refForName="composite" fact="0.1"/>
      <dgm:constr type="sibSp" for="des" forName="hierChild2" refType="sibSp"/>
      <dgm:constr type="sibSp" for="des" forName="hierChild3" refType="sibSp"/>
      <dgm:constr type="sibSp" for="des" forName="hierChild4" refType="sibSp"/>
      <dgm:constr type="sibSp" for="des" forName="hierChild5" refType="sibSp"/>
      <dgm:constr type="sibSp" for="des" forName="hierChild6" refType="sibSp"/>
      <dgm:constr type="sp" for="des" forName="hierRoot1" refType="h" refFor="des" refForName="composite" fact="0.25"/>
      <dgm:constr type="sp" for="des" forName="hierRoot2" refType="sp" refFor="des" refForName="hierRoot1"/>
      <dgm:constr type="sp" for="des" forName="hierRoot3" refType="sp" refFor="des" refForName="hierRoot1"/>
      <dgm:constr type="sp" for="des" forName="hierRoot4" refType="sp" refFor="des" refForName="hierRoot1"/>
      <dgm:constr type="sp" for="des" forName="hierRoot5" refType="sp" refFor="des" refForName="hierRoot1"/>
    </dgm:constrLst>
    <dgm:ruleLst/>
    <dgm:forEach name="Name3" axis="ch">
      <dgm:forEach name="Name4" axis="self" ptType="node">
        <dgm:layoutNode name="hierRoot1">
          <dgm:alg type="hierRoot"/>
          <dgm:shape xmlns:r="http://schemas.openxmlformats.org/officeDocument/2006/relationships" r:blip="">
            <dgm:adjLst/>
          </dgm:shape>
          <dgm:presOf/>
          <dgm:constrLst>
            <dgm:constr type="bendDist" for="des" ptType="parTrans" refType="sp" fact="0.5"/>
          </dgm:constrLst>
          <dgm:ruleLst/>
          <dgm:layoutNode name="composite">
            <dgm:alg type="composite"/>
            <dgm:shape xmlns:r="http://schemas.openxmlformats.org/officeDocument/2006/relationships" r:blip="">
              <dgm:adjLst/>
            </dgm:shape>
            <dgm:presOf/>
            <dgm:constrLst>
              <dgm:constr type="w" for="ch" forName="background" refType="w" fact="0.9"/>
              <dgm:constr type="h" for="ch" forName="background" refType="w" refFor="ch" refForName="background" fact="0.635"/>
              <dgm:constr type="t" for="ch" forName="background"/>
              <dgm:constr type="l" for="ch" forName="background"/>
              <dgm:constr type="w" for="ch" forName="text" refType="w" fact="0.9"/>
              <dgm:constr type="h" for="ch" forName="text" refType="w" refFor="ch" refForName="text" fact="0.635"/>
              <dgm:constr type="t" for="ch" forName="text" refType="w" fact="0.095"/>
              <dgm:constr type="l" for="ch" forName="text" refType="w" fact="0.1"/>
            </dgm:constrLst>
            <dgm:ruleLst/>
            <dgm:layoutNode name="background" styleLbl="node0" moveWith="text"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/>
              <dgm:constrLst/>
              <dgm:ruleLst/>
            </dgm:layoutNode>
            <dgm:layoutNode name="text" styleLbl="fgAcc0">
              <dgm:varLst>
                <dgm:chPref val="3"/>
              </dgm:varLst>
              <dgm:alg type="tx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self"/>
              <dgm:constrLst>
                <dgm:constr type="tMarg" refType="primFontSz" fact="0.3"/>
                <dgm:constr type="bMarg" refType="primFontSz" fact="0.3"/>
                <dgm:constr type="lMarg" refType="primFontSz" fact="0.3"/>
                <dgm:constr type="rMarg" refType="primFontSz" fact="0.3"/>
              </dgm:constrLst>
              <dgm:ruleLst>
                <dgm:rule type="primFontSz" val="5" fact="NaN" max="NaN"/>
              </dgm:ruleLst>
            </dgm:layoutNode>
          </dgm:layoutNode>
          <dgm:layoutNode name="hierChild2">
            <dgm:choose name="Name5">
              <dgm:if name="Name6" func="var" arg="dir" op="equ" val="norm">
                <dgm:alg type="hierChild">
                  <dgm:param type="linDir" val="fromL"/>
                </dgm:alg>
              </dgm:if>
              <dgm:else name="Name7">
                <dgm:alg type="hierChild">
                  <dgm:param type="linDir" val="from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Name8" axis="ch">
              <dgm:forEach name="Name9" axis="self" ptType="parTrans" cnt="1">
                <dgm:layoutNode name="Name10">
                  <dgm:alg type="conn">
                    <dgm:param type="dim" val="1D"/>
                    <dgm:param type="endSty" val="noArr"/>
                    <dgm:param type="connRout" val="bend"/>
                    <dgm:param type="bendPt" val="end"/>
                    <dgm:param type="begPts" val="bCtr"/>
                    <dgm:param type="endPts" val="tCtr"/>
                    <dgm:param type="srcNode" val="background"/>
                    <dgm:param type="dstNode" val="background2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  <dgm:forEach name="Name11" axis="self" ptType="node">
                <dgm:layoutNode name="hierRoot2">
                  <dgm:alg type="hierRoot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bendDist" for="des" ptType="parTrans" refType="sp" fact="0.5"/>
                  </dgm:constrLst>
                  <dgm:ruleLst/>
                  <dgm:layoutNode name="composite2">
                    <dgm:alg type="composite"/>
                    <dgm:shape xmlns:r="http://schemas.openxmlformats.org/officeDocument/2006/relationships" r:blip="">
                      <dgm:adjLst/>
                    </dgm:shape>
                    <dgm:presOf/>
                    <dgm:constrLst>
                      <dgm:constr type="w" for="ch" forName="background2" refType="w" fact="0.9"/>
                      <dgm:constr type="h" for="ch" forName="background2" refType="w" refFor="ch" refForName="background2" fact="0.635"/>
                      <dgm:constr type="t" for="ch" forName="background2"/>
                      <dgm:constr type="l" for="ch" forName="background2"/>
                      <dgm:constr type="w" for="ch" forName="text2" refType="w" fact="0.9"/>
                      <dgm:constr type="h" for="ch" forName="text2" refType="w" refFor="ch" refForName="text2" fact="0.635"/>
                      <dgm:constr type="t" for="ch" forName="text2" refType="w" fact="0.095"/>
                      <dgm:constr type="l" for="ch" forName="text2" refType="w" fact="0.1"/>
                    </dgm:constrLst>
                    <dgm:ruleLst/>
                    <dgm:layoutNode name="background2" moveWith="text2"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/>
                      <dgm:constrLst/>
                      <dgm:ruleLst/>
                    </dgm:layoutNode>
                    <dgm:layoutNode name="text2" styleLbl="fgAcc2">
                      <dgm:varLst>
                        <dgm:chPref val="3"/>
                      </dgm:varLst>
                      <dgm:alg type="tx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layoutNode>
                  <dgm:layoutNode name="hierChild3">
                    <dgm:choose name="Name12">
                      <dgm:if name="Name13" func="var" arg="dir" op="equ" val="norm">
                        <dgm:alg type="hierChild">
                          <dgm:param type="linDir" val="fromL"/>
                        </dgm:alg>
                      </dgm:if>
                      <dgm:else name="Name14">
                        <dgm:alg type="hierChild">
                          <dgm:param type="linDir" val="from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15" axis="ch">
                      <dgm:forEach name="Name16" axis="self" ptType="parTrans" cnt="1">
                        <dgm:layoutNode name="Name17">
                          <dgm:alg type="conn">
                            <dgm:param type="dim" val="1D"/>
                            <dgm:param type="endSty" val="noArr"/>
                            <dgm:param type="connRout" val="bend"/>
                            <dgm:param type="bendPt" val="end"/>
                            <dgm:param type="begPts" val="bCtr"/>
                            <dgm:param type="endPts" val="tCtr"/>
                            <dgm:param type="srcNode" val="background2"/>
                            <dgm:param type="dstNode" val="background3"/>
                          </dgm:alg>
                          <dgm:shape xmlns:r="http://schemas.openxmlformats.org/officeDocument/2006/relationships" type="conn" r:blip="" zOrderOff="-999">
                            <dgm:adjLst/>
                          </dgm:shape>
                          <dgm:presOf axis="self"/>
                          <dgm:constrLst>
                            <dgm:constr type="begPad"/>
                            <dgm:constr type="endPad"/>
                          </dgm:constrLst>
                          <dgm:ruleLst/>
                        </dgm:layoutNode>
                      </dgm:forEach>
                      <dgm:forEach name="Name18" axis="self" ptType="node">
                        <dgm:layoutNode name="hierRoot3">
                          <dgm:alg type="hierRoot"/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constrLst>
                            <dgm:constr type="bendDist" for="des" ptType="parTrans" refType="sp" fact="0.5"/>
                          </dgm:constrLst>
                          <dgm:ruleLst/>
                          <dgm:layoutNode name="composite3">
                            <dgm:alg type="composite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>
                              <dgm:constr type="w" for="ch" forName="background3" refType="w" fact="0.9"/>
                              <dgm:constr type="h" for="ch" forName="background3" refType="w" refFor="ch" refForName="background3" fact="0.635"/>
                              <dgm:constr type="t" for="ch" forName="background3"/>
                              <dgm:constr type="l" for="ch" forName="background3"/>
                              <dgm:constr type="w" for="ch" forName="text3" refType="w" fact="0.9"/>
                              <dgm:constr type="h" for="ch" forName="text3" refType="w" refFor="ch" refForName="text3" fact="0.635"/>
                              <dgm:constr type="t" for="ch" forName="text3" refType="w" fact="0.095"/>
                              <dgm:constr type="l" for="ch" forName="text3" refType="w" fact="0.1"/>
                            </dgm:constrLst>
                            <dgm:ruleLst/>
                            <dgm:layoutNode name="background3" moveWith="text3">
                              <dgm:alg type="sp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/>
                              <dgm:constrLst/>
                              <dgm:ruleLst/>
                            </dgm:layoutNode>
                            <dgm:layoutNode name="text3" styleLbl="fgAcc3">
                              <dgm:varLst>
                                <dgm:chPref val="3"/>
                              </dgm:varLst>
                              <dgm:alg type="tx"/>
                              <dgm:shape xmlns:r="http://schemas.openxmlformats.org/officeDocument/2006/relationships" type="roundRect" r:blip="">
                                <dgm:adjLst>
                                  <dgm:adj idx="1" val="0.1"/>
                                </dgm:adjLst>
                              </dgm:shape>
                              <dgm:presOf axis="self"/>
                              <dgm:constrLst>
                                <dgm:constr type="tMarg" refType="primFontSz" fact="0.3"/>
                                <dgm:constr type="bMarg" refType="primFontSz" fact="0.3"/>
                                <dgm:constr type="lMarg" refType="primFontSz" fact="0.3"/>
                                <dgm:constr type="rMarg" refType="primFontSz" fact="0.3"/>
                              </dgm:constrLst>
                              <dgm:ruleLst>
                                <dgm:rule type="primFontSz" val="5" fact="NaN" max="NaN"/>
                              </dgm:ruleLst>
                            </dgm:layoutNode>
                          </dgm:layoutNode>
                          <dgm:layoutNode name="hierChild4">
                            <dgm:choose name="Name19">
                              <dgm:if name="Name20" func="var" arg="dir" op="equ" val="norm">
                                <dgm:alg type="hierChild">
                                  <dgm:param type="linDir" val="fromL"/>
                                </dgm:alg>
                              </dgm:if>
                              <dgm:else name="Name21">
                                <dgm:alg type="hierChild">
                                  <dgm:param type="linDir" val="fromR"/>
                                </dgm:alg>
                              </dgm:else>
                            </dgm:choose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  <dgm:constrLst/>
                            <dgm:ruleLst/>
                            <dgm:forEach name="repeat" axis="ch">
                              <dgm:forEach name="Name22" axis="self" ptType="parTrans" cnt="1">
                                <dgm:layoutNode name="Name23">
                                  <dgm:choose name="Name24">
                                    <dgm:if name="Name25" axis="self" func="depth" op="lte" val="4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3"/>
                                        <dgm:param type="dstNode" val="background4"/>
                                      </dgm:alg>
                                    </dgm:if>
                                    <dgm:else name="Name26">
                                      <dgm:alg type="conn">
                                        <dgm:param type="dim" val="1D"/>
                                        <dgm:param type="endSty" val="noArr"/>
                                        <dgm:param type="connRout" val="bend"/>
                                        <dgm:param type="bendPt" val="end"/>
                                        <dgm:param type="begPts" val="bCtr"/>
                                        <dgm:param type="endPts" val="tCtr"/>
                                        <dgm:param type="srcNode" val="background4"/>
                                        <dgm:param type="dstNode" val="background4"/>
                                      </dgm:alg>
                                    </dgm:else>
                                  </dgm:choose>
                                  <dgm:shape xmlns:r="http://schemas.openxmlformats.org/officeDocument/2006/relationships" type="conn" r:blip="" zOrderOff="-999">
                                    <dgm:adjLst/>
                                  </dgm:shape>
                                  <dgm:presOf axis="self"/>
                                  <dgm:constrLst>
                                    <dgm:constr type="begPad"/>
                                    <dgm:constr type="endPad"/>
                                  </dgm:constrLst>
                                  <dgm:ruleLst/>
                                </dgm:layoutNode>
                              </dgm:forEach>
                              <dgm:forEach name="Name27" axis="self" ptType="node">
                                <dgm:layoutNode name="hierRoot4">
                                  <dgm:alg type="hierRoot"/>
                                  <dgm:shape xmlns:r="http://schemas.openxmlformats.org/officeDocument/2006/relationships" r:blip="">
                                    <dgm:adjLst/>
                                  </dgm:shape>
                                  <dgm:presOf/>
                                  <dgm:constrLst>
                                    <dgm:constr type="bendDist" for="des" ptType="parTrans" refType="sp" fact="0.5"/>
                                  </dgm:constrLst>
                                  <dgm:ruleLst/>
                                  <dgm:layoutNode name="composite4">
                                    <dgm:alg type="composite"/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>
                                      <dgm:constr type="w" for="ch" forName="background4" refType="w" fact="0.9"/>
                                      <dgm:constr type="h" for="ch" forName="background4" refType="w" refFor="ch" refForName="background4" fact="0.635"/>
                                      <dgm:constr type="t" for="ch" forName="background4"/>
                                      <dgm:constr type="l" for="ch" forName="background4"/>
                                      <dgm:constr type="w" for="ch" forName="text4" refType="w" fact="0.9"/>
                                      <dgm:constr type="h" for="ch" forName="text4" refType="w" refFor="ch" refForName="text4" fact="0.635"/>
                                      <dgm:constr type="t" for="ch" forName="text4" refType="w" fact="0.095"/>
                                      <dgm:constr type="l" for="ch" forName="text4" refType="w" fact="0.1"/>
                                    </dgm:constrLst>
                                    <dgm:ruleLst/>
                                    <dgm:layoutNode name="background4" moveWith="text4">
                                      <dgm:alg type="sp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/>
                                      <dgm:constrLst/>
                                      <dgm:ruleLst/>
                                    </dgm:layoutNode>
                                    <dgm:layoutNode name="text4" styleLbl="fgAcc4">
                                      <dgm:varLst>
                                        <dgm:chPref val="3"/>
                                      </dgm:varLst>
                                      <dgm:alg type="tx"/>
                                      <dgm:shape xmlns:r="http://schemas.openxmlformats.org/officeDocument/2006/relationships" type="roundRect" r:blip="">
                                        <dgm:adjLst>
                                          <dgm:adj idx="1" val="0.1"/>
                                        </dgm:adjLst>
                                      </dgm:shape>
                                      <dgm:presOf axis="self"/>
                                      <dgm:constrLst>
                                        <dgm:constr type="tMarg" refType="primFontSz" fact="0.3"/>
                                        <dgm:constr type="bMarg" refType="primFontSz" fact="0.3"/>
                                        <dgm:constr type="lMarg" refType="primFontSz" fact="0.3"/>
                                        <dgm:constr type="rMarg" refType="primFontSz" fact="0.3"/>
                                      </dgm:constrLst>
                                      <dgm:ruleLst>
                                        <dgm:rule type="primFontSz" val="5" fact="NaN" max="NaN"/>
                                      </dgm:ruleLst>
                                    </dgm:layoutNode>
                                  </dgm:layoutNode>
                                  <dgm:layoutNode name="hierChild5">
                                    <dgm:choose name="Name28">
                                      <dgm:if name="Name29" func="var" arg="dir" op="equ" val="norm">
                                        <dgm:alg type="hierChild">
                                          <dgm:param type="linDir" val="fromL"/>
                                        </dgm:alg>
                                      </dgm:if>
                                      <dgm:else name="Name30">
                                        <dgm:alg type="hierChild">
                                          <dgm:param type="linDir" val="fromR"/>
                                        </dgm:alg>
                                      </dgm:else>
                                    </dgm:choose>
                                    <dgm:shape xmlns:r="http://schemas.openxmlformats.org/officeDocument/2006/relationships" r:blip="">
                                      <dgm:adjLst/>
                                    </dgm:shape>
                                    <dgm:presOf/>
                                    <dgm:constrLst/>
                                    <dgm:ruleLst/>
                                    <dgm:forEach name="Name31" ref="repeat"/>
                                  </dgm:layoutNode>
                                </dgm:layoutNode>
                              </dgm:forEach>
                            </dgm:forEach>
                          </dgm:layoutNode>
                        </dgm:layoutNode>
                      </dgm:forEach>
                    </dgm:forEach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list1">
  <dgm:title val=""/>
  <dgm:desc val=""/>
  <dgm:catLst>
    <dgm:cat type="list" pri="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4" srcId="0" destId="1" srcOrd="0" destOrd="0"/>
        <dgm:cxn modelId="5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">
    <dgm:varLst>
      <dgm:dir/>
      <dgm:animLvl val="lvl"/>
      <dgm:resizeHandles val="exact"/>
    </dgm:varLst>
    <dgm:choose name="Name0">
      <dgm:if name="Name1" func="var" arg="dir" op="equ" val="norm">
        <dgm:alg type="lin">
          <dgm:param type="linDir" val="fromT"/>
          <dgm:param type="vertAlign" val="mid"/>
          <dgm:param type="horzAlign" val="l"/>
          <dgm:param type="nodeHorzAlign" val="l"/>
        </dgm:alg>
      </dgm:if>
      <dgm:else name="Name2">
        <dgm:alg type="lin">
          <dgm:param type="linDir" val="fromT"/>
          <dgm:param type="vertAlign" val="mid"/>
          <dgm:param type="horzAlign" val="r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parentLin" refType="w"/>
      <dgm:constr type="h" for="ch" forName="parentLin" val="INF"/>
      <dgm:constr type="w" for="des" forName="parentLeftMargin" refType="w" fact="0.05"/>
      <dgm:constr type="w" for="des" forName="parentText" refType="w" fact="0.7"/>
      <dgm:constr type="h" for="des" forName="parentText" refType="primFontSz" refFor="des" refForName="parentText" fact="0.82"/>
      <dgm:constr type="h" for="ch" forName="negativeSpace" refType="primFontSz" refFor="des" refForName="parentText" fact="-0.41"/>
      <dgm:constr type="h" for="ch" forName="negativeSpace" refType="h" refFor="des" refForName="parentText" op="lte" fact="-0.82"/>
      <dgm:constr type="h" for="ch" forName="negativeSpace" refType="h" refFor="des" refForName="parentText" op="gte" fact="-0.82"/>
      <dgm:constr type="w" for="ch" forName="childText" refType="w"/>
      <dgm:constr type="h" for="ch" forName="childText" refType="primFontSz" refFor="des" refForName="parentText" fact="0.7"/>
      <dgm:constr type="primFontSz" for="des" forName="parentText" val="65"/>
      <dgm:constr type="primFontSz" for="ch" forName="childText" refType="primFontSz" refFor="des" refForName="parentText"/>
      <dgm:constr type="tMarg" for="ch" forName="childText" refType="primFontSz" refFor="des" refForName="parentText" fact="1.64"/>
      <dgm:constr type="tMarg" for="ch" forName="childText" refType="h" refFor="des" refForName="parentText" op="lte" fact="3.28"/>
      <dgm:constr type="tMarg" for="ch" forName="childText" refType="h" refFor="des" refForName="parentText" op="gte" fact="3.28"/>
      <dgm:constr type="lMarg" for="ch" forName="childText" refType="w" fact="0.22"/>
      <dgm:constr type="rMarg" for="ch" forName="childText" refType="lMarg" refFor="ch" refForName="childText"/>
      <dgm:constr type="lMarg" for="des" forName="parentText" refType="w" fact="0.075"/>
      <dgm:constr type="rMarg" for="des" forName="parentText" refType="lMarg" refFor="des" refForName="parentText"/>
      <dgm:constr type="h" for="ch" forName="spaceBetweenRectangles" refType="primFontSz" refFor="des" refForName="parentText" fact="0.15"/>
    </dgm:constrLst>
    <dgm:ruleLst>
      <dgm:rule type="primFontSz" for="des" forName="parentText" val="5" fact="NaN" max="NaN"/>
    </dgm:ruleLst>
    <dgm:forEach name="Name3" axis="ch" ptType="node">
      <dgm:layoutNode name="parentLin">
        <dgm:choose name="Name4">
          <dgm:if name="Name5" func="var" arg="dir" op="equ" val="norm">
            <dgm:alg type="lin">
              <dgm:param type="linDir" val="fromL"/>
              <dgm:param type="horzAlign" val="l"/>
              <dgm:param type="nodeHorzAlign" val="l"/>
            </dgm:alg>
          </dgm:if>
          <dgm:else name="Name6">
            <dgm:alg type="lin">
              <dgm:param type="linDir" val="fromR"/>
              <dgm:param type="horzAlign" val="r"/>
              <dgm:param type="nodeHorzAlign" val="r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parentLeftMargin">
          <dgm:alg type="sp"/>
          <dgm:shape xmlns:r="http://schemas.openxmlformats.org/officeDocument/2006/relationships" type="rect" r:blip="" hideGeom="1">
            <dgm:adjLst/>
          </dgm:shape>
          <dgm:presOf axis="self"/>
          <dgm:constrLst>
            <dgm:constr type="h"/>
          </dgm:constrLst>
          <dgm:ruleLst/>
        </dgm:layoutNode>
        <dgm:layoutNode name="parentText" styleLbl="node1">
          <dgm:varLst>
            <dgm:chMax val="0"/>
            <dgm:bulletEnabled val="1"/>
          </dgm:varLst>
          <dgm:choose name="Name7">
            <dgm:if name="Name8" func="var" arg="dir" op="equ" val="norm">
              <dgm:alg type="tx">
                <dgm:param type="parTxLTRAlign" val="l"/>
                <dgm:param type="parTxRTLAlign" val="l"/>
              </dgm:alg>
            </dgm:if>
            <dgm:else name="Name9">
              <dgm:alg type="tx">
                <dgm:param type="parTxLTRAlign" val="r"/>
                <dgm:param type="parTxRTLAlign" val="r"/>
              </dgm:alg>
            </dgm:else>
          </dgm:choose>
          <dgm:shape xmlns:r="http://schemas.openxmlformats.org/officeDocument/2006/relationships" type="roundRect" r:blip="">
            <dgm:adjLst/>
          </dgm:shape>
          <dgm:presOf axis="self" ptType="node"/>
          <dgm:constrLst>
            <dgm:constr type="tMarg"/>
            <dgm:constr type="bMarg"/>
          </dgm:constrLst>
          <dgm:ruleLst/>
        </dgm:layoutNode>
      </dgm:layoutNode>
      <dgm:layoutNode name="negativeSpace">
        <dgm:alg type="sp"/>
        <dgm:shape xmlns:r="http://schemas.openxmlformats.org/officeDocument/2006/relationships" r:blip="">
          <dgm:adjLst/>
        </dgm:shape>
        <dgm:presOf/>
        <dgm:constrLst/>
        <dgm:ruleLst/>
      </dgm:layoutNode>
      <dgm:layoutNode name="childText" styleLbl="conFgAcc1">
        <dgm:varLst>
          <dgm:bulletEnabled val="1"/>
        </dgm:varLst>
        <dgm:alg type="tx">
          <dgm:param type="stBulletLvl" val="1"/>
        </dgm:alg>
        <dgm:shape xmlns:r="http://schemas.openxmlformats.org/officeDocument/2006/relationships" type="rect" r:blip="" zOrderOff="-2">
          <dgm:adjLst/>
        </dgm:shape>
        <dgm:presOf axis="des" ptType="node"/>
        <dgm:constrLst>
          <dgm:constr type="secFontSz" refType="primFontSz"/>
        </dgm:constrLst>
        <dgm:ruleLst>
          <dgm:rule type="h" val="INF" fact="NaN" max="NaN"/>
        </dgm:ruleLst>
      </dgm:layoutNode>
      <dgm:forEach name="Name10" axis="followSib" ptType="sibTrans" cnt="1">
        <dgm:layoutNode name="spaceBetweenRectangle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2">
  <dgm:title val=""/>
  <dgm:desc val=""/>
  <dgm:catLst>
    <dgm:cat type="simple" pri="102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3">
        <a:scrgbClr r="0" g="0" b="0"/>
      </a:lnRef>
      <a:fillRef idx="1">
        <a:scrgbClr r="0" g="0" b="0"/>
      </a:fillRef>
      <a:effectRef idx="1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7824B3-DC8C-4FD9-B3F9-F8C5DB33BA10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A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A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B6AC0-7D31-4FAF-A754-AE5D0A178719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91651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Confrontation des données extraite par OCR avec les originaux. Aucune précision sur comment il font probablement qu’il donne le texte OCR avec l’image fournis</a:t>
            </a:r>
          </a:p>
          <a:p>
            <a:r>
              <a:rPr lang="fr-FR" dirty="0"/>
              <a:t>Il faut étre prudent ils sont relativement vague …</a:t>
            </a:r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7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61907325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Idée principale est de correspondre les données avec les variables et  les nom inscrit dans le QTO </a:t>
            </a:r>
          </a:p>
          <a:p>
            <a:r>
              <a:rPr lang="fr-FR" b="1" dirty="0"/>
              <a:t>Méthode de restructuration</a:t>
            </a:r>
          </a:p>
          <a:p>
            <a:r>
              <a:rPr lang="fr-FR" b="1" dirty="0"/>
              <a:t>Symbol Mapping :</a:t>
            </a:r>
            <a:r>
              <a:rPr lang="fr-FR" dirty="0"/>
              <a:t> correspondance entre les données extraites et les </a:t>
            </a:r>
            <a:r>
              <a:rPr lang="fr-FR" b="1" dirty="0"/>
              <a:t>symboles</a:t>
            </a:r>
            <a:r>
              <a:rPr lang="fr-FR" dirty="0"/>
              <a:t> (variables) des règles QTO.</a:t>
            </a:r>
          </a:p>
          <a:p>
            <a:endParaRPr lang="fr-FR" dirty="0"/>
          </a:p>
          <a:p>
            <a:r>
              <a:rPr lang="fr-FR" b="1" dirty="0"/>
              <a:t>Raisonnement contextuel du LLM (GPT-4o)</a:t>
            </a:r>
            <a:r>
              <a:rPr lang="fr-FR" dirty="0"/>
              <a:t> pour reconnaître les équivalences terminologiques (ex. “épaisseur compacte” ↔ </a:t>
            </a:r>
            <a:r>
              <a:rPr lang="fr-FR" b="1" dirty="0"/>
              <a:t>CT</a:t>
            </a:r>
            <a:r>
              <a:rPr lang="fr-FR" dirty="0"/>
              <a:t>).</a:t>
            </a:r>
          </a:p>
          <a:p>
            <a:endParaRPr lang="fr-FR" dirty="0"/>
          </a:p>
          <a:p>
            <a:r>
              <a:rPr lang="fr-FR" b="1" dirty="0"/>
              <a:t>Unification des formats :</a:t>
            </a:r>
            <a:r>
              <a:rPr lang="fr-FR" dirty="0"/>
              <a:t> intégration des </a:t>
            </a:r>
            <a:r>
              <a:rPr lang="fr-FR" b="1" dirty="0"/>
              <a:t>valeurs, unités et symboles</a:t>
            </a:r>
            <a:r>
              <a:rPr lang="fr-FR" dirty="0"/>
              <a:t> dans une structure commune, prête pour le calcul.</a:t>
            </a:r>
          </a:p>
          <a:p>
            <a:endParaRPr lang="es-A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B6AC0-7D31-4FAF-A754-AE5D0A178719}" type="slidenum">
              <a:rPr lang="es-AR" smtClean="0"/>
              <a:t>8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83967322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ED93E021-B8E4-47E5-ABEE-4CBF46F333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F0640FD1-2475-C82B-A707-4E7F9E6E852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fr-FR"/>
              <a:t>Modifiez le style des sous-titres du masque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2C739836-3B14-9F7C-BD64-77612E7757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97BF6E80-30E4-336F-E0E1-CF2DC5384F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9796A080-C830-2ABA-BA7B-C9DF79B90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3018374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CCE6235-F184-536D-62E7-E8E2186C4D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2D11330-A50D-9781-A094-CE204C369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582A14BA-9CAB-36EB-B0BF-82509DA58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7AB2437F-C437-BBA5-3BC1-89A78B9BA6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25982C63-E2D8-DF12-4561-529D80A53F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7068248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E8DFB2E-4C58-4B10-C0FE-E63B90B028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A6FAB185-FE1F-0577-60CA-09450EEB56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71A1FB-AA18-2029-13D9-0C9CACE66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C22284C-A272-0993-8FC8-B7342D243C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125A543A-EB58-33DC-0E3C-132C125350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380086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E956323-8907-1A85-6EB2-EFC1F3272A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AFE1168-7BB0-CDED-E060-060151FCDC2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1DF91E9A-75DF-3BDA-74F6-ED770D279ED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BD1D84F0-4EA0-9924-B83B-584520AEB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F77B29A-2014-DE94-1051-40667EE4B5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3F66C94B-0BD7-0949-8BDE-103B4595BB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994709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486FD23-1E3A-1BF7-79E1-05BB81EC0E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B28CC270-D657-F609-0BBE-9A524E819A7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Espace réservé du contenu 3">
            <a:extLst>
              <a:ext uri="{FF2B5EF4-FFF2-40B4-BE49-F238E27FC236}">
                <a16:creationId xmlns:a16="http://schemas.microsoft.com/office/drawing/2014/main" id="{03D6C9EC-8BB5-F25C-275B-05634EE3AD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5" name="Espace réservé du texte 4">
            <a:extLst>
              <a:ext uri="{FF2B5EF4-FFF2-40B4-BE49-F238E27FC236}">
                <a16:creationId xmlns:a16="http://schemas.microsoft.com/office/drawing/2014/main" id="{CA9DD656-74DE-D92C-6149-06D335BE4FD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Espace réservé du contenu 5">
            <a:extLst>
              <a:ext uri="{FF2B5EF4-FFF2-40B4-BE49-F238E27FC236}">
                <a16:creationId xmlns:a16="http://schemas.microsoft.com/office/drawing/2014/main" id="{6BB12A80-903D-5532-4969-F1A299D91EA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7" name="Espace réservé de la date 6">
            <a:extLst>
              <a:ext uri="{FF2B5EF4-FFF2-40B4-BE49-F238E27FC236}">
                <a16:creationId xmlns:a16="http://schemas.microsoft.com/office/drawing/2014/main" id="{B3818E31-8B1C-7BB5-2A72-73AF41AABA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8" name="Espace réservé du pied de page 7">
            <a:extLst>
              <a:ext uri="{FF2B5EF4-FFF2-40B4-BE49-F238E27FC236}">
                <a16:creationId xmlns:a16="http://schemas.microsoft.com/office/drawing/2014/main" id="{F673BC83-7F3B-9B4E-4091-771DC371E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84FD2101-B01D-BB7B-B7BB-8D76130DE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919887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48638E7-CA9C-1F62-841E-3F8DB894D7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60DD2E5A-A080-5D5D-0667-EF3A703457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5F4D1FFA-D973-DFE5-53F8-7511640D95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FA58B53B-53C5-405F-3C6C-E1BE25611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068972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D30E4AEC-36FC-9EF5-DA64-B1847DED25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C45F6636-E4B6-98E5-22AD-156A1C1251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5A481ED-9625-B8EC-C661-564F02915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36875909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1D9438A6-8EC3-4C90-E0B6-485C2AB4A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2E6B3C1-2C2E-2170-80F0-C691D7E5CF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4BD85388-93C8-D307-3652-30588B7E1C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3815075-6DA7-B18F-E564-23C26763DE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417DB4EA-D6F0-129C-1747-056F440CF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DBD7FD4D-BEEC-79B3-E15D-4B9F80E0D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9334363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7ECE2C2-6645-0EA5-AD8D-41B81A5147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pour une image  2">
            <a:extLst>
              <a:ext uri="{FF2B5EF4-FFF2-40B4-BE49-F238E27FC236}">
                <a16:creationId xmlns:a16="http://schemas.microsoft.com/office/drawing/2014/main" id="{8BE61BC8-064F-6603-DC81-694EEE746A9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s-AR"/>
          </a:p>
        </p:txBody>
      </p:sp>
      <p:sp>
        <p:nvSpPr>
          <p:cNvPr id="4" name="Espace réservé du texte 3">
            <a:extLst>
              <a:ext uri="{FF2B5EF4-FFF2-40B4-BE49-F238E27FC236}">
                <a16:creationId xmlns:a16="http://schemas.microsoft.com/office/drawing/2014/main" id="{9CBC7542-F172-9996-9356-1DEB107B5F1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Espace réservé de la date 4">
            <a:extLst>
              <a:ext uri="{FF2B5EF4-FFF2-40B4-BE49-F238E27FC236}">
                <a16:creationId xmlns:a16="http://schemas.microsoft.com/office/drawing/2014/main" id="{A93BC11A-7DA3-281E-E95C-5447DC68D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6" name="Espace réservé du pied de page 5">
            <a:extLst>
              <a:ext uri="{FF2B5EF4-FFF2-40B4-BE49-F238E27FC236}">
                <a16:creationId xmlns:a16="http://schemas.microsoft.com/office/drawing/2014/main" id="{30FAC22E-2940-440D-7FD3-986CD0B65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7" name="Espace réservé du numéro de diapositive 6">
            <a:extLst>
              <a:ext uri="{FF2B5EF4-FFF2-40B4-BE49-F238E27FC236}">
                <a16:creationId xmlns:a16="http://schemas.microsoft.com/office/drawing/2014/main" id="{5F465050-D195-7581-7E4F-B7C6370275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590760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20BCF6AE-9FFE-EF0F-5D01-77DE6284C3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8BA67227-3B6E-6F33-3BA3-87E112D7384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03D02227-D325-1102-6C81-7156B2D21C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CF57EE4D-A47C-3FA4-E9A7-573356B50B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B3A5681A-503D-90EE-A3A9-38B6019E97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2167402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>
            <a:extLst>
              <a:ext uri="{FF2B5EF4-FFF2-40B4-BE49-F238E27FC236}">
                <a16:creationId xmlns:a16="http://schemas.microsoft.com/office/drawing/2014/main" id="{AC8D0E76-16AC-2195-65C8-A92FF1F732D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vertical 2">
            <a:extLst>
              <a:ext uri="{FF2B5EF4-FFF2-40B4-BE49-F238E27FC236}">
                <a16:creationId xmlns:a16="http://schemas.microsoft.com/office/drawing/2014/main" id="{E2646886-852B-78B5-A603-E4741DEBC1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79DE76D7-C7DA-0D6C-B2FB-DB1909BB2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AF5901F4-4591-B469-AD11-9F80912600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61D41A89-C7DE-E55C-6994-FACFECFF97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20620622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>
            <a:extLst>
              <a:ext uri="{FF2B5EF4-FFF2-40B4-BE49-F238E27FC236}">
                <a16:creationId xmlns:a16="http://schemas.microsoft.com/office/drawing/2014/main" id="{2AE21FBF-CEB7-6A8E-805C-736C4FC1F6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s-AR"/>
          </a:p>
        </p:txBody>
      </p:sp>
      <p:sp>
        <p:nvSpPr>
          <p:cNvPr id="3" name="Espace réservé du texte 2">
            <a:extLst>
              <a:ext uri="{FF2B5EF4-FFF2-40B4-BE49-F238E27FC236}">
                <a16:creationId xmlns:a16="http://schemas.microsoft.com/office/drawing/2014/main" id="{6C5FFECB-5F05-FE77-73D6-883C141412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s-AR"/>
          </a:p>
        </p:txBody>
      </p:sp>
      <p:sp>
        <p:nvSpPr>
          <p:cNvPr id="4" name="Espace réservé de la date 3">
            <a:extLst>
              <a:ext uri="{FF2B5EF4-FFF2-40B4-BE49-F238E27FC236}">
                <a16:creationId xmlns:a16="http://schemas.microsoft.com/office/drawing/2014/main" id="{9E6C0733-A219-E6F7-26EA-850159CB88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2571BD-3D54-40D5-A404-DFC2E61383C4}" type="datetimeFigureOut">
              <a:rPr lang="es-AR" smtClean="0"/>
              <a:t>6/10/2025</a:t>
            </a:fld>
            <a:endParaRPr lang="es-AR"/>
          </a:p>
        </p:txBody>
      </p:sp>
      <p:sp>
        <p:nvSpPr>
          <p:cNvPr id="5" name="Espace réservé du pied de page 4">
            <a:extLst>
              <a:ext uri="{FF2B5EF4-FFF2-40B4-BE49-F238E27FC236}">
                <a16:creationId xmlns:a16="http://schemas.microsoft.com/office/drawing/2014/main" id="{E0C1F56F-A077-066B-584B-7B1FC642E6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s-AR"/>
          </a:p>
        </p:txBody>
      </p:sp>
      <p:sp>
        <p:nvSpPr>
          <p:cNvPr id="6" name="Espace réservé du numéro de diapositive 5">
            <a:extLst>
              <a:ext uri="{FF2B5EF4-FFF2-40B4-BE49-F238E27FC236}">
                <a16:creationId xmlns:a16="http://schemas.microsoft.com/office/drawing/2014/main" id="{C0BED02F-5D82-C186-D271-7821838450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7F4CD5D-3056-4385-8C56-D0EC34D2CA6D}" type="slidenum">
              <a:rPr lang="es-AR" smtClean="0"/>
              <a:t>‹N°›</a:t>
            </a:fld>
            <a:endParaRPr lang="es-AR"/>
          </a:p>
        </p:txBody>
      </p:sp>
    </p:spTree>
    <p:extLst>
      <p:ext uri="{BB962C8B-B14F-4D97-AF65-F5344CB8AC3E}">
        <p14:creationId xmlns:p14="http://schemas.microsoft.com/office/powerpoint/2010/main" val="10862262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A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8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10" Type="http://schemas.openxmlformats.org/officeDocument/2006/relationships/image" Target="../media/image11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8" Type="http://schemas.microsoft.com/office/2007/relationships/diagramDrawing" Target="../diagrams/drawing3.xml"/><Relationship Id="rId3" Type="http://schemas.openxmlformats.org/officeDocument/2006/relationships/image" Target="../media/image12.jpeg"/><Relationship Id="rId7" Type="http://schemas.openxmlformats.org/officeDocument/2006/relationships/diagramColors" Target="../diagrams/colors3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QuickStyle" Target="../diagrams/quickStyle3.xml"/><Relationship Id="rId5" Type="http://schemas.openxmlformats.org/officeDocument/2006/relationships/diagramLayout" Target="../diagrams/layout3.xml"/><Relationship Id="rId4" Type="http://schemas.openxmlformats.org/officeDocument/2006/relationships/diagramData" Target="../diagrams/data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787F4F1C-8D3D-4EC1-B72D-A0470A5A08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5" name="Group 26">
            <a:extLst>
              <a:ext uri="{FF2B5EF4-FFF2-40B4-BE49-F238E27FC236}">
                <a16:creationId xmlns:a16="http://schemas.microsoft.com/office/drawing/2014/main" id="{D1E3DD61-64DB-46AD-B249-E273CD86B0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296011"/>
            <a:ext cx="12192000" cy="3561989"/>
            <a:chOff x="0" y="3296011"/>
            <a:chExt cx="12192000" cy="3561989"/>
          </a:xfrm>
          <a:effectLst>
            <a:outerShdw blurRad="254000" dist="152400" dir="16200000" rotWithShape="0">
              <a:prstClr val="black">
                <a:alpha val="10000"/>
              </a:prstClr>
            </a:outerShdw>
          </a:effectLst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0D7053D3-590A-4E94-B092-C96EAF744C3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0" y="3681702"/>
              <a:ext cx="12192000" cy="3176298"/>
              <a:chOff x="0" y="3681702"/>
              <a:chExt cx="12192000" cy="3176298"/>
            </a:xfrm>
          </p:grpSpPr>
          <p:sp>
            <p:nvSpPr>
              <p:cNvPr id="32" name="Freeform: Shape 31">
                <a:extLst>
                  <a:ext uri="{FF2B5EF4-FFF2-40B4-BE49-F238E27FC236}">
                    <a16:creationId xmlns:a16="http://schemas.microsoft.com/office/drawing/2014/main" id="{2EB67199-6FF0-4DED-89D1-BAEA95F9F59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tx1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3" name="Freeform: Shape 32">
                <a:extLst>
                  <a:ext uri="{FF2B5EF4-FFF2-40B4-BE49-F238E27FC236}">
                    <a16:creationId xmlns:a16="http://schemas.microsoft.com/office/drawing/2014/main" id="{D1A0BEEB-C008-4150-A935-C6AAF537DA1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0" y="3681702"/>
                <a:ext cx="12192000" cy="3176298"/>
              </a:xfrm>
              <a:custGeom>
                <a:avLst/>
                <a:gdLst>
                  <a:gd name="connsiteX0" fmla="*/ 12192000 w 12192000"/>
                  <a:gd name="connsiteY0" fmla="*/ 0 h 3176298"/>
                  <a:gd name="connsiteX1" fmla="*/ 12192000 w 12192000"/>
                  <a:gd name="connsiteY1" fmla="*/ 3176298 h 3176298"/>
                  <a:gd name="connsiteX2" fmla="*/ 0 w 12192000"/>
                  <a:gd name="connsiteY2" fmla="*/ 3176298 h 3176298"/>
                  <a:gd name="connsiteX3" fmla="*/ 0 w 12192000"/>
                  <a:gd name="connsiteY3" fmla="*/ 2264980 h 3176298"/>
                  <a:gd name="connsiteX4" fmla="*/ 544 w 12192000"/>
                  <a:gd name="connsiteY4" fmla="*/ 2264980 h 3176298"/>
                  <a:gd name="connsiteX5" fmla="*/ 544 w 12192000"/>
                  <a:gd name="connsiteY5" fmla="*/ 2392219 h 3176298"/>
                  <a:gd name="connsiteX6" fmla="*/ 61197 w 12192000"/>
                  <a:gd name="connsiteY6" fmla="*/ 2387448 h 3176298"/>
                  <a:gd name="connsiteX7" fmla="*/ 119613 w 12192000"/>
                  <a:gd name="connsiteY7" fmla="*/ 2369945 h 3176298"/>
                  <a:gd name="connsiteX8" fmla="*/ 172384 w 12192000"/>
                  <a:gd name="connsiteY8" fmla="*/ 2347084 h 3176298"/>
                  <a:gd name="connsiteX9" fmla="*/ 274873 w 12192000"/>
                  <a:gd name="connsiteY9" fmla="*/ 2336988 h 3176298"/>
                  <a:gd name="connsiteX10" fmla="*/ 307259 w 12192000"/>
                  <a:gd name="connsiteY10" fmla="*/ 2331461 h 3176298"/>
                  <a:gd name="connsiteX11" fmla="*/ 394511 w 12192000"/>
                  <a:gd name="connsiteY11" fmla="*/ 2308601 h 3176298"/>
                  <a:gd name="connsiteX12" fmla="*/ 494337 w 12192000"/>
                  <a:gd name="connsiteY12" fmla="*/ 2268213 h 3176298"/>
                  <a:gd name="connsiteX13" fmla="*/ 546917 w 12192000"/>
                  <a:gd name="connsiteY13" fmla="*/ 2283264 h 3176298"/>
                  <a:gd name="connsiteX14" fmla="*/ 730754 w 12192000"/>
                  <a:gd name="connsiteY14" fmla="*/ 2240780 h 3176298"/>
                  <a:gd name="connsiteX15" fmla="*/ 785432 w 12192000"/>
                  <a:gd name="connsiteY15" fmla="*/ 2218682 h 3176298"/>
                  <a:gd name="connsiteX16" fmla="*/ 801053 w 12192000"/>
                  <a:gd name="connsiteY16" fmla="*/ 2204013 h 3176298"/>
                  <a:gd name="connsiteX17" fmla="*/ 858205 w 12192000"/>
                  <a:gd name="connsiteY17" fmla="*/ 2169532 h 3176298"/>
                  <a:gd name="connsiteX18" fmla="*/ 949646 w 12192000"/>
                  <a:gd name="connsiteY18" fmla="*/ 2157340 h 3176298"/>
                  <a:gd name="connsiteX19" fmla="*/ 960887 w 12192000"/>
                  <a:gd name="connsiteY19" fmla="*/ 2150099 h 3176298"/>
                  <a:gd name="connsiteX20" fmla="*/ 977653 w 12192000"/>
                  <a:gd name="connsiteY20" fmla="*/ 2138480 h 3176298"/>
                  <a:gd name="connsiteX21" fmla="*/ 1071762 w 12192000"/>
                  <a:gd name="connsiteY21" fmla="*/ 2117905 h 3176298"/>
                  <a:gd name="connsiteX22" fmla="*/ 1092527 w 12192000"/>
                  <a:gd name="connsiteY22" fmla="*/ 2111428 h 3176298"/>
                  <a:gd name="connsiteX23" fmla="*/ 1109865 w 12192000"/>
                  <a:gd name="connsiteY23" fmla="*/ 2100568 h 3176298"/>
                  <a:gd name="connsiteX24" fmla="*/ 1162823 w 12192000"/>
                  <a:gd name="connsiteY24" fmla="*/ 2075613 h 3176298"/>
                  <a:gd name="connsiteX25" fmla="*/ 1206641 w 12192000"/>
                  <a:gd name="connsiteY25" fmla="*/ 2074851 h 3176298"/>
                  <a:gd name="connsiteX26" fmla="*/ 1267411 w 12192000"/>
                  <a:gd name="connsiteY26" fmla="*/ 2060753 h 3176298"/>
                  <a:gd name="connsiteX27" fmla="*/ 1380762 w 12192000"/>
                  <a:gd name="connsiteY27" fmla="*/ 2046847 h 3176298"/>
                  <a:gd name="connsiteX28" fmla="*/ 1404006 w 12192000"/>
                  <a:gd name="connsiteY28" fmla="*/ 2038844 h 3176298"/>
                  <a:gd name="connsiteX29" fmla="*/ 1544598 w 12192000"/>
                  <a:gd name="connsiteY29" fmla="*/ 2000932 h 3176298"/>
                  <a:gd name="connsiteX30" fmla="*/ 1657188 w 12192000"/>
                  <a:gd name="connsiteY30" fmla="*/ 2001697 h 3176298"/>
                  <a:gd name="connsiteX31" fmla="*/ 1665950 w 12192000"/>
                  <a:gd name="connsiteY31" fmla="*/ 2003411 h 3176298"/>
                  <a:gd name="connsiteX32" fmla="*/ 1709006 w 12192000"/>
                  <a:gd name="connsiteY32" fmla="*/ 2015983 h 3176298"/>
                  <a:gd name="connsiteX33" fmla="*/ 1775684 w 12192000"/>
                  <a:gd name="connsiteY33" fmla="*/ 2012555 h 3176298"/>
                  <a:gd name="connsiteX34" fmla="*/ 1821596 w 12192000"/>
                  <a:gd name="connsiteY34" fmla="*/ 1995218 h 3176298"/>
                  <a:gd name="connsiteX35" fmla="*/ 1878748 w 12192000"/>
                  <a:gd name="connsiteY35" fmla="*/ 1994457 h 3176298"/>
                  <a:gd name="connsiteX36" fmla="*/ 1944092 w 12192000"/>
                  <a:gd name="connsiteY36" fmla="*/ 2005315 h 3176298"/>
                  <a:gd name="connsiteX37" fmla="*/ 1973429 w 12192000"/>
                  <a:gd name="connsiteY37" fmla="*/ 2007601 h 3176298"/>
                  <a:gd name="connsiteX38" fmla="*/ 2054013 w 12192000"/>
                  <a:gd name="connsiteY38" fmla="*/ 2030082 h 3176298"/>
                  <a:gd name="connsiteX39" fmla="*/ 2102021 w 12192000"/>
                  <a:gd name="connsiteY39" fmla="*/ 2024557 h 3176298"/>
                  <a:gd name="connsiteX40" fmla="*/ 2149267 w 12192000"/>
                  <a:gd name="connsiteY40" fmla="*/ 2009697 h 3176298"/>
                  <a:gd name="connsiteX41" fmla="*/ 2179556 w 12192000"/>
                  <a:gd name="connsiteY41" fmla="*/ 1995409 h 3176298"/>
                  <a:gd name="connsiteX42" fmla="*/ 2240710 w 12192000"/>
                  <a:gd name="connsiteY42" fmla="*/ 1985312 h 3176298"/>
                  <a:gd name="connsiteX43" fmla="*/ 2251948 w 12192000"/>
                  <a:gd name="connsiteY43" fmla="*/ 1986836 h 3176298"/>
                  <a:gd name="connsiteX44" fmla="*/ 2434456 w 12192000"/>
                  <a:gd name="connsiteY44" fmla="*/ 1999410 h 3176298"/>
                  <a:gd name="connsiteX45" fmla="*/ 2506847 w 12192000"/>
                  <a:gd name="connsiteY45" fmla="*/ 2019603 h 3176298"/>
                  <a:gd name="connsiteX46" fmla="*/ 2522279 w 12192000"/>
                  <a:gd name="connsiteY46" fmla="*/ 2022080 h 3176298"/>
                  <a:gd name="connsiteX47" fmla="*/ 2676398 w 12192000"/>
                  <a:gd name="connsiteY47" fmla="*/ 2044751 h 3176298"/>
                  <a:gd name="connsiteX48" fmla="*/ 2693543 w 12192000"/>
                  <a:gd name="connsiteY48" fmla="*/ 2045703 h 3176298"/>
                  <a:gd name="connsiteX49" fmla="*/ 2741360 w 12192000"/>
                  <a:gd name="connsiteY49" fmla="*/ 2041701 h 3176298"/>
                  <a:gd name="connsiteX50" fmla="*/ 2854140 w 12192000"/>
                  <a:gd name="connsiteY50" fmla="*/ 2082851 h 3176298"/>
                  <a:gd name="connsiteX51" fmla="*/ 2967110 w 12192000"/>
                  <a:gd name="connsiteY51" fmla="*/ 2096949 h 3176298"/>
                  <a:gd name="connsiteX52" fmla="*/ 3029216 w 12192000"/>
                  <a:gd name="connsiteY52" fmla="*/ 2096757 h 3176298"/>
                  <a:gd name="connsiteX53" fmla="*/ 3073604 w 12192000"/>
                  <a:gd name="connsiteY53" fmla="*/ 2106856 h 3176298"/>
                  <a:gd name="connsiteX54" fmla="*/ 3182763 w 12192000"/>
                  <a:gd name="connsiteY54" fmla="*/ 2137527 h 3176298"/>
                  <a:gd name="connsiteX55" fmla="*/ 3234202 w 12192000"/>
                  <a:gd name="connsiteY55" fmla="*/ 2142289 h 3176298"/>
                  <a:gd name="connsiteX56" fmla="*/ 3288877 w 12192000"/>
                  <a:gd name="connsiteY56" fmla="*/ 2152578 h 3176298"/>
                  <a:gd name="connsiteX57" fmla="*/ 3424135 w 12192000"/>
                  <a:gd name="connsiteY57" fmla="*/ 2198680 h 3176298"/>
                  <a:gd name="connsiteX58" fmla="*/ 3534629 w 12192000"/>
                  <a:gd name="connsiteY58" fmla="*/ 2196013 h 3176298"/>
                  <a:gd name="connsiteX59" fmla="*/ 3605116 w 12192000"/>
                  <a:gd name="connsiteY59" fmla="*/ 2196583 h 3176298"/>
                  <a:gd name="connsiteX60" fmla="*/ 3689131 w 12192000"/>
                  <a:gd name="connsiteY60" fmla="*/ 2211824 h 3176298"/>
                  <a:gd name="connsiteX61" fmla="*/ 3757902 w 12192000"/>
                  <a:gd name="connsiteY61" fmla="*/ 2234114 h 3176298"/>
                  <a:gd name="connsiteX62" fmla="*/ 3852966 w 12192000"/>
                  <a:gd name="connsiteY62" fmla="*/ 2251831 h 3176298"/>
                  <a:gd name="connsiteX63" fmla="*/ 3947648 w 12192000"/>
                  <a:gd name="connsiteY63" fmla="*/ 2285932 h 3176298"/>
                  <a:gd name="connsiteX64" fmla="*/ 4013753 w 12192000"/>
                  <a:gd name="connsiteY64" fmla="*/ 2312031 h 3176298"/>
                  <a:gd name="connsiteX65" fmla="*/ 4105766 w 12192000"/>
                  <a:gd name="connsiteY65" fmla="*/ 2335082 h 3176298"/>
                  <a:gd name="connsiteX66" fmla="*/ 4246551 w 12192000"/>
                  <a:gd name="connsiteY66" fmla="*/ 2351274 h 3176298"/>
                  <a:gd name="connsiteX67" fmla="*/ 4311323 w 12192000"/>
                  <a:gd name="connsiteY67" fmla="*/ 2352991 h 3176298"/>
                  <a:gd name="connsiteX68" fmla="*/ 4413817 w 12192000"/>
                  <a:gd name="connsiteY68" fmla="*/ 2390899 h 3176298"/>
                  <a:gd name="connsiteX69" fmla="*/ 4457632 w 12192000"/>
                  <a:gd name="connsiteY69" fmla="*/ 2409188 h 3176298"/>
                  <a:gd name="connsiteX70" fmla="*/ 4497068 w 12192000"/>
                  <a:gd name="connsiteY70" fmla="*/ 2393947 h 3176298"/>
                  <a:gd name="connsiteX71" fmla="*/ 4522596 w 12192000"/>
                  <a:gd name="connsiteY71" fmla="*/ 2376421 h 3176298"/>
                  <a:gd name="connsiteX72" fmla="*/ 4603368 w 12192000"/>
                  <a:gd name="connsiteY72" fmla="*/ 2391282 h 3176298"/>
                  <a:gd name="connsiteX73" fmla="*/ 4689098 w 12192000"/>
                  <a:gd name="connsiteY73" fmla="*/ 2406903 h 3176298"/>
                  <a:gd name="connsiteX74" fmla="*/ 4719697 w 12192000"/>
                  <a:gd name="connsiteY74" fmla="*/ 2413428 h 3176298"/>
                  <a:gd name="connsiteX75" fmla="*/ 4726469 w 12192000"/>
                  <a:gd name="connsiteY75" fmla="*/ 2414298 h 3176298"/>
                  <a:gd name="connsiteX76" fmla="*/ 4785776 w 12192000"/>
                  <a:gd name="connsiteY76" fmla="*/ 2414298 h 3176298"/>
                  <a:gd name="connsiteX77" fmla="*/ 4788661 w 12192000"/>
                  <a:gd name="connsiteY77" fmla="*/ 2414047 h 3176298"/>
                  <a:gd name="connsiteX78" fmla="*/ 4827024 w 12192000"/>
                  <a:gd name="connsiteY78" fmla="*/ 2408999 h 3176298"/>
                  <a:gd name="connsiteX79" fmla="*/ 4887415 w 12192000"/>
                  <a:gd name="connsiteY79" fmla="*/ 2405570 h 3176298"/>
                  <a:gd name="connsiteX80" fmla="*/ 4936184 w 12192000"/>
                  <a:gd name="connsiteY80" fmla="*/ 2395853 h 3176298"/>
                  <a:gd name="connsiteX81" fmla="*/ 4953328 w 12192000"/>
                  <a:gd name="connsiteY81" fmla="*/ 2390138 h 3176298"/>
                  <a:gd name="connsiteX82" fmla="*/ 5089162 w 12192000"/>
                  <a:gd name="connsiteY82" fmla="*/ 2345560 h 3176298"/>
                  <a:gd name="connsiteX83" fmla="*/ 5234326 w 12192000"/>
                  <a:gd name="connsiteY83" fmla="*/ 2309935 h 3176298"/>
                  <a:gd name="connsiteX84" fmla="*/ 5328438 w 12192000"/>
                  <a:gd name="connsiteY84" fmla="*/ 2332416 h 3176298"/>
                  <a:gd name="connsiteX85" fmla="*/ 5363491 w 12192000"/>
                  <a:gd name="connsiteY85" fmla="*/ 2332034 h 3176298"/>
                  <a:gd name="connsiteX86" fmla="*/ 5524660 w 12192000"/>
                  <a:gd name="connsiteY86" fmla="*/ 2337178 h 3176298"/>
                  <a:gd name="connsiteX87" fmla="*/ 5553045 w 12192000"/>
                  <a:gd name="connsiteY87" fmla="*/ 2342701 h 3176298"/>
                  <a:gd name="connsiteX88" fmla="*/ 5706401 w 12192000"/>
                  <a:gd name="connsiteY88" fmla="*/ 2320032 h 3176298"/>
                  <a:gd name="connsiteX89" fmla="*/ 5762029 w 12192000"/>
                  <a:gd name="connsiteY89" fmla="*/ 2316221 h 3176298"/>
                  <a:gd name="connsiteX90" fmla="*/ 5813276 w 12192000"/>
                  <a:gd name="connsiteY90" fmla="*/ 2309935 h 3176298"/>
                  <a:gd name="connsiteX91" fmla="*/ 5884906 w 12192000"/>
                  <a:gd name="connsiteY91" fmla="*/ 2308411 h 3176298"/>
                  <a:gd name="connsiteX92" fmla="*/ 5959204 w 12192000"/>
                  <a:gd name="connsiteY92" fmla="*/ 2311269 h 3176298"/>
                  <a:gd name="connsiteX93" fmla="*/ 6042072 w 12192000"/>
                  <a:gd name="connsiteY93" fmla="*/ 2310697 h 3176298"/>
                  <a:gd name="connsiteX94" fmla="*/ 6074842 w 12192000"/>
                  <a:gd name="connsiteY94" fmla="*/ 2305745 h 3176298"/>
                  <a:gd name="connsiteX95" fmla="*/ 6163425 w 12192000"/>
                  <a:gd name="connsiteY95" fmla="*/ 2309172 h 3176298"/>
                  <a:gd name="connsiteX96" fmla="*/ 6209909 w 12192000"/>
                  <a:gd name="connsiteY96" fmla="*/ 2303459 h 3176298"/>
                  <a:gd name="connsiteX97" fmla="*/ 6286493 w 12192000"/>
                  <a:gd name="connsiteY97" fmla="*/ 2302315 h 3176298"/>
                  <a:gd name="connsiteX98" fmla="*/ 6311449 w 12192000"/>
                  <a:gd name="connsiteY98" fmla="*/ 2300980 h 3176298"/>
                  <a:gd name="connsiteX99" fmla="*/ 6333739 w 12192000"/>
                  <a:gd name="connsiteY99" fmla="*/ 2300218 h 3176298"/>
                  <a:gd name="connsiteX100" fmla="*/ 6410131 w 12192000"/>
                  <a:gd name="connsiteY100" fmla="*/ 2315841 h 3176298"/>
                  <a:gd name="connsiteX101" fmla="*/ 6477951 w 12192000"/>
                  <a:gd name="connsiteY101" fmla="*/ 2316793 h 3176298"/>
                  <a:gd name="connsiteX102" fmla="*/ 6596828 w 12192000"/>
                  <a:gd name="connsiteY102" fmla="*/ 2329368 h 3176298"/>
                  <a:gd name="connsiteX103" fmla="*/ 6623118 w 12192000"/>
                  <a:gd name="connsiteY103" fmla="*/ 2324985 h 3176298"/>
                  <a:gd name="connsiteX104" fmla="*/ 6705417 w 12192000"/>
                  <a:gd name="connsiteY104" fmla="*/ 2323272 h 3176298"/>
                  <a:gd name="connsiteX105" fmla="*/ 6752283 w 12192000"/>
                  <a:gd name="connsiteY105" fmla="*/ 2321937 h 3176298"/>
                  <a:gd name="connsiteX106" fmla="*/ 6810195 w 12192000"/>
                  <a:gd name="connsiteY106" fmla="*/ 2331082 h 3176298"/>
                  <a:gd name="connsiteX107" fmla="*/ 6910782 w 12192000"/>
                  <a:gd name="connsiteY107" fmla="*/ 2350512 h 3176298"/>
                  <a:gd name="connsiteX108" fmla="*/ 6937263 w 12192000"/>
                  <a:gd name="connsiteY108" fmla="*/ 2353561 h 3176298"/>
                  <a:gd name="connsiteX109" fmla="*/ 6985653 w 12192000"/>
                  <a:gd name="connsiteY109" fmla="*/ 2362897 h 3176298"/>
                  <a:gd name="connsiteX110" fmla="*/ 6994415 w 12192000"/>
                  <a:gd name="connsiteY110" fmla="*/ 2364611 h 3176298"/>
                  <a:gd name="connsiteX111" fmla="*/ 7068141 w 12192000"/>
                  <a:gd name="connsiteY111" fmla="*/ 2388234 h 3176298"/>
                  <a:gd name="connsiteX112" fmla="*/ 7106432 w 12192000"/>
                  <a:gd name="connsiteY112" fmla="*/ 2390138 h 3176298"/>
                  <a:gd name="connsiteX113" fmla="*/ 7216547 w 12192000"/>
                  <a:gd name="connsiteY113" fmla="*/ 2390330 h 3176298"/>
                  <a:gd name="connsiteX114" fmla="*/ 7263220 w 12192000"/>
                  <a:gd name="connsiteY114" fmla="*/ 2386709 h 3176298"/>
                  <a:gd name="connsiteX115" fmla="*/ 7375428 w 12192000"/>
                  <a:gd name="connsiteY115" fmla="*/ 2372803 h 3176298"/>
                  <a:gd name="connsiteX116" fmla="*/ 7445916 w 12192000"/>
                  <a:gd name="connsiteY116" fmla="*/ 2365945 h 3176298"/>
                  <a:gd name="connsiteX117" fmla="*/ 7526880 w 12192000"/>
                  <a:gd name="connsiteY117" fmla="*/ 2355084 h 3176298"/>
                  <a:gd name="connsiteX118" fmla="*/ 7619655 w 12192000"/>
                  <a:gd name="connsiteY118" fmla="*/ 2348226 h 3176298"/>
                  <a:gd name="connsiteX119" fmla="*/ 7788636 w 12192000"/>
                  <a:gd name="connsiteY119" fmla="*/ 2327461 h 3176298"/>
                  <a:gd name="connsiteX120" fmla="*/ 7952280 w 12192000"/>
                  <a:gd name="connsiteY120" fmla="*/ 2305935 h 3176298"/>
                  <a:gd name="connsiteX121" fmla="*/ 8019339 w 12192000"/>
                  <a:gd name="connsiteY121" fmla="*/ 2286884 h 3176298"/>
                  <a:gd name="connsiteX122" fmla="*/ 8137835 w 12192000"/>
                  <a:gd name="connsiteY122" fmla="*/ 2259832 h 3176298"/>
                  <a:gd name="connsiteX123" fmla="*/ 8189651 w 12192000"/>
                  <a:gd name="connsiteY123" fmla="*/ 2243639 h 3176298"/>
                  <a:gd name="connsiteX124" fmla="*/ 8313671 w 12192000"/>
                  <a:gd name="connsiteY124" fmla="*/ 2209920 h 3176298"/>
                  <a:gd name="connsiteX125" fmla="*/ 8459979 w 12192000"/>
                  <a:gd name="connsiteY125" fmla="*/ 2158864 h 3176298"/>
                  <a:gd name="connsiteX126" fmla="*/ 8516369 w 12192000"/>
                  <a:gd name="connsiteY126" fmla="*/ 2144003 h 3176298"/>
                  <a:gd name="connsiteX127" fmla="*/ 8657726 w 12192000"/>
                  <a:gd name="connsiteY127" fmla="*/ 2106284 h 3176298"/>
                  <a:gd name="connsiteX128" fmla="*/ 8711448 w 12192000"/>
                  <a:gd name="connsiteY128" fmla="*/ 2098664 h 3176298"/>
                  <a:gd name="connsiteX129" fmla="*/ 8772219 w 12192000"/>
                  <a:gd name="connsiteY129" fmla="*/ 2082280 h 3176298"/>
                  <a:gd name="connsiteX130" fmla="*/ 8845565 w 12192000"/>
                  <a:gd name="connsiteY130" fmla="*/ 2053705 h 3176298"/>
                  <a:gd name="connsiteX131" fmla="*/ 8967871 w 12192000"/>
                  <a:gd name="connsiteY131" fmla="*/ 2011221 h 3176298"/>
                  <a:gd name="connsiteX132" fmla="*/ 9015878 w 12192000"/>
                  <a:gd name="connsiteY132" fmla="*/ 2001124 h 3176298"/>
                  <a:gd name="connsiteX133" fmla="*/ 9234579 w 12192000"/>
                  <a:gd name="connsiteY133" fmla="*/ 1935209 h 3176298"/>
                  <a:gd name="connsiteX134" fmla="*/ 9346597 w 12192000"/>
                  <a:gd name="connsiteY134" fmla="*/ 1896917 h 3176298"/>
                  <a:gd name="connsiteX135" fmla="*/ 9416321 w 12192000"/>
                  <a:gd name="connsiteY135" fmla="*/ 1880724 h 3176298"/>
                  <a:gd name="connsiteX136" fmla="*/ 9477283 w 12192000"/>
                  <a:gd name="connsiteY136" fmla="*/ 1856149 h 3176298"/>
                  <a:gd name="connsiteX137" fmla="*/ 9666265 w 12192000"/>
                  <a:gd name="connsiteY137" fmla="*/ 1787186 h 3176298"/>
                  <a:gd name="connsiteX138" fmla="*/ 9754088 w 12192000"/>
                  <a:gd name="connsiteY138" fmla="*/ 1741464 h 3176298"/>
                  <a:gd name="connsiteX139" fmla="*/ 9899446 w 12192000"/>
                  <a:gd name="connsiteY139" fmla="*/ 1656880 h 3176298"/>
                  <a:gd name="connsiteX140" fmla="*/ 9993175 w 12192000"/>
                  <a:gd name="connsiteY140" fmla="*/ 1576487 h 3176298"/>
                  <a:gd name="connsiteX141" fmla="*/ 10044230 w 12192000"/>
                  <a:gd name="connsiteY141" fmla="*/ 1540480 h 3176298"/>
                  <a:gd name="connsiteX142" fmla="*/ 10131863 w 12192000"/>
                  <a:gd name="connsiteY142" fmla="*/ 1485613 h 3176298"/>
                  <a:gd name="connsiteX143" fmla="*/ 10242357 w 12192000"/>
                  <a:gd name="connsiteY143" fmla="*/ 1410555 h 3176298"/>
                  <a:gd name="connsiteX144" fmla="*/ 10363709 w 12192000"/>
                  <a:gd name="connsiteY144" fmla="*/ 1359499 h 3176298"/>
                  <a:gd name="connsiteX145" fmla="*/ 10428291 w 12192000"/>
                  <a:gd name="connsiteY145" fmla="*/ 1314920 h 3176298"/>
                  <a:gd name="connsiteX146" fmla="*/ 10490969 w 12192000"/>
                  <a:gd name="connsiteY146" fmla="*/ 1267104 h 3176298"/>
                  <a:gd name="connsiteX147" fmla="*/ 10523354 w 12192000"/>
                  <a:gd name="connsiteY147" fmla="*/ 1238337 h 3176298"/>
                  <a:gd name="connsiteX148" fmla="*/ 10590031 w 12192000"/>
                  <a:gd name="connsiteY148" fmla="*/ 1191664 h 3176298"/>
                  <a:gd name="connsiteX149" fmla="*/ 10656519 w 12192000"/>
                  <a:gd name="connsiteY149" fmla="*/ 1156038 h 3176298"/>
                  <a:gd name="connsiteX150" fmla="*/ 10703573 w 12192000"/>
                  <a:gd name="connsiteY150" fmla="*/ 1120603 h 3176298"/>
                  <a:gd name="connsiteX151" fmla="*/ 10764534 w 12192000"/>
                  <a:gd name="connsiteY151" fmla="*/ 1067643 h 3176298"/>
                  <a:gd name="connsiteX152" fmla="*/ 10850453 w 12192000"/>
                  <a:gd name="connsiteY152" fmla="*/ 1014301 h 3176298"/>
                  <a:gd name="connsiteX153" fmla="*/ 10929704 w 12192000"/>
                  <a:gd name="connsiteY153" fmla="*/ 980201 h 3176298"/>
                  <a:gd name="connsiteX154" fmla="*/ 10967423 w 12192000"/>
                  <a:gd name="connsiteY154" fmla="*/ 930289 h 3176298"/>
                  <a:gd name="connsiteX155" fmla="*/ 11058869 w 12192000"/>
                  <a:gd name="connsiteY155" fmla="*/ 838084 h 3176298"/>
                  <a:gd name="connsiteX156" fmla="*/ 11172600 w 12192000"/>
                  <a:gd name="connsiteY156" fmla="*/ 762834 h 3176298"/>
                  <a:gd name="connsiteX157" fmla="*/ 11275283 w 12192000"/>
                  <a:gd name="connsiteY157" fmla="*/ 673676 h 3176298"/>
                  <a:gd name="connsiteX158" fmla="*/ 11320623 w 12192000"/>
                  <a:gd name="connsiteY158" fmla="*/ 639195 h 3176298"/>
                  <a:gd name="connsiteX159" fmla="*/ 11374346 w 12192000"/>
                  <a:gd name="connsiteY159" fmla="*/ 601664 h 3176298"/>
                  <a:gd name="connsiteX160" fmla="*/ 11448453 w 12192000"/>
                  <a:gd name="connsiteY160" fmla="*/ 567755 h 3176298"/>
                  <a:gd name="connsiteX161" fmla="*/ 11532275 w 12192000"/>
                  <a:gd name="connsiteY161" fmla="*/ 522605 h 3176298"/>
                  <a:gd name="connsiteX162" fmla="*/ 11562947 w 12192000"/>
                  <a:gd name="connsiteY162" fmla="*/ 486598 h 3176298"/>
                  <a:gd name="connsiteX163" fmla="*/ 11672489 w 12192000"/>
                  <a:gd name="connsiteY163" fmla="*/ 335337 h 3176298"/>
                  <a:gd name="connsiteX164" fmla="*/ 11821656 w 12192000"/>
                  <a:gd name="connsiteY164" fmla="*/ 207889 h 3176298"/>
                  <a:gd name="connsiteX165" fmla="*/ 11986443 w 12192000"/>
                  <a:gd name="connsiteY165" fmla="*/ 104824 h 3176298"/>
                  <a:gd name="connsiteX166" fmla="*/ 12026448 w 12192000"/>
                  <a:gd name="connsiteY166" fmla="*/ 88821 h 3176298"/>
                  <a:gd name="connsiteX167" fmla="*/ 12160947 w 12192000"/>
                  <a:gd name="connsiteY167" fmla="*/ 28621 h 3176298"/>
                  <a:gd name="connsiteX168" fmla="*/ 12192000 w 12192000"/>
                  <a:gd name="connsiteY168" fmla="*/ 0 h 31762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</a:cxnLst>
                <a:rect l="l" t="t" r="r" b="b"/>
                <a:pathLst>
                  <a:path w="12192000" h="3176298">
                    <a:moveTo>
                      <a:pt x="12192000" y="0"/>
                    </a:moveTo>
                    <a:lnTo>
                      <a:pt x="12192000" y="3176298"/>
                    </a:lnTo>
                    <a:lnTo>
                      <a:pt x="0" y="3176298"/>
                    </a:lnTo>
                    <a:lnTo>
                      <a:pt x="0" y="2264980"/>
                    </a:lnTo>
                    <a:lnTo>
                      <a:pt x="544" y="2264980"/>
                    </a:lnTo>
                    <a:lnTo>
                      <a:pt x="544" y="2392219"/>
                    </a:lnTo>
                    <a:lnTo>
                      <a:pt x="61197" y="2387448"/>
                    </a:lnTo>
                    <a:cubicBezTo>
                      <a:pt x="80794" y="2382137"/>
                      <a:pt x="99990" y="2374707"/>
                      <a:pt x="119613" y="2369945"/>
                    </a:cubicBezTo>
                    <a:cubicBezTo>
                      <a:pt x="137898" y="2365563"/>
                      <a:pt x="155046" y="2355466"/>
                      <a:pt x="172384" y="2347084"/>
                    </a:cubicBezTo>
                    <a:cubicBezTo>
                      <a:pt x="205529" y="2331082"/>
                      <a:pt x="240965" y="2341178"/>
                      <a:pt x="274873" y="2336988"/>
                    </a:cubicBezTo>
                    <a:cubicBezTo>
                      <a:pt x="285732" y="2335653"/>
                      <a:pt x="296590" y="2334130"/>
                      <a:pt x="307259" y="2331461"/>
                    </a:cubicBezTo>
                    <a:cubicBezTo>
                      <a:pt x="336408" y="2324413"/>
                      <a:pt x="366127" y="2318317"/>
                      <a:pt x="394511" y="2308601"/>
                    </a:cubicBezTo>
                    <a:cubicBezTo>
                      <a:pt x="426709" y="2297743"/>
                      <a:pt x="457572" y="2283264"/>
                      <a:pt x="494337" y="2268213"/>
                    </a:cubicBezTo>
                    <a:cubicBezTo>
                      <a:pt x="507102" y="2272024"/>
                      <a:pt x="526724" y="2282312"/>
                      <a:pt x="546917" y="2283264"/>
                    </a:cubicBezTo>
                    <a:cubicBezTo>
                      <a:pt x="611880" y="2286503"/>
                      <a:pt x="672650" y="2268786"/>
                      <a:pt x="730754" y="2240780"/>
                    </a:cubicBezTo>
                    <a:cubicBezTo>
                      <a:pt x="748471" y="2232399"/>
                      <a:pt x="767524" y="2226874"/>
                      <a:pt x="785432" y="2218682"/>
                    </a:cubicBezTo>
                    <a:cubicBezTo>
                      <a:pt x="791717" y="2215826"/>
                      <a:pt x="799909" y="2209730"/>
                      <a:pt x="801053" y="2204013"/>
                    </a:cubicBezTo>
                    <a:cubicBezTo>
                      <a:pt x="807719" y="2170866"/>
                      <a:pt x="832486" y="2171436"/>
                      <a:pt x="858205" y="2169532"/>
                    </a:cubicBezTo>
                    <a:cubicBezTo>
                      <a:pt x="888877" y="2167247"/>
                      <a:pt x="919165" y="2161912"/>
                      <a:pt x="949646" y="2157340"/>
                    </a:cubicBezTo>
                    <a:cubicBezTo>
                      <a:pt x="953648" y="2156768"/>
                      <a:pt x="957266" y="2152768"/>
                      <a:pt x="960887" y="2150099"/>
                    </a:cubicBezTo>
                    <a:cubicBezTo>
                      <a:pt x="966411" y="2146099"/>
                      <a:pt x="971554" y="2140003"/>
                      <a:pt x="977653" y="2138480"/>
                    </a:cubicBezTo>
                    <a:cubicBezTo>
                      <a:pt x="1008894" y="2131049"/>
                      <a:pt x="1040327" y="2124763"/>
                      <a:pt x="1071762" y="2117905"/>
                    </a:cubicBezTo>
                    <a:cubicBezTo>
                      <a:pt x="1078810" y="2116380"/>
                      <a:pt x="1086048" y="2114476"/>
                      <a:pt x="1092527" y="2111428"/>
                    </a:cubicBezTo>
                    <a:cubicBezTo>
                      <a:pt x="1098623" y="2108570"/>
                      <a:pt x="1103767" y="2103616"/>
                      <a:pt x="1109865" y="2100568"/>
                    </a:cubicBezTo>
                    <a:cubicBezTo>
                      <a:pt x="1126437" y="2092378"/>
                      <a:pt x="1143394" y="2084757"/>
                      <a:pt x="1162823" y="2075613"/>
                    </a:cubicBezTo>
                    <a:cubicBezTo>
                      <a:pt x="1173681" y="2092757"/>
                      <a:pt x="1188354" y="2083041"/>
                      <a:pt x="1206641" y="2074851"/>
                    </a:cubicBezTo>
                    <a:cubicBezTo>
                      <a:pt x="1225310" y="2066468"/>
                      <a:pt x="1246837" y="2063801"/>
                      <a:pt x="1267411" y="2060753"/>
                    </a:cubicBezTo>
                    <a:cubicBezTo>
                      <a:pt x="1305132" y="2055228"/>
                      <a:pt x="1343044" y="2051799"/>
                      <a:pt x="1380762" y="2046847"/>
                    </a:cubicBezTo>
                    <a:cubicBezTo>
                      <a:pt x="1388765" y="2045703"/>
                      <a:pt x="1397909" y="2043608"/>
                      <a:pt x="1404006" y="2038844"/>
                    </a:cubicBezTo>
                    <a:cubicBezTo>
                      <a:pt x="1445725" y="2006839"/>
                      <a:pt x="1496403" y="1997887"/>
                      <a:pt x="1544598" y="2000932"/>
                    </a:cubicBezTo>
                    <a:cubicBezTo>
                      <a:pt x="1582510" y="2003220"/>
                      <a:pt x="1619658" y="2004935"/>
                      <a:pt x="1657188" y="2001697"/>
                    </a:cubicBezTo>
                    <a:cubicBezTo>
                      <a:pt x="1660046" y="2001505"/>
                      <a:pt x="1663856" y="2001887"/>
                      <a:pt x="1665950" y="2003411"/>
                    </a:cubicBezTo>
                    <a:cubicBezTo>
                      <a:pt x="1678904" y="2013507"/>
                      <a:pt x="1692431" y="2014269"/>
                      <a:pt x="1709006" y="2015983"/>
                    </a:cubicBezTo>
                    <a:cubicBezTo>
                      <a:pt x="1732439" y="2018461"/>
                      <a:pt x="1753965" y="2016745"/>
                      <a:pt x="1775684" y="2012555"/>
                    </a:cubicBezTo>
                    <a:cubicBezTo>
                      <a:pt x="1791496" y="2009507"/>
                      <a:pt x="1807497" y="2003220"/>
                      <a:pt x="1821596" y="1995218"/>
                    </a:cubicBezTo>
                    <a:cubicBezTo>
                      <a:pt x="1841216" y="1983978"/>
                      <a:pt x="1860079" y="1979597"/>
                      <a:pt x="1878748" y="1994457"/>
                    </a:cubicBezTo>
                    <a:cubicBezTo>
                      <a:pt x="1898940" y="2010269"/>
                      <a:pt x="1921800" y="2004745"/>
                      <a:pt x="1944092" y="2005315"/>
                    </a:cubicBezTo>
                    <a:cubicBezTo>
                      <a:pt x="1953806" y="2005507"/>
                      <a:pt x="1964094" y="2005124"/>
                      <a:pt x="1973429" y="2007601"/>
                    </a:cubicBezTo>
                    <a:cubicBezTo>
                      <a:pt x="2000479" y="2014651"/>
                      <a:pt x="2026581" y="2025320"/>
                      <a:pt x="2054013" y="2030082"/>
                    </a:cubicBezTo>
                    <a:cubicBezTo>
                      <a:pt x="2069254" y="2032747"/>
                      <a:pt x="2086208" y="2027986"/>
                      <a:pt x="2102021" y="2024557"/>
                    </a:cubicBezTo>
                    <a:cubicBezTo>
                      <a:pt x="2118023" y="2020937"/>
                      <a:pt x="2133834" y="2015413"/>
                      <a:pt x="2149267" y="2009697"/>
                    </a:cubicBezTo>
                    <a:cubicBezTo>
                      <a:pt x="2159743" y="2005887"/>
                      <a:pt x="2171173" y="2002267"/>
                      <a:pt x="2179556" y="1995409"/>
                    </a:cubicBezTo>
                    <a:cubicBezTo>
                      <a:pt x="2198608" y="1979788"/>
                      <a:pt x="2218229" y="1977120"/>
                      <a:pt x="2240710" y="1985312"/>
                    </a:cubicBezTo>
                    <a:cubicBezTo>
                      <a:pt x="2244137" y="1986647"/>
                      <a:pt x="2248138" y="1986647"/>
                      <a:pt x="2251948" y="1986836"/>
                    </a:cubicBezTo>
                    <a:cubicBezTo>
                      <a:pt x="2312915" y="1990836"/>
                      <a:pt x="2373874" y="1993314"/>
                      <a:pt x="2434456" y="1999410"/>
                    </a:cubicBezTo>
                    <a:cubicBezTo>
                      <a:pt x="2459029" y="2001887"/>
                      <a:pt x="2482652" y="2012745"/>
                      <a:pt x="2506847" y="2019603"/>
                    </a:cubicBezTo>
                    <a:cubicBezTo>
                      <a:pt x="2511800" y="2020937"/>
                      <a:pt x="2517327" y="2023033"/>
                      <a:pt x="2522279" y="2022080"/>
                    </a:cubicBezTo>
                    <a:cubicBezTo>
                      <a:pt x="2576191" y="2012555"/>
                      <a:pt x="2626677" y="2026461"/>
                      <a:pt x="2676398" y="2044751"/>
                    </a:cubicBezTo>
                    <a:cubicBezTo>
                      <a:pt x="2681540" y="2046656"/>
                      <a:pt x="2687827" y="2046084"/>
                      <a:pt x="2693543" y="2045703"/>
                    </a:cubicBezTo>
                    <a:cubicBezTo>
                      <a:pt x="2709548" y="2044370"/>
                      <a:pt x="2726882" y="2037701"/>
                      <a:pt x="2741360" y="2041701"/>
                    </a:cubicBezTo>
                    <a:cubicBezTo>
                      <a:pt x="2779842" y="2052753"/>
                      <a:pt x="2817943" y="2066087"/>
                      <a:pt x="2854140" y="2082851"/>
                    </a:cubicBezTo>
                    <a:cubicBezTo>
                      <a:pt x="2890910" y="2099805"/>
                      <a:pt x="2925008" y="2114095"/>
                      <a:pt x="2967110" y="2096949"/>
                    </a:cubicBezTo>
                    <a:cubicBezTo>
                      <a:pt x="2985016" y="2089709"/>
                      <a:pt x="3008639" y="2094853"/>
                      <a:pt x="3029216" y="2096757"/>
                    </a:cubicBezTo>
                    <a:cubicBezTo>
                      <a:pt x="3044264" y="2098282"/>
                      <a:pt x="3058743" y="2106856"/>
                      <a:pt x="3073604" y="2106856"/>
                    </a:cubicBezTo>
                    <a:cubicBezTo>
                      <a:pt x="3113231" y="2106856"/>
                      <a:pt x="3148472" y="2116953"/>
                      <a:pt x="3182763" y="2137527"/>
                    </a:cubicBezTo>
                    <a:cubicBezTo>
                      <a:pt x="3196102" y="2145528"/>
                      <a:pt x="3216867" y="2140193"/>
                      <a:pt x="3234202" y="2142289"/>
                    </a:cubicBezTo>
                    <a:cubicBezTo>
                      <a:pt x="3252492" y="2144765"/>
                      <a:pt x="3271348" y="2147051"/>
                      <a:pt x="3288877" y="2152578"/>
                    </a:cubicBezTo>
                    <a:cubicBezTo>
                      <a:pt x="3334216" y="2167056"/>
                      <a:pt x="3378986" y="2183439"/>
                      <a:pt x="3424135" y="2198680"/>
                    </a:cubicBezTo>
                    <a:cubicBezTo>
                      <a:pt x="3461282" y="2211253"/>
                      <a:pt x="3497862" y="2201347"/>
                      <a:pt x="3534629" y="2196013"/>
                    </a:cubicBezTo>
                    <a:cubicBezTo>
                      <a:pt x="3557682" y="2192583"/>
                      <a:pt x="3579206" y="2184391"/>
                      <a:pt x="3605116" y="2196583"/>
                    </a:cubicBezTo>
                    <a:cubicBezTo>
                      <a:pt x="3629882" y="2208205"/>
                      <a:pt x="3661315" y="2205537"/>
                      <a:pt x="3689131" y="2211824"/>
                    </a:cubicBezTo>
                    <a:cubicBezTo>
                      <a:pt x="3712565" y="2217157"/>
                      <a:pt x="3735231" y="2225732"/>
                      <a:pt x="3757902" y="2234114"/>
                    </a:cubicBezTo>
                    <a:cubicBezTo>
                      <a:pt x="3788766" y="2245545"/>
                      <a:pt x="3819245" y="2257545"/>
                      <a:pt x="3852966" y="2251831"/>
                    </a:cubicBezTo>
                    <a:cubicBezTo>
                      <a:pt x="3891259" y="2245353"/>
                      <a:pt x="3917546" y="2269738"/>
                      <a:pt x="3947648" y="2285932"/>
                    </a:cubicBezTo>
                    <a:cubicBezTo>
                      <a:pt x="3968414" y="2296980"/>
                      <a:pt x="3991083" y="2305172"/>
                      <a:pt x="4013753" y="2312031"/>
                    </a:cubicBezTo>
                    <a:cubicBezTo>
                      <a:pt x="4044043" y="2320985"/>
                      <a:pt x="4075285" y="2326320"/>
                      <a:pt x="4105766" y="2335082"/>
                    </a:cubicBezTo>
                    <a:cubicBezTo>
                      <a:pt x="4151870" y="2348226"/>
                      <a:pt x="4198546" y="2358514"/>
                      <a:pt x="4246551" y="2351274"/>
                    </a:cubicBezTo>
                    <a:cubicBezTo>
                      <a:pt x="4268649" y="2348036"/>
                      <a:pt x="4289227" y="2348226"/>
                      <a:pt x="4311323" y="2352991"/>
                    </a:cubicBezTo>
                    <a:cubicBezTo>
                      <a:pt x="4347518" y="2360801"/>
                      <a:pt x="4384668" y="2361753"/>
                      <a:pt x="4413817" y="2390899"/>
                    </a:cubicBezTo>
                    <a:cubicBezTo>
                      <a:pt x="4424104" y="2401188"/>
                      <a:pt x="4442581" y="2403853"/>
                      <a:pt x="4457632" y="2409188"/>
                    </a:cubicBezTo>
                    <a:cubicBezTo>
                      <a:pt x="4474969" y="2415476"/>
                      <a:pt x="4487731" y="2412236"/>
                      <a:pt x="4497068" y="2393947"/>
                    </a:cubicBezTo>
                    <a:cubicBezTo>
                      <a:pt x="4501257" y="2385757"/>
                      <a:pt x="4513260" y="2377755"/>
                      <a:pt x="4522596" y="2376421"/>
                    </a:cubicBezTo>
                    <a:cubicBezTo>
                      <a:pt x="4550599" y="2372421"/>
                      <a:pt x="4576318" y="2378327"/>
                      <a:pt x="4603368" y="2391282"/>
                    </a:cubicBezTo>
                    <a:cubicBezTo>
                      <a:pt x="4628705" y="2403474"/>
                      <a:pt x="4660331" y="2402140"/>
                      <a:pt x="4689098" y="2406903"/>
                    </a:cubicBezTo>
                    <a:cubicBezTo>
                      <a:pt x="4699289" y="2408618"/>
                      <a:pt x="4709482" y="2411237"/>
                      <a:pt x="4719697" y="2413428"/>
                    </a:cubicBezTo>
                    <a:lnTo>
                      <a:pt x="4726469" y="2414298"/>
                    </a:lnTo>
                    <a:lnTo>
                      <a:pt x="4785776" y="2414298"/>
                    </a:lnTo>
                    <a:lnTo>
                      <a:pt x="4788661" y="2414047"/>
                    </a:lnTo>
                    <a:cubicBezTo>
                      <a:pt x="4801401" y="2412237"/>
                      <a:pt x="4814166" y="2410142"/>
                      <a:pt x="4827024" y="2408999"/>
                    </a:cubicBezTo>
                    <a:cubicBezTo>
                      <a:pt x="4847027" y="2407095"/>
                      <a:pt x="4867412" y="2407856"/>
                      <a:pt x="4887415" y="2405570"/>
                    </a:cubicBezTo>
                    <a:cubicBezTo>
                      <a:pt x="4903799" y="2403853"/>
                      <a:pt x="4919991" y="2399474"/>
                      <a:pt x="4936184" y="2395853"/>
                    </a:cubicBezTo>
                    <a:cubicBezTo>
                      <a:pt x="4942089" y="2394520"/>
                      <a:pt x="4947996" y="2389376"/>
                      <a:pt x="4953328" y="2390138"/>
                    </a:cubicBezTo>
                    <a:cubicBezTo>
                      <a:pt x="5006292" y="2398330"/>
                      <a:pt x="5044391" y="2361753"/>
                      <a:pt x="5089162" y="2345560"/>
                    </a:cubicBezTo>
                    <a:cubicBezTo>
                      <a:pt x="5136216" y="2328413"/>
                      <a:pt x="5181748" y="2302124"/>
                      <a:pt x="5234326" y="2309935"/>
                    </a:cubicBezTo>
                    <a:cubicBezTo>
                      <a:pt x="5266141" y="2314697"/>
                      <a:pt x="5296812" y="2325747"/>
                      <a:pt x="5328438" y="2332416"/>
                    </a:cubicBezTo>
                    <a:cubicBezTo>
                      <a:pt x="5339677" y="2334701"/>
                      <a:pt x="5352250" y="2334320"/>
                      <a:pt x="5363491" y="2332034"/>
                    </a:cubicBezTo>
                    <a:cubicBezTo>
                      <a:pt x="5417784" y="2321555"/>
                      <a:pt x="5471316" y="2320032"/>
                      <a:pt x="5524660" y="2337178"/>
                    </a:cubicBezTo>
                    <a:cubicBezTo>
                      <a:pt x="5533802" y="2340036"/>
                      <a:pt x="5543518" y="2342701"/>
                      <a:pt x="5553045" y="2342701"/>
                    </a:cubicBezTo>
                    <a:cubicBezTo>
                      <a:pt x="5605244" y="2342701"/>
                      <a:pt x="5656488" y="2338701"/>
                      <a:pt x="5706401" y="2320032"/>
                    </a:cubicBezTo>
                    <a:cubicBezTo>
                      <a:pt x="5723166" y="2313745"/>
                      <a:pt x="5743551" y="2317745"/>
                      <a:pt x="5762029" y="2316221"/>
                    </a:cubicBezTo>
                    <a:cubicBezTo>
                      <a:pt x="5779174" y="2314889"/>
                      <a:pt x="5796702" y="2314317"/>
                      <a:pt x="5813276" y="2309935"/>
                    </a:cubicBezTo>
                    <a:cubicBezTo>
                      <a:pt x="5837472" y="2303459"/>
                      <a:pt x="5859949" y="2302697"/>
                      <a:pt x="5884906" y="2308411"/>
                    </a:cubicBezTo>
                    <a:cubicBezTo>
                      <a:pt x="5908719" y="2313745"/>
                      <a:pt x="5934438" y="2311079"/>
                      <a:pt x="5959204" y="2311269"/>
                    </a:cubicBezTo>
                    <a:cubicBezTo>
                      <a:pt x="5986828" y="2311459"/>
                      <a:pt x="6014449" y="2311649"/>
                      <a:pt x="6042072" y="2310697"/>
                    </a:cubicBezTo>
                    <a:cubicBezTo>
                      <a:pt x="6053124" y="2310317"/>
                      <a:pt x="6065695" y="2302697"/>
                      <a:pt x="6074842" y="2305745"/>
                    </a:cubicBezTo>
                    <a:cubicBezTo>
                      <a:pt x="6104368" y="2316031"/>
                      <a:pt x="6133897" y="2303649"/>
                      <a:pt x="6163425" y="2309172"/>
                    </a:cubicBezTo>
                    <a:cubicBezTo>
                      <a:pt x="6177905" y="2312031"/>
                      <a:pt x="6194288" y="2304220"/>
                      <a:pt x="6209909" y="2303459"/>
                    </a:cubicBezTo>
                    <a:cubicBezTo>
                      <a:pt x="6235437" y="2302124"/>
                      <a:pt x="6260964" y="2302697"/>
                      <a:pt x="6286493" y="2302315"/>
                    </a:cubicBezTo>
                    <a:cubicBezTo>
                      <a:pt x="6294876" y="2302124"/>
                      <a:pt x="6303068" y="2301362"/>
                      <a:pt x="6311449" y="2300980"/>
                    </a:cubicBezTo>
                    <a:cubicBezTo>
                      <a:pt x="6318880" y="2300601"/>
                      <a:pt x="6326691" y="2298887"/>
                      <a:pt x="6333739" y="2300218"/>
                    </a:cubicBezTo>
                    <a:cubicBezTo>
                      <a:pt x="6359268" y="2304983"/>
                      <a:pt x="6384414" y="2312793"/>
                      <a:pt x="6410131" y="2315841"/>
                    </a:cubicBezTo>
                    <a:cubicBezTo>
                      <a:pt x="6432420" y="2318507"/>
                      <a:pt x="6455472" y="2314889"/>
                      <a:pt x="6477951" y="2316793"/>
                    </a:cubicBezTo>
                    <a:cubicBezTo>
                      <a:pt x="6517576" y="2320032"/>
                      <a:pt x="6557201" y="2325747"/>
                      <a:pt x="6596828" y="2329368"/>
                    </a:cubicBezTo>
                    <a:cubicBezTo>
                      <a:pt x="6605401" y="2330130"/>
                      <a:pt x="6614353" y="2325365"/>
                      <a:pt x="6623118" y="2324985"/>
                    </a:cubicBezTo>
                    <a:cubicBezTo>
                      <a:pt x="6650551" y="2324033"/>
                      <a:pt x="6677984" y="2323841"/>
                      <a:pt x="6705417" y="2323272"/>
                    </a:cubicBezTo>
                    <a:cubicBezTo>
                      <a:pt x="6721038" y="2323080"/>
                      <a:pt x="6736851" y="2323651"/>
                      <a:pt x="6752283" y="2321937"/>
                    </a:cubicBezTo>
                    <a:cubicBezTo>
                      <a:pt x="6772665" y="2319651"/>
                      <a:pt x="6791144" y="2316221"/>
                      <a:pt x="6810195" y="2331082"/>
                    </a:cubicBezTo>
                    <a:cubicBezTo>
                      <a:pt x="6839534" y="2354132"/>
                      <a:pt x="6876872" y="2345178"/>
                      <a:pt x="6910782" y="2350512"/>
                    </a:cubicBezTo>
                    <a:cubicBezTo>
                      <a:pt x="6919547" y="2351847"/>
                      <a:pt x="6928501" y="2352036"/>
                      <a:pt x="6937263" y="2353561"/>
                    </a:cubicBezTo>
                    <a:cubicBezTo>
                      <a:pt x="6953457" y="2356418"/>
                      <a:pt x="6969457" y="2359657"/>
                      <a:pt x="6985653" y="2362897"/>
                    </a:cubicBezTo>
                    <a:cubicBezTo>
                      <a:pt x="6988509" y="2363467"/>
                      <a:pt x="6991747" y="2363659"/>
                      <a:pt x="6994415" y="2364611"/>
                    </a:cubicBezTo>
                    <a:cubicBezTo>
                      <a:pt x="7018991" y="2372611"/>
                      <a:pt x="7043184" y="2381755"/>
                      <a:pt x="7068141" y="2388234"/>
                    </a:cubicBezTo>
                    <a:cubicBezTo>
                      <a:pt x="7080334" y="2391472"/>
                      <a:pt x="7093860" y="2391853"/>
                      <a:pt x="7106432" y="2390138"/>
                    </a:cubicBezTo>
                    <a:cubicBezTo>
                      <a:pt x="7143199" y="2385185"/>
                      <a:pt x="7179587" y="2383089"/>
                      <a:pt x="7216547" y="2390330"/>
                    </a:cubicBezTo>
                    <a:cubicBezTo>
                      <a:pt x="7231214" y="2393186"/>
                      <a:pt x="7247599" y="2388424"/>
                      <a:pt x="7263220" y="2386709"/>
                    </a:cubicBezTo>
                    <a:cubicBezTo>
                      <a:pt x="7300559" y="2382137"/>
                      <a:pt x="7337899" y="2377183"/>
                      <a:pt x="7375428" y="2372803"/>
                    </a:cubicBezTo>
                    <a:cubicBezTo>
                      <a:pt x="7398860" y="2370135"/>
                      <a:pt x="7422483" y="2368611"/>
                      <a:pt x="7445916" y="2365945"/>
                    </a:cubicBezTo>
                    <a:cubicBezTo>
                      <a:pt x="7472967" y="2362705"/>
                      <a:pt x="7499828" y="2357753"/>
                      <a:pt x="7526880" y="2355084"/>
                    </a:cubicBezTo>
                    <a:cubicBezTo>
                      <a:pt x="7557742" y="2352036"/>
                      <a:pt x="7588795" y="2351466"/>
                      <a:pt x="7619655" y="2348226"/>
                    </a:cubicBezTo>
                    <a:cubicBezTo>
                      <a:pt x="7676047" y="2341940"/>
                      <a:pt x="7732247" y="2334509"/>
                      <a:pt x="7788636" y="2327461"/>
                    </a:cubicBezTo>
                    <a:cubicBezTo>
                      <a:pt x="7843311" y="2320603"/>
                      <a:pt x="7897987" y="2314507"/>
                      <a:pt x="7952280" y="2305935"/>
                    </a:cubicBezTo>
                    <a:cubicBezTo>
                      <a:pt x="7975142" y="2302315"/>
                      <a:pt x="7996859" y="2292408"/>
                      <a:pt x="8019339" y="2286884"/>
                    </a:cubicBezTo>
                    <a:cubicBezTo>
                      <a:pt x="8058774" y="2277357"/>
                      <a:pt x="8098590" y="2269357"/>
                      <a:pt x="8137835" y="2259832"/>
                    </a:cubicBezTo>
                    <a:cubicBezTo>
                      <a:pt x="8155359" y="2255641"/>
                      <a:pt x="8172124" y="2248593"/>
                      <a:pt x="8189651" y="2243639"/>
                    </a:cubicBezTo>
                    <a:cubicBezTo>
                      <a:pt x="8230992" y="2232208"/>
                      <a:pt x="8272903" y="2222874"/>
                      <a:pt x="8313671" y="2209920"/>
                    </a:cubicBezTo>
                    <a:cubicBezTo>
                      <a:pt x="8362822" y="2194297"/>
                      <a:pt x="8411019" y="2175439"/>
                      <a:pt x="8459979" y="2158864"/>
                    </a:cubicBezTo>
                    <a:cubicBezTo>
                      <a:pt x="8478269" y="2152578"/>
                      <a:pt x="8497511" y="2148957"/>
                      <a:pt x="8516369" y="2144003"/>
                    </a:cubicBezTo>
                    <a:cubicBezTo>
                      <a:pt x="8563425" y="2131431"/>
                      <a:pt x="8610288" y="2118095"/>
                      <a:pt x="8657726" y="2106284"/>
                    </a:cubicBezTo>
                    <a:cubicBezTo>
                      <a:pt x="8675253" y="2101901"/>
                      <a:pt x="8693731" y="2102284"/>
                      <a:pt x="8711448" y="2098664"/>
                    </a:cubicBezTo>
                    <a:cubicBezTo>
                      <a:pt x="8732023" y="2094472"/>
                      <a:pt x="8752407" y="2089138"/>
                      <a:pt x="8772219" y="2082280"/>
                    </a:cubicBezTo>
                    <a:cubicBezTo>
                      <a:pt x="8796985" y="2073707"/>
                      <a:pt x="8820990" y="2062659"/>
                      <a:pt x="8845565" y="2053705"/>
                    </a:cubicBezTo>
                    <a:cubicBezTo>
                      <a:pt x="8886142" y="2039034"/>
                      <a:pt x="8926911" y="2024557"/>
                      <a:pt x="8967871" y="2011221"/>
                    </a:cubicBezTo>
                    <a:cubicBezTo>
                      <a:pt x="8983301" y="2006268"/>
                      <a:pt x="9000257" y="2005697"/>
                      <a:pt x="9015878" y="2001124"/>
                    </a:cubicBezTo>
                    <a:cubicBezTo>
                      <a:pt x="9088840" y="1979597"/>
                      <a:pt x="9161805" y="1957880"/>
                      <a:pt x="9234579" y="1935209"/>
                    </a:cubicBezTo>
                    <a:cubicBezTo>
                      <a:pt x="9272298" y="1923399"/>
                      <a:pt x="9308875" y="1908538"/>
                      <a:pt x="9346597" y="1896917"/>
                    </a:cubicBezTo>
                    <a:cubicBezTo>
                      <a:pt x="9369267" y="1889869"/>
                      <a:pt x="9393650" y="1887773"/>
                      <a:pt x="9416321" y="1880724"/>
                    </a:cubicBezTo>
                    <a:cubicBezTo>
                      <a:pt x="9437278" y="1874247"/>
                      <a:pt x="9456709" y="1863578"/>
                      <a:pt x="9477283" y="1856149"/>
                    </a:cubicBezTo>
                    <a:cubicBezTo>
                      <a:pt x="9540152" y="1833097"/>
                      <a:pt x="9603971" y="1811953"/>
                      <a:pt x="9666265" y="1787186"/>
                    </a:cubicBezTo>
                    <a:cubicBezTo>
                      <a:pt x="9696749" y="1775183"/>
                      <a:pt x="9725323" y="1757849"/>
                      <a:pt x="9754088" y="1741464"/>
                    </a:cubicBezTo>
                    <a:cubicBezTo>
                      <a:pt x="9802858" y="1713841"/>
                      <a:pt x="9850865" y="1685074"/>
                      <a:pt x="9899446" y="1656880"/>
                    </a:cubicBezTo>
                    <a:cubicBezTo>
                      <a:pt x="9935832" y="1635924"/>
                      <a:pt x="9968027" y="1611347"/>
                      <a:pt x="9993175" y="1576487"/>
                    </a:cubicBezTo>
                    <a:cubicBezTo>
                      <a:pt x="10004797" y="1560484"/>
                      <a:pt x="10024990" y="1546768"/>
                      <a:pt x="10044230" y="1540480"/>
                    </a:cubicBezTo>
                    <a:cubicBezTo>
                      <a:pt x="10078713" y="1529241"/>
                      <a:pt x="10104430" y="1507522"/>
                      <a:pt x="10131863" y="1485613"/>
                    </a:cubicBezTo>
                    <a:cubicBezTo>
                      <a:pt x="10166536" y="1457801"/>
                      <a:pt x="10203304" y="1431509"/>
                      <a:pt x="10242357" y="1410555"/>
                    </a:cubicBezTo>
                    <a:cubicBezTo>
                      <a:pt x="10280840" y="1389980"/>
                      <a:pt x="10324086" y="1378549"/>
                      <a:pt x="10363709" y="1359499"/>
                    </a:cubicBezTo>
                    <a:cubicBezTo>
                      <a:pt x="10386952" y="1348259"/>
                      <a:pt x="10407146" y="1330353"/>
                      <a:pt x="10428291" y="1314920"/>
                    </a:cubicBezTo>
                    <a:cubicBezTo>
                      <a:pt x="10449438" y="1299489"/>
                      <a:pt x="10470394" y="1283486"/>
                      <a:pt x="10490969" y="1267104"/>
                    </a:cubicBezTo>
                    <a:cubicBezTo>
                      <a:pt x="10502208" y="1258149"/>
                      <a:pt x="10511734" y="1246909"/>
                      <a:pt x="10523354" y="1238337"/>
                    </a:cubicBezTo>
                    <a:cubicBezTo>
                      <a:pt x="10545263" y="1222334"/>
                      <a:pt x="10569075" y="1208808"/>
                      <a:pt x="10590031" y="1191664"/>
                    </a:cubicBezTo>
                    <a:cubicBezTo>
                      <a:pt x="10610225" y="1175089"/>
                      <a:pt x="10633467" y="1166707"/>
                      <a:pt x="10656519" y="1156038"/>
                    </a:cubicBezTo>
                    <a:cubicBezTo>
                      <a:pt x="10674046" y="1148036"/>
                      <a:pt x="10686617" y="1130320"/>
                      <a:pt x="10703573" y="1120603"/>
                    </a:cubicBezTo>
                    <a:cubicBezTo>
                      <a:pt x="10727767" y="1106697"/>
                      <a:pt x="10746246" y="1089553"/>
                      <a:pt x="10764534" y="1067643"/>
                    </a:cubicBezTo>
                    <a:cubicBezTo>
                      <a:pt x="10785111" y="1043068"/>
                      <a:pt x="10820162" y="1029732"/>
                      <a:pt x="10850453" y="1014301"/>
                    </a:cubicBezTo>
                    <a:cubicBezTo>
                      <a:pt x="10876171" y="1001157"/>
                      <a:pt x="10906081" y="995632"/>
                      <a:pt x="10929704" y="980201"/>
                    </a:cubicBezTo>
                    <a:cubicBezTo>
                      <a:pt x="10946279" y="969342"/>
                      <a:pt x="10958661" y="948957"/>
                      <a:pt x="10967423" y="930289"/>
                    </a:cubicBezTo>
                    <a:cubicBezTo>
                      <a:pt x="10987046" y="887995"/>
                      <a:pt x="11021146" y="861897"/>
                      <a:pt x="11058869" y="838084"/>
                    </a:cubicBezTo>
                    <a:cubicBezTo>
                      <a:pt x="11097350" y="813699"/>
                      <a:pt x="11133927" y="786836"/>
                      <a:pt x="11172600" y="762834"/>
                    </a:cubicBezTo>
                    <a:cubicBezTo>
                      <a:pt x="11211843" y="738638"/>
                      <a:pt x="11243658" y="706443"/>
                      <a:pt x="11275283" y="673676"/>
                    </a:cubicBezTo>
                    <a:cubicBezTo>
                      <a:pt x="11288238" y="660150"/>
                      <a:pt x="11305192" y="650434"/>
                      <a:pt x="11320623" y="639195"/>
                    </a:cubicBezTo>
                    <a:cubicBezTo>
                      <a:pt x="11338339" y="626241"/>
                      <a:pt x="11355296" y="611953"/>
                      <a:pt x="11374346" y="601664"/>
                    </a:cubicBezTo>
                    <a:cubicBezTo>
                      <a:pt x="11398160" y="588709"/>
                      <a:pt x="11424069" y="579757"/>
                      <a:pt x="11448453" y="567755"/>
                    </a:cubicBezTo>
                    <a:cubicBezTo>
                      <a:pt x="11476838" y="553657"/>
                      <a:pt x="11505795" y="539750"/>
                      <a:pt x="11532275" y="522605"/>
                    </a:cubicBezTo>
                    <a:cubicBezTo>
                      <a:pt x="11545039" y="514413"/>
                      <a:pt x="11553613" y="499363"/>
                      <a:pt x="11562947" y="486598"/>
                    </a:cubicBezTo>
                    <a:cubicBezTo>
                      <a:pt x="11599714" y="436305"/>
                      <a:pt x="11635529" y="385441"/>
                      <a:pt x="11672489" y="335337"/>
                    </a:cubicBezTo>
                    <a:cubicBezTo>
                      <a:pt x="11712304" y="281424"/>
                      <a:pt x="11763931" y="241608"/>
                      <a:pt x="11821656" y="207889"/>
                    </a:cubicBezTo>
                    <a:cubicBezTo>
                      <a:pt x="11877664" y="175312"/>
                      <a:pt x="11931195" y="138734"/>
                      <a:pt x="11986443" y="104824"/>
                    </a:cubicBezTo>
                    <a:cubicBezTo>
                      <a:pt x="11998443" y="97395"/>
                      <a:pt x="12013114" y="94347"/>
                      <a:pt x="12026448" y="88821"/>
                    </a:cubicBezTo>
                    <a:cubicBezTo>
                      <a:pt x="12072360" y="69580"/>
                      <a:pt x="12118083" y="50147"/>
                      <a:pt x="12160947" y="28621"/>
                    </a:cubicBezTo>
                    <a:lnTo>
                      <a:pt x="12192000" y="0"/>
                    </a:lnTo>
                    <a:close/>
                  </a:path>
                </a:pathLst>
              </a:custGeom>
              <a:solidFill>
                <a:schemeClr val="bg1">
                  <a:alpha val="14000"/>
                </a:schemeClr>
              </a:solidFill>
              <a:ln w="12700" cap="flat" cmpd="sng" algn="ctr">
                <a:noFill/>
                <a:prstDash val="solid"/>
                <a:miter lim="800000"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05148B0F-801C-45A1-80C1-EEC25A22A7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GrpSpPr>
          <p:grpSpPr>
            <a:xfrm>
              <a:off x="544" y="3296011"/>
              <a:ext cx="12191456" cy="2849975"/>
              <a:chOff x="544" y="3296011"/>
              <a:chExt cx="12191456" cy="2849975"/>
            </a:xfrm>
          </p:grpSpPr>
          <p:sp>
            <p:nvSpPr>
              <p:cNvPr id="30" name="Freeform: Shape 29">
                <a:extLst>
                  <a:ext uri="{FF2B5EF4-FFF2-40B4-BE49-F238E27FC236}">
                    <a16:creationId xmlns:a16="http://schemas.microsoft.com/office/drawing/2014/main" id="{E7715ED9-C8CE-4651-82AA-1C4B5F14A03A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solidFill>
                <a:srgbClr val="FFFFFF"/>
              </a:solid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  <p:sp>
            <p:nvSpPr>
              <p:cNvPr id="31" name="Freeform: Shape 30">
                <a:extLst>
                  <a:ext uri="{FF2B5EF4-FFF2-40B4-BE49-F238E27FC236}">
                    <a16:creationId xmlns:a16="http://schemas.microsoft.com/office/drawing/2014/main" id="{B911230A-EF3B-4760-9087-E4FBE05BDC5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>
                <p:extLst>
                  <p:ext uri="{386F3935-93C4-4BCD-93E2-E3B085C9AB24}">
                    <p16:designElem xmlns:p16="http://schemas.microsoft.com/office/powerpoint/2015/main" val="1"/>
                  </p:ext>
                </p:extLst>
              </p:nvPr>
            </p:nvSpPr>
            <p:spPr>
              <a:xfrm>
                <a:off x="544" y="3296011"/>
                <a:ext cx="12191456" cy="2849975"/>
              </a:xfrm>
              <a:custGeom>
                <a:avLst/>
                <a:gdLst>
                  <a:gd name="connsiteX0" fmla="*/ 6095524 w 6095524"/>
                  <a:gd name="connsiteY0" fmla="*/ 0 h 1424940"/>
                  <a:gd name="connsiteX1" fmla="*/ 6095524 w 6095524"/>
                  <a:gd name="connsiteY1" fmla="*/ 17431 h 1424940"/>
                  <a:gd name="connsiteX2" fmla="*/ 6095524 w 6095524"/>
                  <a:gd name="connsiteY2" fmla="*/ 216290 h 1424940"/>
                  <a:gd name="connsiteX3" fmla="*/ 6079998 w 6095524"/>
                  <a:gd name="connsiteY3" fmla="*/ 230600 h 1424940"/>
                  <a:gd name="connsiteX4" fmla="*/ 6012751 w 6095524"/>
                  <a:gd name="connsiteY4" fmla="*/ 260699 h 1424940"/>
                  <a:gd name="connsiteX5" fmla="*/ 5992749 w 6095524"/>
                  <a:gd name="connsiteY5" fmla="*/ 268700 h 1424940"/>
                  <a:gd name="connsiteX6" fmla="*/ 5910358 w 6095524"/>
                  <a:gd name="connsiteY6" fmla="*/ 320231 h 1424940"/>
                  <a:gd name="connsiteX7" fmla="*/ 5835777 w 6095524"/>
                  <a:gd name="connsiteY7" fmla="*/ 383953 h 1424940"/>
                  <a:gd name="connsiteX8" fmla="*/ 5781008 w 6095524"/>
                  <a:gd name="connsiteY8" fmla="*/ 459581 h 1424940"/>
                  <a:gd name="connsiteX9" fmla="*/ 5765673 w 6095524"/>
                  <a:gd name="connsiteY9" fmla="*/ 477584 h 1424940"/>
                  <a:gd name="connsiteX10" fmla="*/ 5723763 w 6095524"/>
                  <a:gd name="connsiteY10" fmla="*/ 500158 h 1424940"/>
                  <a:gd name="connsiteX11" fmla="*/ 5686711 w 6095524"/>
                  <a:gd name="connsiteY11" fmla="*/ 517112 h 1424940"/>
                  <a:gd name="connsiteX12" fmla="*/ 5659850 w 6095524"/>
                  <a:gd name="connsiteY12" fmla="*/ 535877 h 1424940"/>
                  <a:gd name="connsiteX13" fmla="*/ 5637181 w 6095524"/>
                  <a:gd name="connsiteY13" fmla="*/ 553117 h 1424940"/>
                  <a:gd name="connsiteX14" fmla="*/ 5585841 w 6095524"/>
                  <a:gd name="connsiteY14" fmla="*/ 597694 h 1424940"/>
                  <a:gd name="connsiteX15" fmla="*/ 5528977 w 6095524"/>
                  <a:gd name="connsiteY15" fmla="*/ 635318 h 1424940"/>
                  <a:gd name="connsiteX16" fmla="*/ 5483256 w 6095524"/>
                  <a:gd name="connsiteY16" fmla="*/ 681419 h 1424940"/>
                  <a:gd name="connsiteX17" fmla="*/ 5464397 w 6095524"/>
                  <a:gd name="connsiteY17" fmla="*/ 706374 h 1424940"/>
                  <a:gd name="connsiteX18" fmla="*/ 5424773 w 6095524"/>
                  <a:gd name="connsiteY18" fmla="*/ 723424 h 1424940"/>
                  <a:gd name="connsiteX19" fmla="*/ 5381815 w 6095524"/>
                  <a:gd name="connsiteY19" fmla="*/ 750094 h 1424940"/>
                  <a:gd name="connsiteX20" fmla="*/ 5351335 w 6095524"/>
                  <a:gd name="connsiteY20" fmla="*/ 776573 h 1424940"/>
                  <a:gd name="connsiteX21" fmla="*/ 5327809 w 6095524"/>
                  <a:gd name="connsiteY21" fmla="*/ 794290 h 1424940"/>
                  <a:gd name="connsiteX22" fmla="*/ 5294566 w 6095524"/>
                  <a:gd name="connsiteY22" fmla="*/ 812102 h 1424940"/>
                  <a:gd name="connsiteX23" fmla="*/ 5261229 w 6095524"/>
                  <a:gd name="connsiteY23" fmla="*/ 835438 h 1424940"/>
                  <a:gd name="connsiteX24" fmla="*/ 5245037 w 6095524"/>
                  <a:gd name="connsiteY24" fmla="*/ 849821 h 1424940"/>
                  <a:gd name="connsiteX25" fmla="*/ 5213699 w 6095524"/>
                  <a:gd name="connsiteY25" fmla="*/ 873728 h 1424940"/>
                  <a:gd name="connsiteX26" fmla="*/ 5181409 w 6095524"/>
                  <a:gd name="connsiteY26" fmla="*/ 896017 h 1424940"/>
                  <a:gd name="connsiteX27" fmla="*/ 5120735 w 6095524"/>
                  <a:gd name="connsiteY27" fmla="*/ 921544 h 1424940"/>
                  <a:gd name="connsiteX28" fmla="*/ 5065490 w 6095524"/>
                  <a:gd name="connsiteY28" fmla="*/ 959072 h 1424940"/>
                  <a:gd name="connsiteX29" fmla="*/ 5021675 w 6095524"/>
                  <a:gd name="connsiteY29" fmla="*/ 986504 h 1424940"/>
                  <a:gd name="connsiteX30" fmla="*/ 4996148 w 6095524"/>
                  <a:gd name="connsiteY30" fmla="*/ 1004507 h 1424940"/>
                  <a:gd name="connsiteX31" fmla="*/ 4949285 w 6095524"/>
                  <a:gd name="connsiteY31" fmla="*/ 1044702 h 1424940"/>
                  <a:gd name="connsiteX32" fmla="*/ 4876609 w 6095524"/>
                  <a:gd name="connsiteY32" fmla="*/ 1086993 h 1424940"/>
                  <a:gd name="connsiteX33" fmla="*/ 4832699 w 6095524"/>
                  <a:gd name="connsiteY33" fmla="*/ 1109853 h 1424940"/>
                  <a:gd name="connsiteX34" fmla="*/ 4738211 w 6095524"/>
                  <a:gd name="connsiteY34" fmla="*/ 1144334 h 1424940"/>
                  <a:gd name="connsiteX35" fmla="*/ 4707731 w 6095524"/>
                  <a:gd name="connsiteY35" fmla="*/ 1156621 h 1424940"/>
                  <a:gd name="connsiteX36" fmla="*/ 4672870 w 6095524"/>
                  <a:gd name="connsiteY36" fmla="*/ 1164717 h 1424940"/>
                  <a:gd name="connsiteX37" fmla="*/ 4616863 w 6095524"/>
                  <a:gd name="connsiteY37" fmla="*/ 1183862 h 1424940"/>
                  <a:gd name="connsiteX38" fmla="*/ 4507516 w 6095524"/>
                  <a:gd name="connsiteY38" fmla="*/ 1216819 h 1424940"/>
                  <a:gd name="connsiteX39" fmla="*/ 4483513 w 6095524"/>
                  <a:gd name="connsiteY39" fmla="*/ 1221867 h 1424940"/>
                  <a:gd name="connsiteX40" fmla="*/ 4422362 w 6095524"/>
                  <a:gd name="connsiteY40" fmla="*/ 1243108 h 1424940"/>
                  <a:gd name="connsiteX41" fmla="*/ 4385691 w 6095524"/>
                  <a:gd name="connsiteY41" fmla="*/ 1257395 h 1424940"/>
                  <a:gd name="connsiteX42" fmla="*/ 4355306 w 6095524"/>
                  <a:gd name="connsiteY42" fmla="*/ 1265587 h 1424940"/>
                  <a:gd name="connsiteX43" fmla="*/ 4328446 w 6095524"/>
                  <a:gd name="connsiteY43" fmla="*/ 1269397 h 1424940"/>
                  <a:gd name="connsiteX44" fmla="*/ 4257770 w 6095524"/>
                  <a:gd name="connsiteY44" fmla="*/ 1288256 h 1424940"/>
                  <a:gd name="connsiteX45" fmla="*/ 4229576 w 6095524"/>
                  <a:gd name="connsiteY45" fmla="*/ 1295686 h 1424940"/>
                  <a:gd name="connsiteX46" fmla="*/ 4156424 w 6095524"/>
                  <a:gd name="connsiteY46" fmla="*/ 1321213 h 1424940"/>
                  <a:gd name="connsiteX47" fmla="*/ 4094416 w 6095524"/>
                  <a:gd name="connsiteY47" fmla="*/ 1338072 h 1424940"/>
                  <a:gd name="connsiteX48" fmla="*/ 4068509 w 6095524"/>
                  <a:gd name="connsiteY48" fmla="*/ 1346168 h 1424940"/>
                  <a:gd name="connsiteX49" fmla="*/ 4009263 w 6095524"/>
                  <a:gd name="connsiteY49" fmla="*/ 1359694 h 1424940"/>
                  <a:gd name="connsiteX50" fmla="*/ 3975735 w 6095524"/>
                  <a:gd name="connsiteY50" fmla="*/ 1369219 h 1424940"/>
                  <a:gd name="connsiteX51" fmla="*/ 3893915 w 6095524"/>
                  <a:gd name="connsiteY51" fmla="*/ 1379982 h 1424940"/>
                  <a:gd name="connsiteX52" fmla="*/ 3809428 w 6095524"/>
                  <a:gd name="connsiteY52" fmla="*/ 1390364 h 1424940"/>
                  <a:gd name="connsiteX53" fmla="*/ 3763042 w 6095524"/>
                  <a:gd name="connsiteY53" fmla="*/ 1393793 h 1424940"/>
                  <a:gd name="connsiteX54" fmla="*/ 3722561 w 6095524"/>
                  <a:gd name="connsiteY54" fmla="*/ 1399223 h 1424940"/>
                  <a:gd name="connsiteX55" fmla="*/ 3687318 w 6095524"/>
                  <a:gd name="connsiteY55" fmla="*/ 1402652 h 1424940"/>
                  <a:gd name="connsiteX56" fmla="*/ 3631216 w 6095524"/>
                  <a:gd name="connsiteY56" fmla="*/ 1409605 h 1424940"/>
                  <a:gd name="connsiteX57" fmla="*/ 3607880 w 6095524"/>
                  <a:gd name="connsiteY57" fmla="*/ 1411415 h 1424940"/>
                  <a:gd name="connsiteX58" fmla="*/ 3552825 w 6095524"/>
                  <a:gd name="connsiteY58" fmla="*/ 1411319 h 1424940"/>
                  <a:gd name="connsiteX59" fmla="*/ 3533680 w 6095524"/>
                  <a:gd name="connsiteY59" fmla="*/ 1410367 h 1424940"/>
                  <a:gd name="connsiteX60" fmla="*/ 3496818 w 6095524"/>
                  <a:gd name="connsiteY60" fmla="*/ 1398556 h 1424940"/>
                  <a:gd name="connsiteX61" fmla="*/ 3492437 w 6095524"/>
                  <a:gd name="connsiteY61" fmla="*/ 1397699 h 1424940"/>
                  <a:gd name="connsiteX62" fmla="*/ 3468243 w 6095524"/>
                  <a:gd name="connsiteY62" fmla="*/ 1393031 h 1424940"/>
                  <a:gd name="connsiteX63" fmla="*/ 3455003 w 6095524"/>
                  <a:gd name="connsiteY63" fmla="*/ 1391507 h 1424940"/>
                  <a:gd name="connsiteX64" fmla="*/ 3404711 w 6095524"/>
                  <a:gd name="connsiteY64" fmla="*/ 1381792 h 1424940"/>
                  <a:gd name="connsiteX65" fmla="*/ 3375756 w 6095524"/>
                  <a:gd name="connsiteY65" fmla="*/ 1377220 h 1424940"/>
                  <a:gd name="connsiteX66" fmla="*/ 3352324 w 6095524"/>
                  <a:gd name="connsiteY66" fmla="*/ 1377887 h 1424940"/>
                  <a:gd name="connsiteX67" fmla="*/ 3311176 w 6095524"/>
                  <a:gd name="connsiteY67" fmla="*/ 1378744 h 1424940"/>
                  <a:gd name="connsiteX68" fmla="*/ 3298031 w 6095524"/>
                  <a:gd name="connsiteY68" fmla="*/ 1380935 h 1424940"/>
                  <a:gd name="connsiteX69" fmla="*/ 3238595 w 6095524"/>
                  <a:gd name="connsiteY69" fmla="*/ 1374648 h 1424940"/>
                  <a:gd name="connsiteX70" fmla="*/ 3204686 w 6095524"/>
                  <a:gd name="connsiteY70" fmla="*/ 1374172 h 1424940"/>
                  <a:gd name="connsiteX71" fmla="*/ 3166491 w 6095524"/>
                  <a:gd name="connsiteY71" fmla="*/ 1366361 h 1424940"/>
                  <a:gd name="connsiteX72" fmla="*/ 3155347 w 6095524"/>
                  <a:gd name="connsiteY72" fmla="*/ 1366742 h 1424940"/>
                  <a:gd name="connsiteX73" fmla="*/ 3142869 w 6095524"/>
                  <a:gd name="connsiteY73" fmla="*/ 1367409 h 1424940"/>
                  <a:gd name="connsiteX74" fmla="*/ 3104578 w 6095524"/>
                  <a:gd name="connsiteY74" fmla="*/ 1367981 h 1424940"/>
                  <a:gd name="connsiteX75" fmla="*/ 3081337 w 6095524"/>
                  <a:gd name="connsiteY75" fmla="*/ 1370838 h 1424940"/>
                  <a:gd name="connsiteX76" fmla="*/ 3037047 w 6095524"/>
                  <a:gd name="connsiteY76" fmla="*/ 1369124 h 1424940"/>
                  <a:gd name="connsiteX77" fmla="*/ 3020663 w 6095524"/>
                  <a:gd name="connsiteY77" fmla="*/ 1371600 h 1424940"/>
                  <a:gd name="connsiteX78" fmla="*/ 2979230 w 6095524"/>
                  <a:gd name="connsiteY78" fmla="*/ 1371886 h 1424940"/>
                  <a:gd name="connsiteX79" fmla="*/ 2942082 w 6095524"/>
                  <a:gd name="connsiteY79" fmla="*/ 1370457 h 1424940"/>
                  <a:gd name="connsiteX80" fmla="*/ 2906268 w 6095524"/>
                  <a:gd name="connsiteY80" fmla="*/ 1371219 h 1424940"/>
                  <a:gd name="connsiteX81" fmla="*/ 2880646 w 6095524"/>
                  <a:gd name="connsiteY81" fmla="*/ 1374362 h 1424940"/>
                  <a:gd name="connsiteX82" fmla="*/ 2852833 w 6095524"/>
                  <a:gd name="connsiteY82" fmla="*/ 1376267 h 1424940"/>
                  <a:gd name="connsiteX83" fmla="*/ 2776157 w 6095524"/>
                  <a:gd name="connsiteY83" fmla="*/ 1387602 h 1424940"/>
                  <a:gd name="connsiteX84" fmla="*/ 2761965 w 6095524"/>
                  <a:gd name="connsiteY84" fmla="*/ 1384840 h 1424940"/>
                  <a:gd name="connsiteX85" fmla="*/ 2681383 w 6095524"/>
                  <a:gd name="connsiteY85" fmla="*/ 1382268 h 1424940"/>
                  <a:gd name="connsiteX86" fmla="*/ 2663857 w 6095524"/>
                  <a:gd name="connsiteY86" fmla="*/ 1382459 h 1424940"/>
                  <a:gd name="connsiteX87" fmla="*/ 2616803 w 6095524"/>
                  <a:gd name="connsiteY87" fmla="*/ 1371219 h 1424940"/>
                  <a:gd name="connsiteX88" fmla="*/ 2544223 w 6095524"/>
                  <a:gd name="connsiteY88" fmla="*/ 1389031 h 1424940"/>
                  <a:gd name="connsiteX89" fmla="*/ 2476309 w 6095524"/>
                  <a:gd name="connsiteY89" fmla="*/ 1411319 h 1424940"/>
                  <a:gd name="connsiteX90" fmla="*/ 2467737 w 6095524"/>
                  <a:gd name="connsiteY90" fmla="*/ 1414177 h 1424940"/>
                  <a:gd name="connsiteX91" fmla="*/ 2443353 w 6095524"/>
                  <a:gd name="connsiteY91" fmla="*/ 1419035 h 1424940"/>
                  <a:gd name="connsiteX92" fmla="*/ 2413159 w 6095524"/>
                  <a:gd name="connsiteY92" fmla="*/ 1420749 h 1424940"/>
                  <a:gd name="connsiteX93" fmla="*/ 2374868 w 6095524"/>
                  <a:gd name="connsiteY93" fmla="*/ 1424940 h 1424940"/>
                  <a:gd name="connsiteX94" fmla="*/ 2344198 w 6095524"/>
                  <a:gd name="connsiteY94" fmla="*/ 1419701 h 1424940"/>
                  <a:gd name="connsiteX95" fmla="*/ 2301335 w 6095524"/>
                  <a:gd name="connsiteY95" fmla="*/ 1411891 h 1424940"/>
                  <a:gd name="connsiteX96" fmla="*/ 2260949 w 6095524"/>
                  <a:gd name="connsiteY96" fmla="*/ 1404461 h 1424940"/>
                  <a:gd name="connsiteX97" fmla="*/ 2248186 w 6095524"/>
                  <a:gd name="connsiteY97" fmla="*/ 1413224 h 1424940"/>
                  <a:gd name="connsiteX98" fmla="*/ 2228469 w 6095524"/>
                  <a:gd name="connsiteY98" fmla="*/ 1420844 h 1424940"/>
                  <a:gd name="connsiteX99" fmla="*/ 2206562 w 6095524"/>
                  <a:gd name="connsiteY99" fmla="*/ 1411700 h 1424940"/>
                  <a:gd name="connsiteX100" fmla="*/ 2155317 w 6095524"/>
                  <a:gd name="connsiteY100" fmla="*/ 1392746 h 1424940"/>
                  <a:gd name="connsiteX101" fmla="*/ 2122932 w 6095524"/>
                  <a:gd name="connsiteY101" fmla="*/ 1391888 h 1424940"/>
                  <a:gd name="connsiteX102" fmla="*/ 2052542 w 6095524"/>
                  <a:gd name="connsiteY102" fmla="*/ 1383792 h 1424940"/>
                  <a:gd name="connsiteX103" fmla="*/ 2006537 w 6095524"/>
                  <a:gd name="connsiteY103" fmla="*/ 1372267 h 1424940"/>
                  <a:gd name="connsiteX104" fmla="*/ 1973486 w 6095524"/>
                  <a:gd name="connsiteY104" fmla="*/ 1359218 h 1424940"/>
                  <a:gd name="connsiteX105" fmla="*/ 1926146 w 6095524"/>
                  <a:gd name="connsiteY105" fmla="*/ 1342168 h 1424940"/>
                  <a:gd name="connsiteX106" fmla="*/ 1878616 w 6095524"/>
                  <a:gd name="connsiteY106" fmla="*/ 1333310 h 1424940"/>
                  <a:gd name="connsiteX107" fmla="*/ 1844231 w 6095524"/>
                  <a:gd name="connsiteY107" fmla="*/ 1322165 h 1424940"/>
                  <a:gd name="connsiteX108" fmla="*/ 1802225 w 6095524"/>
                  <a:gd name="connsiteY108" fmla="*/ 1314545 h 1424940"/>
                  <a:gd name="connsiteX109" fmla="*/ 1766983 w 6095524"/>
                  <a:gd name="connsiteY109" fmla="*/ 1314260 h 1424940"/>
                  <a:gd name="connsiteX110" fmla="*/ 1711738 w 6095524"/>
                  <a:gd name="connsiteY110" fmla="*/ 1315593 h 1424940"/>
                  <a:gd name="connsiteX111" fmla="*/ 1644111 w 6095524"/>
                  <a:gd name="connsiteY111" fmla="*/ 1292543 h 1424940"/>
                  <a:gd name="connsiteX112" fmla="*/ 1616774 w 6095524"/>
                  <a:gd name="connsiteY112" fmla="*/ 1287399 h 1424940"/>
                  <a:gd name="connsiteX113" fmla="*/ 1591056 w 6095524"/>
                  <a:gd name="connsiteY113" fmla="*/ 1285018 h 1424940"/>
                  <a:gd name="connsiteX114" fmla="*/ 1536478 w 6095524"/>
                  <a:gd name="connsiteY114" fmla="*/ 1269683 h 1424940"/>
                  <a:gd name="connsiteX115" fmla="*/ 1514285 w 6095524"/>
                  <a:gd name="connsiteY115" fmla="*/ 1264634 h 1424940"/>
                  <a:gd name="connsiteX116" fmla="*/ 1483233 w 6095524"/>
                  <a:gd name="connsiteY116" fmla="*/ 1264730 h 1424940"/>
                  <a:gd name="connsiteX117" fmla="*/ 1426750 w 6095524"/>
                  <a:gd name="connsiteY117" fmla="*/ 1257681 h 1424940"/>
                  <a:gd name="connsiteX118" fmla="*/ 1370362 w 6095524"/>
                  <a:gd name="connsiteY118" fmla="*/ 1237107 h 1424940"/>
                  <a:gd name="connsiteX119" fmla="*/ 1346454 w 6095524"/>
                  <a:gd name="connsiteY119" fmla="*/ 1239107 h 1424940"/>
                  <a:gd name="connsiteX120" fmla="*/ 1337882 w 6095524"/>
                  <a:gd name="connsiteY120" fmla="*/ 1238631 h 1424940"/>
                  <a:gd name="connsiteX121" fmla="*/ 1260825 w 6095524"/>
                  <a:gd name="connsiteY121" fmla="*/ 1227296 h 1424940"/>
                  <a:gd name="connsiteX122" fmla="*/ 1253109 w 6095524"/>
                  <a:gd name="connsiteY122" fmla="*/ 1226058 h 1424940"/>
                  <a:gd name="connsiteX123" fmla="*/ 1216915 w 6095524"/>
                  <a:gd name="connsiteY123" fmla="*/ 1215962 h 1424940"/>
                  <a:gd name="connsiteX124" fmla="*/ 1125664 w 6095524"/>
                  <a:gd name="connsiteY124" fmla="*/ 1209675 h 1424940"/>
                  <a:gd name="connsiteX125" fmla="*/ 1120045 w 6095524"/>
                  <a:gd name="connsiteY125" fmla="*/ 1208913 h 1424940"/>
                  <a:gd name="connsiteX126" fmla="*/ 1089469 w 6095524"/>
                  <a:gd name="connsiteY126" fmla="*/ 1213961 h 1424940"/>
                  <a:gd name="connsiteX127" fmla="*/ 1074325 w 6095524"/>
                  <a:gd name="connsiteY127" fmla="*/ 1221105 h 1424940"/>
                  <a:gd name="connsiteX128" fmla="*/ 1050703 w 6095524"/>
                  <a:gd name="connsiteY128" fmla="*/ 1228535 h 1424940"/>
                  <a:gd name="connsiteX129" fmla="*/ 1026700 w 6095524"/>
                  <a:gd name="connsiteY129" fmla="*/ 1231297 h 1424940"/>
                  <a:gd name="connsiteX130" fmla="*/ 986409 w 6095524"/>
                  <a:gd name="connsiteY130" fmla="*/ 1220057 h 1424940"/>
                  <a:gd name="connsiteX131" fmla="*/ 971741 w 6095524"/>
                  <a:gd name="connsiteY131" fmla="*/ 1218914 h 1424940"/>
                  <a:gd name="connsiteX132" fmla="*/ 939070 w 6095524"/>
                  <a:gd name="connsiteY132" fmla="*/ 1213485 h 1424940"/>
                  <a:gd name="connsiteX133" fmla="*/ 910495 w 6095524"/>
                  <a:gd name="connsiteY133" fmla="*/ 1213866 h 1424940"/>
                  <a:gd name="connsiteX134" fmla="*/ 887540 w 6095524"/>
                  <a:gd name="connsiteY134" fmla="*/ 1222534 h 1424940"/>
                  <a:gd name="connsiteX135" fmla="*/ 854202 w 6095524"/>
                  <a:gd name="connsiteY135" fmla="*/ 1224248 h 1424940"/>
                  <a:gd name="connsiteX136" fmla="*/ 832675 w 6095524"/>
                  <a:gd name="connsiteY136" fmla="*/ 1217962 h 1424940"/>
                  <a:gd name="connsiteX137" fmla="*/ 828294 w 6095524"/>
                  <a:gd name="connsiteY137" fmla="*/ 1217105 h 1424940"/>
                  <a:gd name="connsiteX138" fmla="*/ 772001 w 6095524"/>
                  <a:gd name="connsiteY138" fmla="*/ 1216723 h 1424940"/>
                  <a:gd name="connsiteX139" fmla="*/ 701707 w 6095524"/>
                  <a:gd name="connsiteY139" fmla="*/ 1235678 h 1424940"/>
                  <a:gd name="connsiteX140" fmla="*/ 690086 w 6095524"/>
                  <a:gd name="connsiteY140" fmla="*/ 1239679 h 1424940"/>
                  <a:gd name="connsiteX141" fmla="*/ 633412 w 6095524"/>
                  <a:gd name="connsiteY141" fmla="*/ 1246632 h 1424940"/>
                  <a:gd name="connsiteX142" fmla="*/ 603028 w 6095524"/>
                  <a:gd name="connsiteY142" fmla="*/ 1253681 h 1424940"/>
                  <a:gd name="connsiteX143" fmla="*/ 581120 w 6095524"/>
                  <a:gd name="connsiteY143" fmla="*/ 1254062 h 1424940"/>
                  <a:gd name="connsiteX144" fmla="*/ 554642 w 6095524"/>
                  <a:gd name="connsiteY144" fmla="*/ 1266539 h 1424940"/>
                  <a:gd name="connsiteX145" fmla="*/ 545973 w 6095524"/>
                  <a:gd name="connsiteY145" fmla="*/ 1271969 h 1424940"/>
                  <a:gd name="connsiteX146" fmla="*/ 535591 w 6095524"/>
                  <a:gd name="connsiteY146" fmla="*/ 1275207 h 1424940"/>
                  <a:gd name="connsiteX147" fmla="*/ 488538 w 6095524"/>
                  <a:gd name="connsiteY147" fmla="*/ 1285494 h 1424940"/>
                  <a:gd name="connsiteX148" fmla="*/ 480155 w 6095524"/>
                  <a:gd name="connsiteY148" fmla="*/ 1291304 h 1424940"/>
                  <a:gd name="connsiteX149" fmla="*/ 474535 w 6095524"/>
                  <a:gd name="connsiteY149" fmla="*/ 1294924 h 1424940"/>
                  <a:gd name="connsiteX150" fmla="*/ 428816 w 6095524"/>
                  <a:gd name="connsiteY150" fmla="*/ 1301020 h 1424940"/>
                  <a:gd name="connsiteX151" fmla="*/ 400241 w 6095524"/>
                  <a:gd name="connsiteY151" fmla="*/ 1318260 h 1424940"/>
                  <a:gd name="connsiteX152" fmla="*/ 392431 w 6095524"/>
                  <a:gd name="connsiteY152" fmla="*/ 1325594 h 1424940"/>
                  <a:gd name="connsiteX153" fmla="*/ 365093 w 6095524"/>
                  <a:gd name="connsiteY153" fmla="*/ 1336643 h 1424940"/>
                  <a:gd name="connsiteX154" fmla="*/ 273177 w 6095524"/>
                  <a:gd name="connsiteY154" fmla="*/ 1357884 h 1424940"/>
                  <a:gd name="connsiteX155" fmla="*/ 246888 w 6095524"/>
                  <a:gd name="connsiteY155" fmla="*/ 1350359 h 1424940"/>
                  <a:gd name="connsiteX156" fmla="*/ 196977 w 6095524"/>
                  <a:gd name="connsiteY156" fmla="*/ 1370552 h 1424940"/>
                  <a:gd name="connsiteX157" fmla="*/ 153352 w 6095524"/>
                  <a:gd name="connsiteY157" fmla="*/ 1381982 h 1424940"/>
                  <a:gd name="connsiteX158" fmla="*/ 137160 w 6095524"/>
                  <a:gd name="connsiteY158" fmla="*/ 1384745 h 1424940"/>
                  <a:gd name="connsiteX159" fmla="*/ 85917 w 6095524"/>
                  <a:gd name="connsiteY159" fmla="*/ 1389793 h 1424940"/>
                  <a:gd name="connsiteX160" fmla="*/ 59532 w 6095524"/>
                  <a:gd name="connsiteY160" fmla="*/ 1401223 h 1424940"/>
                  <a:gd name="connsiteX161" fmla="*/ 30325 w 6095524"/>
                  <a:gd name="connsiteY161" fmla="*/ 1409974 h 1424940"/>
                  <a:gd name="connsiteX162" fmla="*/ 0 w 6095524"/>
                  <a:gd name="connsiteY162" fmla="*/ 1412360 h 1424940"/>
                  <a:gd name="connsiteX163" fmla="*/ 0 w 6095524"/>
                  <a:gd name="connsiteY163" fmla="*/ 1058622 h 1424940"/>
                  <a:gd name="connsiteX164" fmla="*/ 17145 w 6095524"/>
                  <a:gd name="connsiteY164" fmla="*/ 1060228 h 1424940"/>
                  <a:gd name="connsiteX165" fmla="*/ 44672 w 6095524"/>
                  <a:gd name="connsiteY165" fmla="*/ 1066324 h 1424940"/>
                  <a:gd name="connsiteX166" fmla="*/ 84677 w 6095524"/>
                  <a:gd name="connsiteY166" fmla="*/ 1076230 h 1424940"/>
                  <a:gd name="connsiteX167" fmla="*/ 132017 w 6095524"/>
                  <a:gd name="connsiteY167" fmla="*/ 1064990 h 1424940"/>
                  <a:gd name="connsiteX168" fmla="*/ 136779 w 6095524"/>
                  <a:gd name="connsiteY168" fmla="*/ 1060323 h 1424940"/>
                  <a:gd name="connsiteX169" fmla="*/ 187547 w 6095524"/>
                  <a:gd name="connsiteY169" fmla="*/ 1049179 h 1424940"/>
                  <a:gd name="connsiteX170" fmla="*/ 270891 w 6095524"/>
                  <a:gd name="connsiteY170" fmla="*/ 1036415 h 1424940"/>
                  <a:gd name="connsiteX171" fmla="*/ 276320 w 6095524"/>
                  <a:gd name="connsiteY171" fmla="*/ 1035558 h 1424940"/>
                  <a:gd name="connsiteX172" fmla="*/ 323755 w 6095524"/>
                  <a:gd name="connsiteY172" fmla="*/ 1061561 h 1424940"/>
                  <a:gd name="connsiteX173" fmla="*/ 361855 w 6095524"/>
                  <a:gd name="connsiteY173" fmla="*/ 1057942 h 1424940"/>
                  <a:gd name="connsiteX174" fmla="*/ 379571 w 6095524"/>
                  <a:gd name="connsiteY174" fmla="*/ 1039939 h 1424940"/>
                  <a:gd name="connsiteX175" fmla="*/ 430530 w 6095524"/>
                  <a:gd name="connsiteY175" fmla="*/ 1025747 h 1424940"/>
                  <a:gd name="connsiteX176" fmla="*/ 493300 w 6095524"/>
                  <a:gd name="connsiteY176" fmla="*/ 1027176 h 1424940"/>
                  <a:gd name="connsiteX177" fmla="*/ 537782 w 6095524"/>
                  <a:gd name="connsiteY177" fmla="*/ 1025366 h 1424940"/>
                  <a:gd name="connsiteX178" fmla="*/ 562166 w 6095524"/>
                  <a:gd name="connsiteY178" fmla="*/ 1015746 h 1424940"/>
                  <a:gd name="connsiteX179" fmla="*/ 579596 w 6095524"/>
                  <a:gd name="connsiteY179" fmla="*/ 1016699 h 1424940"/>
                  <a:gd name="connsiteX180" fmla="*/ 612362 w 6095524"/>
                  <a:gd name="connsiteY180" fmla="*/ 1023557 h 1424940"/>
                  <a:gd name="connsiteX181" fmla="*/ 716090 w 6095524"/>
                  <a:gd name="connsiteY181" fmla="*/ 1031653 h 1424940"/>
                  <a:gd name="connsiteX182" fmla="*/ 758381 w 6095524"/>
                  <a:gd name="connsiteY182" fmla="*/ 1018985 h 1424940"/>
                  <a:gd name="connsiteX183" fmla="*/ 771049 w 6095524"/>
                  <a:gd name="connsiteY183" fmla="*/ 1018699 h 1424940"/>
                  <a:gd name="connsiteX184" fmla="*/ 799433 w 6095524"/>
                  <a:gd name="connsiteY184" fmla="*/ 1023652 h 1424940"/>
                  <a:gd name="connsiteX185" fmla="*/ 858012 w 6095524"/>
                  <a:gd name="connsiteY185" fmla="*/ 1020318 h 1424940"/>
                  <a:gd name="connsiteX186" fmla="*/ 879634 w 6095524"/>
                  <a:gd name="connsiteY186" fmla="*/ 1015270 h 1424940"/>
                  <a:gd name="connsiteX187" fmla="*/ 891635 w 6095524"/>
                  <a:gd name="connsiteY187" fmla="*/ 1012031 h 1424940"/>
                  <a:gd name="connsiteX188" fmla="*/ 953262 w 6095524"/>
                  <a:gd name="connsiteY188" fmla="*/ 1003078 h 1424940"/>
                  <a:gd name="connsiteX189" fmla="*/ 980694 w 6095524"/>
                  <a:gd name="connsiteY189" fmla="*/ 993458 h 1424940"/>
                  <a:gd name="connsiteX190" fmla="*/ 988124 w 6095524"/>
                  <a:gd name="connsiteY190" fmla="*/ 992029 h 1424940"/>
                  <a:gd name="connsiteX191" fmla="*/ 1028795 w 6095524"/>
                  <a:gd name="connsiteY191" fmla="*/ 996029 h 1424940"/>
                  <a:gd name="connsiteX192" fmla="*/ 1059275 w 6095524"/>
                  <a:gd name="connsiteY192" fmla="*/ 1011555 h 1424940"/>
                  <a:gd name="connsiteX193" fmla="*/ 1065181 w 6095524"/>
                  <a:gd name="connsiteY193" fmla="*/ 1016794 h 1424940"/>
                  <a:gd name="connsiteX194" fmla="*/ 1150144 w 6095524"/>
                  <a:gd name="connsiteY194" fmla="*/ 1014984 h 1424940"/>
                  <a:gd name="connsiteX195" fmla="*/ 1163193 w 6095524"/>
                  <a:gd name="connsiteY195" fmla="*/ 1012793 h 1424940"/>
                  <a:gd name="connsiteX196" fmla="*/ 1226249 w 6095524"/>
                  <a:gd name="connsiteY196" fmla="*/ 1021937 h 1424940"/>
                  <a:gd name="connsiteX197" fmla="*/ 1244632 w 6095524"/>
                  <a:gd name="connsiteY197" fmla="*/ 1023747 h 1424940"/>
                  <a:gd name="connsiteX198" fmla="*/ 1310545 w 6095524"/>
                  <a:gd name="connsiteY198" fmla="*/ 1031939 h 1424940"/>
                  <a:gd name="connsiteX199" fmla="*/ 1319879 w 6095524"/>
                  <a:gd name="connsiteY199" fmla="*/ 1024319 h 1424940"/>
                  <a:gd name="connsiteX200" fmla="*/ 1346740 w 6095524"/>
                  <a:gd name="connsiteY200" fmla="*/ 1005173 h 1424940"/>
                  <a:gd name="connsiteX201" fmla="*/ 1399699 w 6095524"/>
                  <a:gd name="connsiteY201" fmla="*/ 988219 h 1424940"/>
                  <a:gd name="connsiteX202" fmla="*/ 1414082 w 6095524"/>
                  <a:gd name="connsiteY202" fmla="*/ 989171 h 1424940"/>
                  <a:gd name="connsiteX203" fmla="*/ 1450467 w 6095524"/>
                  <a:gd name="connsiteY203" fmla="*/ 1017461 h 1424940"/>
                  <a:gd name="connsiteX204" fmla="*/ 1468184 w 6095524"/>
                  <a:gd name="connsiteY204" fmla="*/ 1028795 h 1424940"/>
                  <a:gd name="connsiteX205" fmla="*/ 1518476 w 6095524"/>
                  <a:gd name="connsiteY205" fmla="*/ 1049655 h 1424940"/>
                  <a:gd name="connsiteX206" fmla="*/ 1522667 w 6095524"/>
                  <a:gd name="connsiteY206" fmla="*/ 1053465 h 1424940"/>
                  <a:gd name="connsiteX207" fmla="*/ 1559814 w 6095524"/>
                  <a:gd name="connsiteY207" fmla="*/ 1098709 h 1424940"/>
                  <a:gd name="connsiteX208" fmla="*/ 1568196 w 6095524"/>
                  <a:gd name="connsiteY208" fmla="*/ 1106424 h 1424940"/>
                  <a:gd name="connsiteX209" fmla="*/ 1578293 w 6095524"/>
                  <a:gd name="connsiteY209" fmla="*/ 1118426 h 1424940"/>
                  <a:gd name="connsiteX210" fmla="*/ 1609820 w 6095524"/>
                  <a:gd name="connsiteY210" fmla="*/ 1141667 h 1424940"/>
                  <a:gd name="connsiteX211" fmla="*/ 1648873 w 6095524"/>
                  <a:gd name="connsiteY211" fmla="*/ 1149096 h 1424940"/>
                  <a:gd name="connsiteX212" fmla="*/ 1696022 w 6095524"/>
                  <a:gd name="connsiteY212" fmla="*/ 1160431 h 1424940"/>
                  <a:gd name="connsiteX213" fmla="*/ 1715739 w 6095524"/>
                  <a:gd name="connsiteY213" fmla="*/ 1168051 h 1424940"/>
                  <a:gd name="connsiteX214" fmla="*/ 1768602 w 6095524"/>
                  <a:gd name="connsiteY214" fmla="*/ 1182529 h 1424940"/>
                  <a:gd name="connsiteX215" fmla="*/ 1806321 w 6095524"/>
                  <a:gd name="connsiteY215" fmla="*/ 1194721 h 1424940"/>
                  <a:gd name="connsiteX216" fmla="*/ 1860709 w 6095524"/>
                  <a:gd name="connsiteY216" fmla="*/ 1201865 h 1424940"/>
                  <a:gd name="connsiteX217" fmla="*/ 1887093 w 6095524"/>
                  <a:gd name="connsiteY217" fmla="*/ 1202150 h 1424940"/>
                  <a:gd name="connsiteX218" fmla="*/ 1935575 w 6095524"/>
                  <a:gd name="connsiteY218" fmla="*/ 1238726 h 1424940"/>
                  <a:gd name="connsiteX219" fmla="*/ 1974247 w 6095524"/>
                  <a:gd name="connsiteY219" fmla="*/ 1262920 h 1424940"/>
                  <a:gd name="connsiteX220" fmla="*/ 2014919 w 6095524"/>
                  <a:gd name="connsiteY220" fmla="*/ 1251204 h 1424940"/>
                  <a:gd name="connsiteX221" fmla="*/ 2025968 w 6095524"/>
                  <a:gd name="connsiteY221" fmla="*/ 1240155 h 1424940"/>
                  <a:gd name="connsiteX222" fmla="*/ 2092643 w 6095524"/>
                  <a:gd name="connsiteY222" fmla="*/ 1229678 h 1424940"/>
                  <a:gd name="connsiteX223" fmla="*/ 2187893 w 6095524"/>
                  <a:gd name="connsiteY223" fmla="*/ 1229297 h 1424940"/>
                  <a:gd name="connsiteX224" fmla="*/ 2346294 w 6095524"/>
                  <a:gd name="connsiteY224" fmla="*/ 1205484 h 1424940"/>
                  <a:gd name="connsiteX225" fmla="*/ 2373916 w 6095524"/>
                  <a:gd name="connsiteY225" fmla="*/ 1194435 h 1424940"/>
                  <a:gd name="connsiteX226" fmla="*/ 2404967 w 6095524"/>
                  <a:gd name="connsiteY226" fmla="*/ 1191673 h 1424940"/>
                  <a:gd name="connsiteX227" fmla="*/ 2416874 w 6095524"/>
                  <a:gd name="connsiteY227" fmla="*/ 1198436 h 1424940"/>
                  <a:gd name="connsiteX228" fmla="*/ 2468975 w 6095524"/>
                  <a:gd name="connsiteY228" fmla="*/ 1208532 h 1424940"/>
                  <a:gd name="connsiteX229" fmla="*/ 2478882 w 6095524"/>
                  <a:gd name="connsiteY229" fmla="*/ 1208723 h 1424940"/>
                  <a:gd name="connsiteX230" fmla="*/ 2512791 w 6095524"/>
                  <a:gd name="connsiteY230" fmla="*/ 1204436 h 1424940"/>
                  <a:gd name="connsiteX231" fmla="*/ 2544223 w 6095524"/>
                  <a:gd name="connsiteY231" fmla="*/ 1201960 h 1424940"/>
                  <a:gd name="connsiteX232" fmla="*/ 2623471 w 6095524"/>
                  <a:gd name="connsiteY232" fmla="*/ 1210056 h 1424940"/>
                  <a:gd name="connsiteX233" fmla="*/ 2684241 w 6095524"/>
                  <a:gd name="connsiteY233" fmla="*/ 1208151 h 1424940"/>
                  <a:gd name="connsiteX234" fmla="*/ 2712244 w 6095524"/>
                  <a:gd name="connsiteY234" fmla="*/ 1210056 h 1424940"/>
                  <a:gd name="connsiteX235" fmla="*/ 2728055 w 6095524"/>
                  <a:gd name="connsiteY235" fmla="*/ 1212914 h 1424940"/>
                  <a:gd name="connsiteX236" fmla="*/ 2763869 w 6095524"/>
                  <a:gd name="connsiteY236" fmla="*/ 1232821 h 1424940"/>
                  <a:gd name="connsiteX237" fmla="*/ 2783491 w 6095524"/>
                  <a:gd name="connsiteY237" fmla="*/ 1237298 h 1424940"/>
                  <a:gd name="connsiteX238" fmla="*/ 2842546 w 6095524"/>
                  <a:gd name="connsiteY238" fmla="*/ 1236917 h 1424940"/>
                  <a:gd name="connsiteX239" fmla="*/ 2931128 w 6095524"/>
                  <a:gd name="connsiteY239" fmla="*/ 1206913 h 1424940"/>
                  <a:gd name="connsiteX240" fmla="*/ 2940368 w 6095524"/>
                  <a:gd name="connsiteY240" fmla="*/ 1202912 h 1424940"/>
                  <a:gd name="connsiteX241" fmla="*/ 2985421 w 6095524"/>
                  <a:gd name="connsiteY241" fmla="*/ 1197959 h 1424940"/>
                  <a:gd name="connsiteX242" fmla="*/ 3015996 w 6095524"/>
                  <a:gd name="connsiteY242" fmla="*/ 1204722 h 1424940"/>
                  <a:gd name="connsiteX243" fmla="*/ 3057621 w 6095524"/>
                  <a:gd name="connsiteY243" fmla="*/ 1218724 h 1424940"/>
                  <a:gd name="connsiteX244" fmla="*/ 3095054 w 6095524"/>
                  <a:gd name="connsiteY244" fmla="*/ 1230440 h 1424940"/>
                  <a:gd name="connsiteX245" fmla="*/ 3122295 w 6095524"/>
                  <a:gd name="connsiteY245" fmla="*/ 1243679 h 1424940"/>
                  <a:gd name="connsiteX246" fmla="*/ 3184589 w 6095524"/>
                  <a:gd name="connsiteY246" fmla="*/ 1253395 h 1424940"/>
                  <a:gd name="connsiteX247" fmla="*/ 3191066 w 6095524"/>
                  <a:gd name="connsiteY247" fmla="*/ 1255014 h 1424940"/>
                  <a:gd name="connsiteX248" fmla="*/ 3237929 w 6095524"/>
                  <a:gd name="connsiteY248" fmla="*/ 1243203 h 1424940"/>
                  <a:gd name="connsiteX249" fmla="*/ 3294221 w 6095524"/>
                  <a:gd name="connsiteY249" fmla="*/ 1231202 h 1424940"/>
                  <a:gd name="connsiteX250" fmla="*/ 3314319 w 6095524"/>
                  <a:gd name="connsiteY250" fmla="*/ 1235297 h 1424940"/>
                  <a:gd name="connsiteX251" fmla="*/ 3341846 w 6095524"/>
                  <a:gd name="connsiteY251" fmla="*/ 1241108 h 1424940"/>
                  <a:gd name="connsiteX252" fmla="*/ 3367373 w 6095524"/>
                  <a:gd name="connsiteY252" fmla="*/ 1238060 h 1424940"/>
                  <a:gd name="connsiteX253" fmla="*/ 3382899 w 6095524"/>
                  <a:gd name="connsiteY253" fmla="*/ 1237774 h 1424940"/>
                  <a:gd name="connsiteX254" fmla="*/ 3453765 w 6095524"/>
                  <a:gd name="connsiteY254" fmla="*/ 1273397 h 1424940"/>
                  <a:gd name="connsiteX255" fmla="*/ 3471767 w 6095524"/>
                  <a:gd name="connsiteY255" fmla="*/ 1276350 h 1424940"/>
                  <a:gd name="connsiteX256" fmla="*/ 3481959 w 6095524"/>
                  <a:gd name="connsiteY256" fmla="*/ 1280732 h 1424940"/>
                  <a:gd name="connsiteX257" fmla="*/ 3543396 w 6095524"/>
                  <a:gd name="connsiteY257" fmla="*/ 1324928 h 1424940"/>
                  <a:gd name="connsiteX258" fmla="*/ 3569494 w 6095524"/>
                  <a:gd name="connsiteY258" fmla="*/ 1333881 h 1424940"/>
                  <a:gd name="connsiteX259" fmla="*/ 3598164 w 6095524"/>
                  <a:gd name="connsiteY259" fmla="*/ 1332071 h 1424940"/>
                  <a:gd name="connsiteX260" fmla="*/ 3614738 w 6095524"/>
                  <a:gd name="connsiteY260" fmla="*/ 1328833 h 1424940"/>
                  <a:gd name="connsiteX261" fmla="*/ 3655886 w 6095524"/>
                  <a:gd name="connsiteY261" fmla="*/ 1300734 h 1424940"/>
                  <a:gd name="connsiteX262" fmla="*/ 3679317 w 6095524"/>
                  <a:gd name="connsiteY262" fmla="*/ 1301687 h 1424940"/>
                  <a:gd name="connsiteX263" fmla="*/ 3715893 w 6095524"/>
                  <a:gd name="connsiteY263" fmla="*/ 1321022 h 1424940"/>
                  <a:gd name="connsiteX264" fmla="*/ 3782282 w 6095524"/>
                  <a:gd name="connsiteY264" fmla="*/ 1329690 h 1424940"/>
                  <a:gd name="connsiteX265" fmla="*/ 3816001 w 6095524"/>
                  <a:gd name="connsiteY265" fmla="*/ 1302639 h 1424940"/>
                  <a:gd name="connsiteX266" fmla="*/ 3833431 w 6095524"/>
                  <a:gd name="connsiteY266" fmla="*/ 1276636 h 1424940"/>
                  <a:gd name="connsiteX267" fmla="*/ 3883819 w 6095524"/>
                  <a:gd name="connsiteY267" fmla="*/ 1246442 h 1424940"/>
                  <a:gd name="connsiteX268" fmla="*/ 3895821 w 6095524"/>
                  <a:gd name="connsiteY268" fmla="*/ 1257681 h 1424940"/>
                  <a:gd name="connsiteX269" fmla="*/ 3932778 w 6095524"/>
                  <a:gd name="connsiteY269" fmla="*/ 1262444 h 1424940"/>
                  <a:gd name="connsiteX270" fmla="*/ 3972782 w 6095524"/>
                  <a:gd name="connsiteY270" fmla="*/ 1262063 h 1424940"/>
                  <a:gd name="connsiteX271" fmla="*/ 4042505 w 6095524"/>
                  <a:gd name="connsiteY271" fmla="*/ 1267111 h 1424940"/>
                  <a:gd name="connsiteX272" fmla="*/ 4088892 w 6095524"/>
                  <a:gd name="connsiteY272" fmla="*/ 1238250 h 1424940"/>
                  <a:gd name="connsiteX273" fmla="*/ 4106609 w 6095524"/>
                  <a:gd name="connsiteY273" fmla="*/ 1226344 h 1424940"/>
                  <a:gd name="connsiteX274" fmla="*/ 4123182 w 6095524"/>
                  <a:gd name="connsiteY274" fmla="*/ 1218724 h 1424940"/>
                  <a:gd name="connsiteX275" fmla="*/ 4142328 w 6095524"/>
                  <a:gd name="connsiteY275" fmla="*/ 1214438 h 1424940"/>
                  <a:gd name="connsiteX276" fmla="*/ 4188524 w 6095524"/>
                  <a:gd name="connsiteY276" fmla="*/ 1198245 h 1424940"/>
                  <a:gd name="connsiteX277" fmla="*/ 4213860 w 6095524"/>
                  <a:gd name="connsiteY277" fmla="*/ 1182338 h 1424940"/>
                  <a:gd name="connsiteX278" fmla="*/ 4270820 w 6095524"/>
                  <a:gd name="connsiteY278" fmla="*/ 1167003 h 1424940"/>
                  <a:gd name="connsiteX279" fmla="*/ 4309587 w 6095524"/>
                  <a:gd name="connsiteY279" fmla="*/ 1153287 h 1424940"/>
                  <a:gd name="connsiteX280" fmla="*/ 4350449 w 6095524"/>
                  <a:gd name="connsiteY280" fmla="*/ 1129665 h 1424940"/>
                  <a:gd name="connsiteX281" fmla="*/ 4356164 w 6095524"/>
                  <a:gd name="connsiteY281" fmla="*/ 1126046 h 1424940"/>
                  <a:gd name="connsiteX282" fmla="*/ 4369880 w 6095524"/>
                  <a:gd name="connsiteY282" fmla="*/ 1110520 h 1424940"/>
                  <a:gd name="connsiteX283" fmla="*/ 4389787 w 6095524"/>
                  <a:gd name="connsiteY283" fmla="*/ 1057085 h 1424940"/>
                  <a:gd name="connsiteX284" fmla="*/ 4395502 w 6095524"/>
                  <a:gd name="connsiteY284" fmla="*/ 1046226 h 1424940"/>
                  <a:gd name="connsiteX285" fmla="*/ 4447413 w 6095524"/>
                  <a:gd name="connsiteY285" fmla="*/ 1009650 h 1424940"/>
                  <a:gd name="connsiteX286" fmla="*/ 4466654 w 6095524"/>
                  <a:gd name="connsiteY286" fmla="*/ 1013079 h 1424940"/>
                  <a:gd name="connsiteX287" fmla="*/ 4487894 w 6095524"/>
                  <a:gd name="connsiteY287" fmla="*/ 1025081 h 1424940"/>
                  <a:gd name="connsiteX288" fmla="*/ 4534472 w 6095524"/>
                  <a:gd name="connsiteY288" fmla="*/ 1028224 h 1424940"/>
                  <a:gd name="connsiteX289" fmla="*/ 4551903 w 6095524"/>
                  <a:gd name="connsiteY289" fmla="*/ 1022033 h 1424940"/>
                  <a:gd name="connsiteX290" fmla="*/ 4582382 w 6095524"/>
                  <a:gd name="connsiteY290" fmla="*/ 1005364 h 1424940"/>
                  <a:gd name="connsiteX291" fmla="*/ 4605909 w 6095524"/>
                  <a:gd name="connsiteY291" fmla="*/ 979551 h 1424940"/>
                  <a:gd name="connsiteX292" fmla="*/ 4640104 w 6095524"/>
                  <a:gd name="connsiteY292" fmla="*/ 936879 h 1424940"/>
                  <a:gd name="connsiteX293" fmla="*/ 4705731 w 6095524"/>
                  <a:gd name="connsiteY293" fmla="*/ 920591 h 1424940"/>
                  <a:gd name="connsiteX294" fmla="*/ 4730973 w 6095524"/>
                  <a:gd name="connsiteY294" fmla="*/ 915162 h 1424940"/>
                  <a:gd name="connsiteX295" fmla="*/ 4822794 w 6095524"/>
                  <a:gd name="connsiteY295" fmla="*/ 892397 h 1424940"/>
                  <a:gd name="connsiteX296" fmla="*/ 4830794 w 6095524"/>
                  <a:gd name="connsiteY296" fmla="*/ 891635 h 1424940"/>
                  <a:gd name="connsiteX297" fmla="*/ 4894421 w 6095524"/>
                  <a:gd name="connsiteY297" fmla="*/ 865442 h 1424940"/>
                  <a:gd name="connsiteX298" fmla="*/ 4909756 w 6095524"/>
                  <a:gd name="connsiteY298" fmla="*/ 858964 h 1424940"/>
                  <a:gd name="connsiteX299" fmla="*/ 4928521 w 6095524"/>
                  <a:gd name="connsiteY299" fmla="*/ 842391 h 1424940"/>
                  <a:gd name="connsiteX300" fmla="*/ 4945857 w 6095524"/>
                  <a:gd name="connsiteY300" fmla="*/ 795623 h 1424940"/>
                  <a:gd name="connsiteX301" fmla="*/ 4966145 w 6095524"/>
                  <a:gd name="connsiteY301" fmla="*/ 774287 h 1424940"/>
                  <a:gd name="connsiteX302" fmla="*/ 4980909 w 6095524"/>
                  <a:gd name="connsiteY302" fmla="*/ 761333 h 1424940"/>
                  <a:gd name="connsiteX303" fmla="*/ 4993862 w 6095524"/>
                  <a:gd name="connsiteY303" fmla="*/ 741712 h 1424940"/>
                  <a:gd name="connsiteX304" fmla="*/ 5006816 w 6095524"/>
                  <a:gd name="connsiteY304" fmla="*/ 694754 h 1424940"/>
                  <a:gd name="connsiteX305" fmla="*/ 5026724 w 6095524"/>
                  <a:gd name="connsiteY305" fmla="*/ 653129 h 1424940"/>
                  <a:gd name="connsiteX306" fmla="*/ 5062538 w 6095524"/>
                  <a:gd name="connsiteY306" fmla="*/ 630079 h 1424940"/>
                  <a:gd name="connsiteX307" fmla="*/ 5084731 w 6095524"/>
                  <a:gd name="connsiteY307" fmla="*/ 617982 h 1424940"/>
                  <a:gd name="connsiteX308" fmla="*/ 5172647 w 6095524"/>
                  <a:gd name="connsiteY308" fmla="*/ 630174 h 1424940"/>
                  <a:gd name="connsiteX309" fmla="*/ 5232654 w 6095524"/>
                  <a:gd name="connsiteY309" fmla="*/ 642080 h 1424940"/>
                  <a:gd name="connsiteX310" fmla="*/ 5252371 w 6095524"/>
                  <a:gd name="connsiteY310" fmla="*/ 637508 h 1424940"/>
                  <a:gd name="connsiteX311" fmla="*/ 5308092 w 6095524"/>
                  <a:gd name="connsiteY311" fmla="*/ 598646 h 1424940"/>
                  <a:gd name="connsiteX312" fmla="*/ 5363147 w 6095524"/>
                  <a:gd name="connsiteY312" fmla="*/ 581311 h 1424940"/>
                  <a:gd name="connsiteX313" fmla="*/ 5404580 w 6095524"/>
                  <a:gd name="connsiteY313" fmla="*/ 576358 h 1424940"/>
                  <a:gd name="connsiteX314" fmla="*/ 5440203 w 6095524"/>
                  <a:gd name="connsiteY314" fmla="*/ 572548 h 1424940"/>
                  <a:gd name="connsiteX315" fmla="*/ 5482971 w 6095524"/>
                  <a:gd name="connsiteY315" fmla="*/ 561880 h 1424940"/>
                  <a:gd name="connsiteX316" fmla="*/ 5507165 w 6095524"/>
                  <a:gd name="connsiteY316" fmla="*/ 550259 h 1424940"/>
                  <a:gd name="connsiteX317" fmla="*/ 5545645 w 6095524"/>
                  <a:gd name="connsiteY317" fmla="*/ 533591 h 1424940"/>
                  <a:gd name="connsiteX318" fmla="*/ 5585079 w 6095524"/>
                  <a:gd name="connsiteY318" fmla="*/ 511969 h 1424940"/>
                  <a:gd name="connsiteX319" fmla="*/ 5615368 w 6095524"/>
                  <a:gd name="connsiteY319" fmla="*/ 481679 h 1424940"/>
                  <a:gd name="connsiteX320" fmla="*/ 5631656 w 6095524"/>
                  <a:gd name="connsiteY320" fmla="*/ 456152 h 1424940"/>
                  <a:gd name="connsiteX321" fmla="*/ 5679377 w 6095524"/>
                  <a:gd name="connsiteY321" fmla="*/ 419576 h 1424940"/>
                  <a:gd name="connsiteX322" fmla="*/ 5722525 w 6095524"/>
                  <a:gd name="connsiteY322" fmla="*/ 350615 h 1424940"/>
                  <a:gd name="connsiteX323" fmla="*/ 5749576 w 6095524"/>
                  <a:gd name="connsiteY323" fmla="*/ 321945 h 1424940"/>
                  <a:gd name="connsiteX324" fmla="*/ 5764911 w 6095524"/>
                  <a:gd name="connsiteY324" fmla="*/ 313849 h 1424940"/>
                  <a:gd name="connsiteX325" fmla="*/ 5791009 w 6095524"/>
                  <a:gd name="connsiteY325" fmla="*/ 293942 h 1424940"/>
                  <a:gd name="connsiteX326" fmla="*/ 5806440 w 6095524"/>
                  <a:gd name="connsiteY326" fmla="*/ 279178 h 1424940"/>
                  <a:gd name="connsiteX327" fmla="*/ 5848636 w 6095524"/>
                  <a:gd name="connsiteY327" fmla="*/ 224885 h 1424940"/>
                  <a:gd name="connsiteX328" fmla="*/ 5861590 w 6095524"/>
                  <a:gd name="connsiteY328" fmla="*/ 208788 h 1424940"/>
                  <a:gd name="connsiteX329" fmla="*/ 5888355 w 6095524"/>
                  <a:gd name="connsiteY329" fmla="*/ 181166 h 1424940"/>
                  <a:gd name="connsiteX330" fmla="*/ 5900071 w 6095524"/>
                  <a:gd name="connsiteY330" fmla="*/ 172784 h 1424940"/>
                  <a:gd name="connsiteX331" fmla="*/ 5920740 w 6095524"/>
                  <a:gd name="connsiteY331" fmla="*/ 150305 h 1424940"/>
                  <a:gd name="connsiteX332" fmla="*/ 5969985 w 6095524"/>
                  <a:gd name="connsiteY332" fmla="*/ 91345 h 1424940"/>
                  <a:gd name="connsiteX333" fmla="*/ 5991130 w 6095524"/>
                  <a:gd name="connsiteY333" fmla="*/ 58293 h 1424940"/>
                  <a:gd name="connsiteX334" fmla="*/ 6033325 w 6095524"/>
                  <a:gd name="connsiteY334" fmla="*/ 33909 h 1424940"/>
                  <a:gd name="connsiteX335" fmla="*/ 6054376 w 6095524"/>
                  <a:gd name="connsiteY335" fmla="*/ 20955 h 1424940"/>
                  <a:gd name="connsiteX336" fmla="*/ 6095524 w 6095524"/>
                  <a:gd name="connsiteY336" fmla="*/ 0 h 142494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  <a:cxn ang="0">
                    <a:pos x="connsiteX23" y="connsiteY23"/>
                  </a:cxn>
                  <a:cxn ang="0">
                    <a:pos x="connsiteX24" y="connsiteY24"/>
                  </a:cxn>
                  <a:cxn ang="0">
                    <a:pos x="connsiteX25" y="connsiteY25"/>
                  </a:cxn>
                  <a:cxn ang="0">
                    <a:pos x="connsiteX26" y="connsiteY26"/>
                  </a:cxn>
                  <a:cxn ang="0">
                    <a:pos x="connsiteX27" y="connsiteY27"/>
                  </a:cxn>
                  <a:cxn ang="0">
                    <a:pos x="connsiteX28" y="connsiteY28"/>
                  </a:cxn>
                  <a:cxn ang="0">
                    <a:pos x="connsiteX29" y="connsiteY29"/>
                  </a:cxn>
                  <a:cxn ang="0">
                    <a:pos x="connsiteX30" y="connsiteY30"/>
                  </a:cxn>
                  <a:cxn ang="0">
                    <a:pos x="connsiteX31" y="connsiteY31"/>
                  </a:cxn>
                  <a:cxn ang="0">
                    <a:pos x="connsiteX32" y="connsiteY32"/>
                  </a:cxn>
                  <a:cxn ang="0">
                    <a:pos x="connsiteX33" y="connsiteY33"/>
                  </a:cxn>
                  <a:cxn ang="0">
                    <a:pos x="connsiteX34" y="connsiteY34"/>
                  </a:cxn>
                  <a:cxn ang="0">
                    <a:pos x="connsiteX35" y="connsiteY35"/>
                  </a:cxn>
                  <a:cxn ang="0">
                    <a:pos x="connsiteX36" y="connsiteY36"/>
                  </a:cxn>
                  <a:cxn ang="0">
                    <a:pos x="connsiteX37" y="connsiteY37"/>
                  </a:cxn>
                  <a:cxn ang="0">
                    <a:pos x="connsiteX38" y="connsiteY38"/>
                  </a:cxn>
                  <a:cxn ang="0">
                    <a:pos x="connsiteX39" y="connsiteY39"/>
                  </a:cxn>
                  <a:cxn ang="0">
                    <a:pos x="connsiteX40" y="connsiteY40"/>
                  </a:cxn>
                  <a:cxn ang="0">
                    <a:pos x="connsiteX41" y="connsiteY41"/>
                  </a:cxn>
                  <a:cxn ang="0">
                    <a:pos x="connsiteX42" y="connsiteY42"/>
                  </a:cxn>
                  <a:cxn ang="0">
                    <a:pos x="connsiteX43" y="connsiteY43"/>
                  </a:cxn>
                  <a:cxn ang="0">
                    <a:pos x="connsiteX44" y="connsiteY44"/>
                  </a:cxn>
                  <a:cxn ang="0">
                    <a:pos x="connsiteX45" y="connsiteY45"/>
                  </a:cxn>
                  <a:cxn ang="0">
                    <a:pos x="connsiteX46" y="connsiteY46"/>
                  </a:cxn>
                  <a:cxn ang="0">
                    <a:pos x="connsiteX47" y="connsiteY47"/>
                  </a:cxn>
                  <a:cxn ang="0">
                    <a:pos x="connsiteX48" y="connsiteY48"/>
                  </a:cxn>
                  <a:cxn ang="0">
                    <a:pos x="connsiteX49" y="connsiteY49"/>
                  </a:cxn>
                  <a:cxn ang="0">
                    <a:pos x="connsiteX50" y="connsiteY50"/>
                  </a:cxn>
                  <a:cxn ang="0">
                    <a:pos x="connsiteX51" y="connsiteY51"/>
                  </a:cxn>
                  <a:cxn ang="0">
                    <a:pos x="connsiteX52" y="connsiteY52"/>
                  </a:cxn>
                  <a:cxn ang="0">
                    <a:pos x="connsiteX53" y="connsiteY53"/>
                  </a:cxn>
                  <a:cxn ang="0">
                    <a:pos x="connsiteX54" y="connsiteY54"/>
                  </a:cxn>
                  <a:cxn ang="0">
                    <a:pos x="connsiteX55" y="connsiteY55"/>
                  </a:cxn>
                  <a:cxn ang="0">
                    <a:pos x="connsiteX56" y="connsiteY56"/>
                  </a:cxn>
                  <a:cxn ang="0">
                    <a:pos x="connsiteX57" y="connsiteY57"/>
                  </a:cxn>
                  <a:cxn ang="0">
                    <a:pos x="connsiteX58" y="connsiteY58"/>
                  </a:cxn>
                  <a:cxn ang="0">
                    <a:pos x="connsiteX59" y="connsiteY59"/>
                  </a:cxn>
                  <a:cxn ang="0">
                    <a:pos x="connsiteX60" y="connsiteY60"/>
                  </a:cxn>
                  <a:cxn ang="0">
                    <a:pos x="connsiteX61" y="connsiteY61"/>
                  </a:cxn>
                  <a:cxn ang="0">
                    <a:pos x="connsiteX62" y="connsiteY62"/>
                  </a:cxn>
                  <a:cxn ang="0">
                    <a:pos x="connsiteX63" y="connsiteY63"/>
                  </a:cxn>
                  <a:cxn ang="0">
                    <a:pos x="connsiteX64" y="connsiteY64"/>
                  </a:cxn>
                  <a:cxn ang="0">
                    <a:pos x="connsiteX65" y="connsiteY65"/>
                  </a:cxn>
                  <a:cxn ang="0">
                    <a:pos x="connsiteX66" y="connsiteY66"/>
                  </a:cxn>
                  <a:cxn ang="0">
                    <a:pos x="connsiteX67" y="connsiteY67"/>
                  </a:cxn>
                  <a:cxn ang="0">
                    <a:pos x="connsiteX68" y="connsiteY68"/>
                  </a:cxn>
                  <a:cxn ang="0">
                    <a:pos x="connsiteX69" y="connsiteY69"/>
                  </a:cxn>
                  <a:cxn ang="0">
                    <a:pos x="connsiteX70" y="connsiteY70"/>
                  </a:cxn>
                  <a:cxn ang="0">
                    <a:pos x="connsiteX71" y="connsiteY71"/>
                  </a:cxn>
                  <a:cxn ang="0">
                    <a:pos x="connsiteX72" y="connsiteY72"/>
                  </a:cxn>
                  <a:cxn ang="0">
                    <a:pos x="connsiteX73" y="connsiteY73"/>
                  </a:cxn>
                  <a:cxn ang="0">
                    <a:pos x="connsiteX74" y="connsiteY74"/>
                  </a:cxn>
                  <a:cxn ang="0">
                    <a:pos x="connsiteX75" y="connsiteY75"/>
                  </a:cxn>
                  <a:cxn ang="0">
                    <a:pos x="connsiteX76" y="connsiteY76"/>
                  </a:cxn>
                  <a:cxn ang="0">
                    <a:pos x="connsiteX77" y="connsiteY77"/>
                  </a:cxn>
                  <a:cxn ang="0">
                    <a:pos x="connsiteX78" y="connsiteY78"/>
                  </a:cxn>
                  <a:cxn ang="0">
                    <a:pos x="connsiteX79" y="connsiteY79"/>
                  </a:cxn>
                  <a:cxn ang="0">
                    <a:pos x="connsiteX80" y="connsiteY80"/>
                  </a:cxn>
                  <a:cxn ang="0">
                    <a:pos x="connsiteX81" y="connsiteY81"/>
                  </a:cxn>
                  <a:cxn ang="0">
                    <a:pos x="connsiteX82" y="connsiteY82"/>
                  </a:cxn>
                  <a:cxn ang="0">
                    <a:pos x="connsiteX83" y="connsiteY83"/>
                  </a:cxn>
                  <a:cxn ang="0">
                    <a:pos x="connsiteX84" y="connsiteY84"/>
                  </a:cxn>
                  <a:cxn ang="0">
                    <a:pos x="connsiteX85" y="connsiteY85"/>
                  </a:cxn>
                  <a:cxn ang="0">
                    <a:pos x="connsiteX86" y="connsiteY86"/>
                  </a:cxn>
                  <a:cxn ang="0">
                    <a:pos x="connsiteX87" y="connsiteY87"/>
                  </a:cxn>
                  <a:cxn ang="0">
                    <a:pos x="connsiteX88" y="connsiteY88"/>
                  </a:cxn>
                  <a:cxn ang="0">
                    <a:pos x="connsiteX89" y="connsiteY89"/>
                  </a:cxn>
                  <a:cxn ang="0">
                    <a:pos x="connsiteX90" y="connsiteY90"/>
                  </a:cxn>
                  <a:cxn ang="0">
                    <a:pos x="connsiteX91" y="connsiteY91"/>
                  </a:cxn>
                  <a:cxn ang="0">
                    <a:pos x="connsiteX92" y="connsiteY92"/>
                  </a:cxn>
                  <a:cxn ang="0">
                    <a:pos x="connsiteX93" y="connsiteY93"/>
                  </a:cxn>
                  <a:cxn ang="0">
                    <a:pos x="connsiteX94" y="connsiteY94"/>
                  </a:cxn>
                  <a:cxn ang="0">
                    <a:pos x="connsiteX95" y="connsiteY95"/>
                  </a:cxn>
                  <a:cxn ang="0">
                    <a:pos x="connsiteX96" y="connsiteY96"/>
                  </a:cxn>
                  <a:cxn ang="0">
                    <a:pos x="connsiteX97" y="connsiteY97"/>
                  </a:cxn>
                  <a:cxn ang="0">
                    <a:pos x="connsiteX98" y="connsiteY98"/>
                  </a:cxn>
                  <a:cxn ang="0">
                    <a:pos x="connsiteX99" y="connsiteY99"/>
                  </a:cxn>
                  <a:cxn ang="0">
                    <a:pos x="connsiteX100" y="connsiteY100"/>
                  </a:cxn>
                  <a:cxn ang="0">
                    <a:pos x="connsiteX101" y="connsiteY101"/>
                  </a:cxn>
                  <a:cxn ang="0">
                    <a:pos x="connsiteX102" y="connsiteY102"/>
                  </a:cxn>
                  <a:cxn ang="0">
                    <a:pos x="connsiteX103" y="connsiteY103"/>
                  </a:cxn>
                  <a:cxn ang="0">
                    <a:pos x="connsiteX104" y="connsiteY104"/>
                  </a:cxn>
                  <a:cxn ang="0">
                    <a:pos x="connsiteX105" y="connsiteY105"/>
                  </a:cxn>
                  <a:cxn ang="0">
                    <a:pos x="connsiteX106" y="connsiteY106"/>
                  </a:cxn>
                  <a:cxn ang="0">
                    <a:pos x="connsiteX107" y="connsiteY107"/>
                  </a:cxn>
                  <a:cxn ang="0">
                    <a:pos x="connsiteX108" y="connsiteY108"/>
                  </a:cxn>
                  <a:cxn ang="0">
                    <a:pos x="connsiteX109" y="connsiteY109"/>
                  </a:cxn>
                  <a:cxn ang="0">
                    <a:pos x="connsiteX110" y="connsiteY110"/>
                  </a:cxn>
                  <a:cxn ang="0">
                    <a:pos x="connsiteX111" y="connsiteY111"/>
                  </a:cxn>
                  <a:cxn ang="0">
                    <a:pos x="connsiteX112" y="connsiteY112"/>
                  </a:cxn>
                  <a:cxn ang="0">
                    <a:pos x="connsiteX113" y="connsiteY113"/>
                  </a:cxn>
                  <a:cxn ang="0">
                    <a:pos x="connsiteX114" y="connsiteY114"/>
                  </a:cxn>
                  <a:cxn ang="0">
                    <a:pos x="connsiteX115" y="connsiteY115"/>
                  </a:cxn>
                  <a:cxn ang="0">
                    <a:pos x="connsiteX116" y="connsiteY116"/>
                  </a:cxn>
                  <a:cxn ang="0">
                    <a:pos x="connsiteX117" y="connsiteY117"/>
                  </a:cxn>
                  <a:cxn ang="0">
                    <a:pos x="connsiteX118" y="connsiteY118"/>
                  </a:cxn>
                  <a:cxn ang="0">
                    <a:pos x="connsiteX119" y="connsiteY119"/>
                  </a:cxn>
                  <a:cxn ang="0">
                    <a:pos x="connsiteX120" y="connsiteY120"/>
                  </a:cxn>
                  <a:cxn ang="0">
                    <a:pos x="connsiteX121" y="connsiteY121"/>
                  </a:cxn>
                  <a:cxn ang="0">
                    <a:pos x="connsiteX122" y="connsiteY122"/>
                  </a:cxn>
                  <a:cxn ang="0">
                    <a:pos x="connsiteX123" y="connsiteY123"/>
                  </a:cxn>
                  <a:cxn ang="0">
                    <a:pos x="connsiteX124" y="connsiteY124"/>
                  </a:cxn>
                  <a:cxn ang="0">
                    <a:pos x="connsiteX125" y="connsiteY125"/>
                  </a:cxn>
                  <a:cxn ang="0">
                    <a:pos x="connsiteX126" y="connsiteY126"/>
                  </a:cxn>
                  <a:cxn ang="0">
                    <a:pos x="connsiteX127" y="connsiteY127"/>
                  </a:cxn>
                  <a:cxn ang="0">
                    <a:pos x="connsiteX128" y="connsiteY128"/>
                  </a:cxn>
                  <a:cxn ang="0">
                    <a:pos x="connsiteX129" y="connsiteY129"/>
                  </a:cxn>
                  <a:cxn ang="0">
                    <a:pos x="connsiteX130" y="connsiteY130"/>
                  </a:cxn>
                  <a:cxn ang="0">
                    <a:pos x="connsiteX131" y="connsiteY131"/>
                  </a:cxn>
                  <a:cxn ang="0">
                    <a:pos x="connsiteX132" y="connsiteY132"/>
                  </a:cxn>
                  <a:cxn ang="0">
                    <a:pos x="connsiteX133" y="connsiteY133"/>
                  </a:cxn>
                  <a:cxn ang="0">
                    <a:pos x="connsiteX134" y="connsiteY134"/>
                  </a:cxn>
                  <a:cxn ang="0">
                    <a:pos x="connsiteX135" y="connsiteY135"/>
                  </a:cxn>
                  <a:cxn ang="0">
                    <a:pos x="connsiteX136" y="connsiteY136"/>
                  </a:cxn>
                  <a:cxn ang="0">
                    <a:pos x="connsiteX137" y="connsiteY137"/>
                  </a:cxn>
                  <a:cxn ang="0">
                    <a:pos x="connsiteX138" y="connsiteY138"/>
                  </a:cxn>
                  <a:cxn ang="0">
                    <a:pos x="connsiteX139" y="connsiteY139"/>
                  </a:cxn>
                  <a:cxn ang="0">
                    <a:pos x="connsiteX140" y="connsiteY140"/>
                  </a:cxn>
                  <a:cxn ang="0">
                    <a:pos x="connsiteX141" y="connsiteY141"/>
                  </a:cxn>
                  <a:cxn ang="0">
                    <a:pos x="connsiteX142" y="connsiteY142"/>
                  </a:cxn>
                  <a:cxn ang="0">
                    <a:pos x="connsiteX143" y="connsiteY143"/>
                  </a:cxn>
                  <a:cxn ang="0">
                    <a:pos x="connsiteX144" y="connsiteY144"/>
                  </a:cxn>
                  <a:cxn ang="0">
                    <a:pos x="connsiteX145" y="connsiteY145"/>
                  </a:cxn>
                  <a:cxn ang="0">
                    <a:pos x="connsiteX146" y="connsiteY146"/>
                  </a:cxn>
                  <a:cxn ang="0">
                    <a:pos x="connsiteX147" y="connsiteY147"/>
                  </a:cxn>
                  <a:cxn ang="0">
                    <a:pos x="connsiteX148" y="connsiteY148"/>
                  </a:cxn>
                  <a:cxn ang="0">
                    <a:pos x="connsiteX149" y="connsiteY149"/>
                  </a:cxn>
                  <a:cxn ang="0">
                    <a:pos x="connsiteX150" y="connsiteY150"/>
                  </a:cxn>
                  <a:cxn ang="0">
                    <a:pos x="connsiteX151" y="connsiteY151"/>
                  </a:cxn>
                  <a:cxn ang="0">
                    <a:pos x="connsiteX152" y="connsiteY152"/>
                  </a:cxn>
                  <a:cxn ang="0">
                    <a:pos x="connsiteX153" y="connsiteY153"/>
                  </a:cxn>
                  <a:cxn ang="0">
                    <a:pos x="connsiteX154" y="connsiteY154"/>
                  </a:cxn>
                  <a:cxn ang="0">
                    <a:pos x="connsiteX155" y="connsiteY155"/>
                  </a:cxn>
                  <a:cxn ang="0">
                    <a:pos x="connsiteX156" y="connsiteY156"/>
                  </a:cxn>
                  <a:cxn ang="0">
                    <a:pos x="connsiteX157" y="connsiteY157"/>
                  </a:cxn>
                  <a:cxn ang="0">
                    <a:pos x="connsiteX158" y="connsiteY158"/>
                  </a:cxn>
                  <a:cxn ang="0">
                    <a:pos x="connsiteX159" y="connsiteY159"/>
                  </a:cxn>
                  <a:cxn ang="0">
                    <a:pos x="connsiteX160" y="connsiteY160"/>
                  </a:cxn>
                  <a:cxn ang="0">
                    <a:pos x="connsiteX161" y="connsiteY161"/>
                  </a:cxn>
                  <a:cxn ang="0">
                    <a:pos x="connsiteX162" y="connsiteY162"/>
                  </a:cxn>
                  <a:cxn ang="0">
                    <a:pos x="connsiteX163" y="connsiteY163"/>
                  </a:cxn>
                  <a:cxn ang="0">
                    <a:pos x="connsiteX164" y="connsiteY164"/>
                  </a:cxn>
                  <a:cxn ang="0">
                    <a:pos x="connsiteX165" y="connsiteY165"/>
                  </a:cxn>
                  <a:cxn ang="0">
                    <a:pos x="connsiteX166" y="connsiteY166"/>
                  </a:cxn>
                  <a:cxn ang="0">
                    <a:pos x="connsiteX167" y="connsiteY167"/>
                  </a:cxn>
                  <a:cxn ang="0">
                    <a:pos x="connsiteX168" y="connsiteY168"/>
                  </a:cxn>
                  <a:cxn ang="0">
                    <a:pos x="connsiteX169" y="connsiteY169"/>
                  </a:cxn>
                  <a:cxn ang="0">
                    <a:pos x="connsiteX170" y="connsiteY170"/>
                  </a:cxn>
                  <a:cxn ang="0">
                    <a:pos x="connsiteX171" y="connsiteY171"/>
                  </a:cxn>
                  <a:cxn ang="0">
                    <a:pos x="connsiteX172" y="connsiteY172"/>
                  </a:cxn>
                  <a:cxn ang="0">
                    <a:pos x="connsiteX173" y="connsiteY173"/>
                  </a:cxn>
                  <a:cxn ang="0">
                    <a:pos x="connsiteX174" y="connsiteY174"/>
                  </a:cxn>
                  <a:cxn ang="0">
                    <a:pos x="connsiteX175" y="connsiteY175"/>
                  </a:cxn>
                  <a:cxn ang="0">
                    <a:pos x="connsiteX176" y="connsiteY176"/>
                  </a:cxn>
                  <a:cxn ang="0">
                    <a:pos x="connsiteX177" y="connsiteY177"/>
                  </a:cxn>
                  <a:cxn ang="0">
                    <a:pos x="connsiteX178" y="connsiteY178"/>
                  </a:cxn>
                  <a:cxn ang="0">
                    <a:pos x="connsiteX179" y="connsiteY179"/>
                  </a:cxn>
                  <a:cxn ang="0">
                    <a:pos x="connsiteX180" y="connsiteY180"/>
                  </a:cxn>
                  <a:cxn ang="0">
                    <a:pos x="connsiteX181" y="connsiteY181"/>
                  </a:cxn>
                  <a:cxn ang="0">
                    <a:pos x="connsiteX182" y="connsiteY182"/>
                  </a:cxn>
                  <a:cxn ang="0">
                    <a:pos x="connsiteX183" y="connsiteY183"/>
                  </a:cxn>
                  <a:cxn ang="0">
                    <a:pos x="connsiteX184" y="connsiteY184"/>
                  </a:cxn>
                  <a:cxn ang="0">
                    <a:pos x="connsiteX185" y="connsiteY185"/>
                  </a:cxn>
                  <a:cxn ang="0">
                    <a:pos x="connsiteX186" y="connsiteY186"/>
                  </a:cxn>
                  <a:cxn ang="0">
                    <a:pos x="connsiteX187" y="connsiteY187"/>
                  </a:cxn>
                  <a:cxn ang="0">
                    <a:pos x="connsiteX188" y="connsiteY188"/>
                  </a:cxn>
                  <a:cxn ang="0">
                    <a:pos x="connsiteX189" y="connsiteY189"/>
                  </a:cxn>
                  <a:cxn ang="0">
                    <a:pos x="connsiteX190" y="connsiteY190"/>
                  </a:cxn>
                  <a:cxn ang="0">
                    <a:pos x="connsiteX191" y="connsiteY191"/>
                  </a:cxn>
                  <a:cxn ang="0">
                    <a:pos x="connsiteX192" y="connsiteY192"/>
                  </a:cxn>
                  <a:cxn ang="0">
                    <a:pos x="connsiteX193" y="connsiteY193"/>
                  </a:cxn>
                  <a:cxn ang="0">
                    <a:pos x="connsiteX194" y="connsiteY194"/>
                  </a:cxn>
                  <a:cxn ang="0">
                    <a:pos x="connsiteX195" y="connsiteY195"/>
                  </a:cxn>
                  <a:cxn ang="0">
                    <a:pos x="connsiteX196" y="connsiteY196"/>
                  </a:cxn>
                  <a:cxn ang="0">
                    <a:pos x="connsiteX197" y="connsiteY197"/>
                  </a:cxn>
                  <a:cxn ang="0">
                    <a:pos x="connsiteX198" y="connsiteY198"/>
                  </a:cxn>
                  <a:cxn ang="0">
                    <a:pos x="connsiteX199" y="connsiteY199"/>
                  </a:cxn>
                  <a:cxn ang="0">
                    <a:pos x="connsiteX200" y="connsiteY200"/>
                  </a:cxn>
                  <a:cxn ang="0">
                    <a:pos x="connsiteX201" y="connsiteY201"/>
                  </a:cxn>
                  <a:cxn ang="0">
                    <a:pos x="connsiteX202" y="connsiteY202"/>
                  </a:cxn>
                  <a:cxn ang="0">
                    <a:pos x="connsiteX203" y="connsiteY203"/>
                  </a:cxn>
                  <a:cxn ang="0">
                    <a:pos x="connsiteX204" y="connsiteY204"/>
                  </a:cxn>
                  <a:cxn ang="0">
                    <a:pos x="connsiteX205" y="connsiteY205"/>
                  </a:cxn>
                  <a:cxn ang="0">
                    <a:pos x="connsiteX206" y="connsiteY206"/>
                  </a:cxn>
                  <a:cxn ang="0">
                    <a:pos x="connsiteX207" y="connsiteY207"/>
                  </a:cxn>
                  <a:cxn ang="0">
                    <a:pos x="connsiteX208" y="connsiteY208"/>
                  </a:cxn>
                  <a:cxn ang="0">
                    <a:pos x="connsiteX209" y="connsiteY209"/>
                  </a:cxn>
                  <a:cxn ang="0">
                    <a:pos x="connsiteX210" y="connsiteY210"/>
                  </a:cxn>
                  <a:cxn ang="0">
                    <a:pos x="connsiteX211" y="connsiteY211"/>
                  </a:cxn>
                  <a:cxn ang="0">
                    <a:pos x="connsiteX212" y="connsiteY212"/>
                  </a:cxn>
                  <a:cxn ang="0">
                    <a:pos x="connsiteX213" y="connsiteY213"/>
                  </a:cxn>
                  <a:cxn ang="0">
                    <a:pos x="connsiteX214" y="connsiteY214"/>
                  </a:cxn>
                  <a:cxn ang="0">
                    <a:pos x="connsiteX215" y="connsiteY215"/>
                  </a:cxn>
                  <a:cxn ang="0">
                    <a:pos x="connsiteX216" y="connsiteY216"/>
                  </a:cxn>
                  <a:cxn ang="0">
                    <a:pos x="connsiteX217" y="connsiteY217"/>
                  </a:cxn>
                  <a:cxn ang="0">
                    <a:pos x="connsiteX218" y="connsiteY218"/>
                  </a:cxn>
                  <a:cxn ang="0">
                    <a:pos x="connsiteX219" y="connsiteY219"/>
                  </a:cxn>
                  <a:cxn ang="0">
                    <a:pos x="connsiteX220" y="connsiteY220"/>
                  </a:cxn>
                  <a:cxn ang="0">
                    <a:pos x="connsiteX221" y="connsiteY221"/>
                  </a:cxn>
                  <a:cxn ang="0">
                    <a:pos x="connsiteX222" y="connsiteY222"/>
                  </a:cxn>
                  <a:cxn ang="0">
                    <a:pos x="connsiteX223" y="connsiteY223"/>
                  </a:cxn>
                  <a:cxn ang="0">
                    <a:pos x="connsiteX224" y="connsiteY224"/>
                  </a:cxn>
                  <a:cxn ang="0">
                    <a:pos x="connsiteX225" y="connsiteY225"/>
                  </a:cxn>
                  <a:cxn ang="0">
                    <a:pos x="connsiteX226" y="connsiteY226"/>
                  </a:cxn>
                  <a:cxn ang="0">
                    <a:pos x="connsiteX227" y="connsiteY227"/>
                  </a:cxn>
                  <a:cxn ang="0">
                    <a:pos x="connsiteX228" y="connsiteY228"/>
                  </a:cxn>
                  <a:cxn ang="0">
                    <a:pos x="connsiteX229" y="connsiteY229"/>
                  </a:cxn>
                  <a:cxn ang="0">
                    <a:pos x="connsiteX230" y="connsiteY230"/>
                  </a:cxn>
                  <a:cxn ang="0">
                    <a:pos x="connsiteX231" y="connsiteY231"/>
                  </a:cxn>
                  <a:cxn ang="0">
                    <a:pos x="connsiteX232" y="connsiteY232"/>
                  </a:cxn>
                  <a:cxn ang="0">
                    <a:pos x="connsiteX233" y="connsiteY233"/>
                  </a:cxn>
                  <a:cxn ang="0">
                    <a:pos x="connsiteX234" y="connsiteY234"/>
                  </a:cxn>
                  <a:cxn ang="0">
                    <a:pos x="connsiteX235" y="connsiteY235"/>
                  </a:cxn>
                  <a:cxn ang="0">
                    <a:pos x="connsiteX236" y="connsiteY236"/>
                  </a:cxn>
                  <a:cxn ang="0">
                    <a:pos x="connsiteX237" y="connsiteY237"/>
                  </a:cxn>
                  <a:cxn ang="0">
                    <a:pos x="connsiteX238" y="connsiteY238"/>
                  </a:cxn>
                  <a:cxn ang="0">
                    <a:pos x="connsiteX239" y="connsiteY239"/>
                  </a:cxn>
                  <a:cxn ang="0">
                    <a:pos x="connsiteX240" y="connsiteY240"/>
                  </a:cxn>
                  <a:cxn ang="0">
                    <a:pos x="connsiteX241" y="connsiteY241"/>
                  </a:cxn>
                  <a:cxn ang="0">
                    <a:pos x="connsiteX242" y="connsiteY242"/>
                  </a:cxn>
                  <a:cxn ang="0">
                    <a:pos x="connsiteX243" y="connsiteY243"/>
                  </a:cxn>
                  <a:cxn ang="0">
                    <a:pos x="connsiteX244" y="connsiteY244"/>
                  </a:cxn>
                  <a:cxn ang="0">
                    <a:pos x="connsiteX245" y="connsiteY245"/>
                  </a:cxn>
                  <a:cxn ang="0">
                    <a:pos x="connsiteX246" y="connsiteY246"/>
                  </a:cxn>
                  <a:cxn ang="0">
                    <a:pos x="connsiteX247" y="connsiteY247"/>
                  </a:cxn>
                  <a:cxn ang="0">
                    <a:pos x="connsiteX248" y="connsiteY248"/>
                  </a:cxn>
                  <a:cxn ang="0">
                    <a:pos x="connsiteX249" y="connsiteY249"/>
                  </a:cxn>
                  <a:cxn ang="0">
                    <a:pos x="connsiteX250" y="connsiteY250"/>
                  </a:cxn>
                  <a:cxn ang="0">
                    <a:pos x="connsiteX251" y="connsiteY251"/>
                  </a:cxn>
                  <a:cxn ang="0">
                    <a:pos x="connsiteX252" y="connsiteY252"/>
                  </a:cxn>
                  <a:cxn ang="0">
                    <a:pos x="connsiteX253" y="connsiteY253"/>
                  </a:cxn>
                  <a:cxn ang="0">
                    <a:pos x="connsiteX254" y="connsiteY254"/>
                  </a:cxn>
                  <a:cxn ang="0">
                    <a:pos x="connsiteX255" y="connsiteY255"/>
                  </a:cxn>
                  <a:cxn ang="0">
                    <a:pos x="connsiteX256" y="connsiteY256"/>
                  </a:cxn>
                  <a:cxn ang="0">
                    <a:pos x="connsiteX257" y="connsiteY257"/>
                  </a:cxn>
                  <a:cxn ang="0">
                    <a:pos x="connsiteX258" y="connsiteY258"/>
                  </a:cxn>
                  <a:cxn ang="0">
                    <a:pos x="connsiteX259" y="connsiteY259"/>
                  </a:cxn>
                  <a:cxn ang="0">
                    <a:pos x="connsiteX260" y="connsiteY260"/>
                  </a:cxn>
                  <a:cxn ang="0">
                    <a:pos x="connsiteX261" y="connsiteY261"/>
                  </a:cxn>
                  <a:cxn ang="0">
                    <a:pos x="connsiteX262" y="connsiteY262"/>
                  </a:cxn>
                  <a:cxn ang="0">
                    <a:pos x="connsiteX263" y="connsiteY263"/>
                  </a:cxn>
                  <a:cxn ang="0">
                    <a:pos x="connsiteX264" y="connsiteY264"/>
                  </a:cxn>
                  <a:cxn ang="0">
                    <a:pos x="connsiteX265" y="connsiteY265"/>
                  </a:cxn>
                  <a:cxn ang="0">
                    <a:pos x="connsiteX266" y="connsiteY266"/>
                  </a:cxn>
                  <a:cxn ang="0">
                    <a:pos x="connsiteX267" y="connsiteY267"/>
                  </a:cxn>
                  <a:cxn ang="0">
                    <a:pos x="connsiteX268" y="connsiteY268"/>
                  </a:cxn>
                  <a:cxn ang="0">
                    <a:pos x="connsiteX269" y="connsiteY269"/>
                  </a:cxn>
                  <a:cxn ang="0">
                    <a:pos x="connsiteX270" y="connsiteY270"/>
                  </a:cxn>
                  <a:cxn ang="0">
                    <a:pos x="connsiteX271" y="connsiteY271"/>
                  </a:cxn>
                  <a:cxn ang="0">
                    <a:pos x="connsiteX272" y="connsiteY272"/>
                  </a:cxn>
                  <a:cxn ang="0">
                    <a:pos x="connsiteX273" y="connsiteY273"/>
                  </a:cxn>
                  <a:cxn ang="0">
                    <a:pos x="connsiteX274" y="connsiteY274"/>
                  </a:cxn>
                  <a:cxn ang="0">
                    <a:pos x="connsiteX275" y="connsiteY275"/>
                  </a:cxn>
                  <a:cxn ang="0">
                    <a:pos x="connsiteX276" y="connsiteY276"/>
                  </a:cxn>
                  <a:cxn ang="0">
                    <a:pos x="connsiteX277" y="connsiteY277"/>
                  </a:cxn>
                  <a:cxn ang="0">
                    <a:pos x="connsiteX278" y="connsiteY278"/>
                  </a:cxn>
                  <a:cxn ang="0">
                    <a:pos x="connsiteX279" y="connsiteY279"/>
                  </a:cxn>
                  <a:cxn ang="0">
                    <a:pos x="connsiteX280" y="connsiteY280"/>
                  </a:cxn>
                  <a:cxn ang="0">
                    <a:pos x="connsiteX281" y="connsiteY281"/>
                  </a:cxn>
                  <a:cxn ang="0">
                    <a:pos x="connsiteX282" y="connsiteY282"/>
                  </a:cxn>
                  <a:cxn ang="0">
                    <a:pos x="connsiteX283" y="connsiteY283"/>
                  </a:cxn>
                  <a:cxn ang="0">
                    <a:pos x="connsiteX284" y="connsiteY284"/>
                  </a:cxn>
                  <a:cxn ang="0">
                    <a:pos x="connsiteX285" y="connsiteY285"/>
                  </a:cxn>
                  <a:cxn ang="0">
                    <a:pos x="connsiteX286" y="connsiteY286"/>
                  </a:cxn>
                  <a:cxn ang="0">
                    <a:pos x="connsiteX287" y="connsiteY287"/>
                  </a:cxn>
                  <a:cxn ang="0">
                    <a:pos x="connsiteX288" y="connsiteY288"/>
                  </a:cxn>
                  <a:cxn ang="0">
                    <a:pos x="connsiteX289" y="connsiteY289"/>
                  </a:cxn>
                  <a:cxn ang="0">
                    <a:pos x="connsiteX290" y="connsiteY290"/>
                  </a:cxn>
                  <a:cxn ang="0">
                    <a:pos x="connsiteX291" y="connsiteY291"/>
                  </a:cxn>
                  <a:cxn ang="0">
                    <a:pos x="connsiteX292" y="connsiteY292"/>
                  </a:cxn>
                  <a:cxn ang="0">
                    <a:pos x="connsiteX293" y="connsiteY293"/>
                  </a:cxn>
                  <a:cxn ang="0">
                    <a:pos x="connsiteX294" y="connsiteY294"/>
                  </a:cxn>
                  <a:cxn ang="0">
                    <a:pos x="connsiteX295" y="connsiteY295"/>
                  </a:cxn>
                  <a:cxn ang="0">
                    <a:pos x="connsiteX296" y="connsiteY296"/>
                  </a:cxn>
                  <a:cxn ang="0">
                    <a:pos x="connsiteX297" y="connsiteY297"/>
                  </a:cxn>
                  <a:cxn ang="0">
                    <a:pos x="connsiteX298" y="connsiteY298"/>
                  </a:cxn>
                  <a:cxn ang="0">
                    <a:pos x="connsiteX299" y="connsiteY299"/>
                  </a:cxn>
                  <a:cxn ang="0">
                    <a:pos x="connsiteX300" y="connsiteY300"/>
                  </a:cxn>
                  <a:cxn ang="0">
                    <a:pos x="connsiteX301" y="connsiteY301"/>
                  </a:cxn>
                  <a:cxn ang="0">
                    <a:pos x="connsiteX302" y="connsiteY302"/>
                  </a:cxn>
                  <a:cxn ang="0">
                    <a:pos x="connsiteX303" y="connsiteY303"/>
                  </a:cxn>
                  <a:cxn ang="0">
                    <a:pos x="connsiteX304" y="connsiteY304"/>
                  </a:cxn>
                  <a:cxn ang="0">
                    <a:pos x="connsiteX305" y="connsiteY305"/>
                  </a:cxn>
                  <a:cxn ang="0">
                    <a:pos x="connsiteX306" y="connsiteY306"/>
                  </a:cxn>
                  <a:cxn ang="0">
                    <a:pos x="connsiteX307" y="connsiteY307"/>
                  </a:cxn>
                  <a:cxn ang="0">
                    <a:pos x="connsiteX308" y="connsiteY308"/>
                  </a:cxn>
                  <a:cxn ang="0">
                    <a:pos x="connsiteX309" y="connsiteY309"/>
                  </a:cxn>
                  <a:cxn ang="0">
                    <a:pos x="connsiteX310" y="connsiteY310"/>
                  </a:cxn>
                  <a:cxn ang="0">
                    <a:pos x="connsiteX311" y="connsiteY311"/>
                  </a:cxn>
                  <a:cxn ang="0">
                    <a:pos x="connsiteX312" y="connsiteY312"/>
                  </a:cxn>
                  <a:cxn ang="0">
                    <a:pos x="connsiteX313" y="connsiteY313"/>
                  </a:cxn>
                  <a:cxn ang="0">
                    <a:pos x="connsiteX314" y="connsiteY314"/>
                  </a:cxn>
                  <a:cxn ang="0">
                    <a:pos x="connsiteX315" y="connsiteY315"/>
                  </a:cxn>
                  <a:cxn ang="0">
                    <a:pos x="connsiteX316" y="connsiteY316"/>
                  </a:cxn>
                  <a:cxn ang="0">
                    <a:pos x="connsiteX317" y="connsiteY317"/>
                  </a:cxn>
                  <a:cxn ang="0">
                    <a:pos x="connsiteX318" y="connsiteY318"/>
                  </a:cxn>
                  <a:cxn ang="0">
                    <a:pos x="connsiteX319" y="connsiteY319"/>
                  </a:cxn>
                  <a:cxn ang="0">
                    <a:pos x="connsiteX320" y="connsiteY320"/>
                  </a:cxn>
                  <a:cxn ang="0">
                    <a:pos x="connsiteX321" y="connsiteY321"/>
                  </a:cxn>
                  <a:cxn ang="0">
                    <a:pos x="connsiteX322" y="connsiteY322"/>
                  </a:cxn>
                  <a:cxn ang="0">
                    <a:pos x="connsiteX323" y="connsiteY323"/>
                  </a:cxn>
                  <a:cxn ang="0">
                    <a:pos x="connsiteX324" y="connsiteY324"/>
                  </a:cxn>
                  <a:cxn ang="0">
                    <a:pos x="connsiteX325" y="connsiteY325"/>
                  </a:cxn>
                  <a:cxn ang="0">
                    <a:pos x="connsiteX326" y="connsiteY326"/>
                  </a:cxn>
                  <a:cxn ang="0">
                    <a:pos x="connsiteX327" y="connsiteY327"/>
                  </a:cxn>
                  <a:cxn ang="0">
                    <a:pos x="connsiteX328" y="connsiteY328"/>
                  </a:cxn>
                  <a:cxn ang="0">
                    <a:pos x="connsiteX329" y="connsiteY329"/>
                  </a:cxn>
                  <a:cxn ang="0">
                    <a:pos x="connsiteX330" y="connsiteY330"/>
                  </a:cxn>
                  <a:cxn ang="0">
                    <a:pos x="connsiteX331" y="connsiteY331"/>
                  </a:cxn>
                  <a:cxn ang="0">
                    <a:pos x="connsiteX332" y="connsiteY332"/>
                  </a:cxn>
                  <a:cxn ang="0">
                    <a:pos x="connsiteX333" y="connsiteY333"/>
                  </a:cxn>
                  <a:cxn ang="0">
                    <a:pos x="connsiteX334" y="connsiteY334"/>
                  </a:cxn>
                  <a:cxn ang="0">
                    <a:pos x="connsiteX335" y="connsiteY335"/>
                  </a:cxn>
                  <a:cxn ang="0">
                    <a:pos x="connsiteX336" y="connsiteY336"/>
                  </a:cxn>
                </a:cxnLst>
                <a:rect l="l" t="t" r="r" b="b"/>
                <a:pathLst>
                  <a:path w="6095524" h="1424940">
                    <a:moveTo>
                      <a:pt x="6095524" y="0"/>
                    </a:moveTo>
                    <a:cubicBezTo>
                      <a:pt x="6095524" y="7811"/>
                      <a:pt x="6095524" y="12573"/>
                      <a:pt x="6095524" y="17431"/>
                    </a:cubicBezTo>
                    <a:lnTo>
                      <a:pt x="6095524" y="216290"/>
                    </a:lnTo>
                    <a:lnTo>
                      <a:pt x="6079998" y="230600"/>
                    </a:lnTo>
                    <a:cubicBezTo>
                      <a:pt x="6058567" y="241363"/>
                      <a:pt x="6035706" y="251079"/>
                      <a:pt x="6012751" y="260699"/>
                    </a:cubicBezTo>
                    <a:cubicBezTo>
                      <a:pt x="6006084" y="263462"/>
                      <a:pt x="5998749" y="264986"/>
                      <a:pt x="5992749" y="268700"/>
                    </a:cubicBezTo>
                    <a:cubicBezTo>
                      <a:pt x="5965126" y="285655"/>
                      <a:pt x="5938361" y="303943"/>
                      <a:pt x="5910358" y="320231"/>
                    </a:cubicBezTo>
                    <a:cubicBezTo>
                      <a:pt x="5881497" y="337090"/>
                      <a:pt x="5855684" y="356997"/>
                      <a:pt x="5835777" y="383953"/>
                    </a:cubicBezTo>
                    <a:cubicBezTo>
                      <a:pt x="5817298" y="409004"/>
                      <a:pt x="5799391" y="434435"/>
                      <a:pt x="5781008" y="459581"/>
                    </a:cubicBezTo>
                    <a:cubicBezTo>
                      <a:pt x="5776341" y="465963"/>
                      <a:pt x="5772054" y="473488"/>
                      <a:pt x="5765673" y="477584"/>
                    </a:cubicBezTo>
                    <a:cubicBezTo>
                      <a:pt x="5752433" y="486156"/>
                      <a:pt x="5737955" y="493109"/>
                      <a:pt x="5723763" y="500158"/>
                    </a:cubicBezTo>
                    <a:cubicBezTo>
                      <a:pt x="5711571" y="506159"/>
                      <a:pt x="5698617" y="510635"/>
                      <a:pt x="5686711" y="517112"/>
                    </a:cubicBezTo>
                    <a:cubicBezTo>
                      <a:pt x="5677186" y="522256"/>
                      <a:pt x="5668708" y="529400"/>
                      <a:pt x="5659850" y="535877"/>
                    </a:cubicBezTo>
                    <a:cubicBezTo>
                      <a:pt x="5652135" y="541496"/>
                      <a:pt x="5643658" y="546354"/>
                      <a:pt x="5637181" y="553117"/>
                    </a:cubicBezTo>
                    <a:cubicBezTo>
                      <a:pt x="5621369" y="569500"/>
                      <a:pt x="5605462" y="585597"/>
                      <a:pt x="5585841" y="597694"/>
                    </a:cubicBezTo>
                    <a:cubicBezTo>
                      <a:pt x="5566505" y="609695"/>
                      <a:pt x="5548217" y="623126"/>
                      <a:pt x="5528977" y="635318"/>
                    </a:cubicBezTo>
                    <a:cubicBezTo>
                      <a:pt x="5510117" y="647224"/>
                      <a:pt x="5493067" y="660273"/>
                      <a:pt x="5483256" y="681419"/>
                    </a:cubicBezTo>
                    <a:cubicBezTo>
                      <a:pt x="5478875" y="690753"/>
                      <a:pt x="5472684" y="700945"/>
                      <a:pt x="5464397" y="706374"/>
                    </a:cubicBezTo>
                    <a:cubicBezTo>
                      <a:pt x="5452586" y="714089"/>
                      <a:pt x="5437632" y="716852"/>
                      <a:pt x="5424773" y="723424"/>
                    </a:cubicBezTo>
                    <a:cubicBezTo>
                      <a:pt x="5409628" y="731139"/>
                      <a:pt x="5392103" y="737807"/>
                      <a:pt x="5381815" y="750094"/>
                    </a:cubicBezTo>
                    <a:cubicBezTo>
                      <a:pt x="5372671" y="761048"/>
                      <a:pt x="5363432" y="769620"/>
                      <a:pt x="5351335" y="776573"/>
                    </a:cubicBezTo>
                    <a:cubicBezTo>
                      <a:pt x="5342858" y="781431"/>
                      <a:pt x="5336572" y="790289"/>
                      <a:pt x="5327809" y="794290"/>
                    </a:cubicBezTo>
                    <a:cubicBezTo>
                      <a:pt x="5316284" y="799624"/>
                      <a:pt x="5304663" y="803815"/>
                      <a:pt x="5294566" y="812102"/>
                    </a:cubicBezTo>
                    <a:cubicBezTo>
                      <a:pt x="5284089" y="820674"/>
                      <a:pt x="5272183" y="827437"/>
                      <a:pt x="5261229" y="835438"/>
                    </a:cubicBezTo>
                    <a:cubicBezTo>
                      <a:pt x="5255419" y="839724"/>
                      <a:pt x="5250656" y="845344"/>
                      <a:pt x="5245037" y="849821"/>
                    </a:cubicBezTo>
                    <a:cubicBezTo>
                      <a:pt x="5234750" y="858012"/>
                      <a:pt x="5224272" y="866013"/>
                      <a:pt x="5213699" y="873728"/>
                    </a:cubicBezTo>
                    <a:cubicBezTo>
                      <a:pt x="5203127" y="881444"/>
                      <a:pt x="5193030" y="890397"/>
                      <a:pt x="5181409" y="896017"/>
                    </a:cubicBezTo>
                    <a:cubicBezTo>
                      <a:pt x="5161598" y="905542"/>
                      <a:pt x="5139976" y="911257"/>
                      <a:pt x="5120735" y="921544"/>
                    </a:cubicBezTo>
                    <a:cubicBezTo>
                      <a:pt x="5101209" y="932021"/>
                      <a:pt x="5082826" y="945166"/>
                      <a:pt x="5065490" y="959072"/>
                    </a:cubicBezTo>
                    <a:cubicBezTo>
                      <a:pt x="5051774" y="970026"/>
                      <a:pt x="5038916" y="980885"/>
                      <a:pt x="5021675" y="986504"/>
                    </a:cubicBezTo>
                    <a:cubicBezTo>
                      <a:pt x="5012055" y="989648"/>
                      <a:pt x="5001959" y="996506"/>
                      <a:pt x="4996148" y="1004507"/>
                    </a:cubicBezTo>
                    <a:cubicBezTo>
                      <a:pt x="4983575" y="1021937"/>
                      <a:pt x="4967478" y="1034225"/>
                      <a:pt x="4949285" y="1044702"/>
                    </a:cubicBezTo>
                    <a:cubicBezTo>
                      <a:pt x="4924996" y="1058799"/>
                      <a:pt x="4900993" y="1073182"/>
                      <a:pt x="4876609" y="1086993"/>
                    </a:cubicBezTo>
                    <a:cubicBezTo>
                      <a:pt x="4862227" y="1095185"/>
                      <a:pt x="4847940" y="1103852"/>
                      <a:pt x="4832699" y="1109853"/>
                    </a:cubicBezTo>
                    <a:cubicBezTo>
                      <a:pt x="4801553" y="1122236"/>
                      <a:pt x="4769644" y="1132808"/>
                      <a:pt x="4738211" y="1144334"/>
                    </a:cubicBezTo>
                    <a:cubicBezTo>
                      <a:pt x="4727924" y="1148048"/>
                      <a:pt x="4718209" y="1153382"/>
                      <a:pt x="4707731" y="1156621"/>
                    </a:cubicBezTo>
                    <a:cubicBezTo>
                      <a:pt x="4696396" y="1160145"/>
                      <a:pt x="4684205" y="1161193"/>
                      <a:pt x="4672870" y="1164717"/>
                    </a:cubicBezTo>
                    <a:cubicBezTo>
                      <a:pt x="4654010" y="1170527"/>
                      <a:pt x="4635722" y="1177957"/>
                      <a:pt x="4616863" y="1183862"/>
                    </a:cubicBezTo>
                    <a:cubicBezTo>
                      <a:pt x="4580477" y="1195197"/>
                      <a:pt x="4543996" y="1206056"/>
                      <a:pt x="4507516" y="1216819"/>
                    </a:cubicBezTo>
                    <a:cubicBezTo>
                      <a:pt x="4499706" y="1219105"/>
                      <a:pt x="4491228" y="1219391"/>
                      <a:pt x="4483513" y="1221867"/>
                    </a:cubicBezTo>
                    <a:cubicBezTo>
                      <a:pt x="4463034" y="1228535"/>
                      <a:pt x="4442650" y="1235773"/>
                      <a:pt x="4422362" y="1243108"/>
                    </a:cubicBezTo>
                    <a:cubicBezTo>
                      <a:pt x="4410075" y="1247585"/>
                      <a:pt x="4398073" y="1253109"/>
                      <a:pt x="4385691" y="1257395"/>
                    </a:cubicBezTo>
                    <a:cubicBezTo>
                      <a:pt x="4375785" y="1260824"/>
                      <a:pt x="4365593" y="1263491"/>
                      <a:pt x="4355306" y="1265587"/>
                    </a:cubicBezTo>
                    <a:cubicBezTo>
                      <a:pt x="4346448" y="1267397"/>
                      <a:pt x="4337209" y="1267206"/>
                      <a:pt x="4328446" y="1269397"/>
                    </a:cubicBezTo>
                    <a:cubicBezTo>
                      <a:pt x="4304728" y="1275302"/>
                      <a:pt x="4281297" y="1281970"/>
                      <a:pt x="4257770" y="1288256"/>
                    </a:cubicBezTo>
                    <a:cubicBezTo>
                      <a:pt x="4248341" y="1290733"/>
                      <a:pt x="4238720" y="1292543"/>
                      <a:pt x="4229576" y="1295686"/>
                    </a:cubicBezTo>
                    <a:cubicBezTo>
                      <a:pt x="4205097" y="1303973"/>
                      <a:pt x="4180999" y="1313402"/>
                      <a:pt x="4156424" y="1321213"/>
                    </a:cubicBezTo>
                    <a:cubicBezTo>
                      <a:pt x="4136041" y="1327690"/>
                      <a:pt x="4115086" y="1332357"/>
                      <a:pt x="4094416" y="1338072"/>
                    </a:cubicBezTo>
                    <a:cubicBezTo>
                      <a:pt x="4085653" y="1340549"/>
                      <a:pt x="4077271" y="1344073"/>
                      <a:pt x="4068509" y="1346168"/>
                    </a:cubicBezTo>
                    <a:cubicBezTo>
                      <a:pt x="4048887" y="1350931"/>
                      <a:pt x="4028980" y="1354931"/>
                      <a:pt x="4009263" y="1359694"/>
                    </a:cubicBezTo>
                    <a:cubicBezTo>
                      <a:pt x="3998023" y="1362456"/>
                      <a:pt x="3987165" y="1367409"/>
                      <a:pt x="3975735" y="1369219"/>
                    </a:cubicBezTo>
                    <a:cubicBezTo>
                      <a:pt x="3948589" y="1373505"/>
                      <a:pt x="3921252" y="1376553"/>
                      <a:pt x="3893915" y="1379982"/>
                    </a:cubicBezTo>
                    <a:cubicBezTo>
                      <a:pt x="3865722" y="1383506"/>
                      <a:pt x="3837623" y="1387221"/>
                      <a:pt x="3809428" y="1390364"/>
                    </a:cubicBezTo>
                    <a:cubicBezTo>
                      <a:pt x="3793998" y="1391984"/>
                      <a:pt x="3778472" y="1392269"/>
                      <a:pt x="3763042" y="1393793"/>
                    </a:cubicBezTo>
                    <a:cubicBezTo>
                      <a:pt x="3749516" y="1395127"/>
                      <a:pt x="3736086" y="1397603"/>
                      <a:pt x="3722561" y="1399223"/>
                    </a:cubicBezTo>
                    <a:cubicBezTo>
                      <a:pt x="3710845" y="1400556"/>
                      <a:pt x="3699034" y="1401318"/>
                      <a:pt x="3687318" y="1402652"/>
                    </a:cubicBezTo>
                    <a:cubicBezTo>
                      <a:pt x="3668554" y="1404842"/>
                      <a:pt x="3649885" y="1407319"/>
                      <a:pt x="3631216" y="1409605"/>
                    </a:cubicBezTo>
                    <a:cubicBezTo>
                      <a:pt x="3623406" y="1410462"/>
                      <a:pt x="3615214" y="1412843"/>
                      <a:pt x="3607880" y="1411415"/>
                    </a:cubicBezTo>
                    <a:cubicBezTo>
                      <a:pt x="3589401" y="1407795"/>
                      <a:pt x="3571208" y="1408843"/>
                      <a:pt x="3552825" y="1411319"/>
                    </a:cubicBezTo>
                    <a:cubicBezTo>
                      <a:pt x="3546539" y="1412177"/>
                      <a:pt x="3539776" y="1411986"/>
                      <a:pt x="3533680" y="1410367"/>
                    </a:cubicBezTo>
                    <a:cubicBezTo>
                      <a:pt x="3521202" y="1407128"/>
                      <a:pt x="3509106" y="1402556"/>
                      <a:pt x="3496818" y="1398556"/>
                    </a:cubicBezTo>
                    <a:cubicBezTo>
                      <a:pt x="3495484" y="1398080"/>
                      <a:pt x="3493865" y="1397984"/>
                      <a:pt x="3492437" y="1397699"/>
                    </a:cubicBezTo>
                    <a:cubicBezTo>
                      <a:pt x="3484340" y="1396079"/>
                      <a:pt x="3476340" y="1394460"/>
                      <a:pt x="3468243" y="1393031"/>
                    </a:cubicBezTo>
                    <a:cubicBezTo>
                      <a:pt x="3463862" y="1392269"/>
                      <a:pt x="3459385" y="1392174"/>
                      <a:pt x="3455003" y="1391507"/>
                    </a:cubicBezTo>
                    <a:cubicBezTo>
                      <a:pt x="3438049" y="1388840"/>
                      <a:pt x="3419380" y="1393317"/>
                      <a:pt x="3404711" y="1381792"/>
                    </a:cubicBezTo>
                    <a:cubicBezTo>
                      <a:pt x="3395186" y="1374362"/>
                      <a:pt x="3385947" y="1376077"/>
                      <a:pt x="3375756" y="1377220"/>
                    </a:cubicBezTo>
                    <a:cubicBezTo>
                      <a:pt x="3368040" y="1378077"/>
                      <a:pt x="3360134" y="1377791"/>
                      <a:pt x="3352324" y="1377887"/>
                    </a:cubicBezTo>
                    <a:cubicBezTo>
                      <a:pt x="3338608" y="1378172"/>
                      <a:pt x="3324892" y="1378268"/>
                      <a:pt x="3311176" y="1378744"/>
                    </a:cubicBezTo>
                    <a:cubicBezTo>
                      <a:pt x="3306794" y="1378934"/>
                      <a:pt x="3302318" y="1381316"/>
                      <a:pt x="3298031" y="1380935"/>
                    </a:cubicBezTo>
                    <a:cubicBezTo>
                      <a:pt x="3278219" y="1379125"/>
                      <a:pt x="3258407" y="1376267"/>
                      <a:pt x="3238595" y="1374648"/>
                    </a:cubicBezTo>
                    <a:cubicBezTo>
                      <a:pt x="3227356" y="1373696"/>
                      <a:pt x="3215830" y="1375505"/>
                      <a:pt x="3204686" y="1374172"/>
                    </a:cubicBezTo>
                    <a:cubicBezTo>
                      <a:pt x="3191828" y="1372648"/>
                      <a:pt x="3179255" y="1368743"/>
                      <a:pt x="3166491" y="1366361"/>
                    </a:cubicBezTo>
                    <a:cubicBezTo>
                      <a:pt x="3162967" y="1365695"/>
                      <a:pt x="3159062" y="1366552"/>
                      <a:pt x="3155347" y="1366742"/>
                    </a:cubicBezTo>
                    <a:cubicBezTo>
                      <a:pt x="3151156" y="1366933"/>
                      <a:pt x="3147060" y="1367314"/>
                      <a:pt x="3142869" y="1367409"/>
                    </a:cubicBezTo>
                    <a:cubicBezTo>
                      <a:pt x="3130105" y="1367600"/>
                      <a:pt x="3117342" y="1367314"/>
                      <a:pt x="3104578" y="1367981"/>
                    </a:cubicBezTo>
                    <a:cubicBezTo>
                      <a:pt x="3096768" y="1368362"/>
                      <a:pt x="3088577" y="1372267"/>
                      <a:pt x="3081337" y="1370838"/>
                    </a:cubicBezTo>
                    <a:cubicBezTo>
                      <a:pt x="3066574" y="1368076"/>
                      <a:pt x="3051810" y="1374267"/>
                      <a:pt x="3037047" y="1369124"/>
                    </a:cubicBezTo>
                    <a:cubicBezTo>
                      <a:pt x="3032474" y="1367600"/>
                      <a:pt x="3026188" y="1371410"/>
                      <a:pt x="3020663" y="1371600"/>
                    </a:cubicBezTo>
                    <a:cubicBezTo>
                      <a:pt x="3006852" y="1372076"/>
                      <a:pt x="2993041" y="1371981"/>
                      <a:pt x="2979230" y="1371886"/>
                    </a:cubicBezTo>
                    <a:cubicBezTo>
                      <a:pt x="2966847" y="1371791"/>
                      <a:pt x="2953988" y="1373124"/>
                      <a:pt x="2942082" y="1370457"/>
                    </a:cubicBezTo>
                    <a:cubicBezTo>
                      <a:pt x="2929604" y="1367600"/>
                      <a:pt x="2918365" y="1367981"/>
                      <a:pt x="2906268" y="1371219"/>
                    </a:cubicBezTo>
                    <a:cubicBezTo>
                      <a:pt x="2897981" y="1373410"/>
                      <a:pt x="2889218" y="1373696"/>
                      <a:pt x="2880646" y="1374362"/>
                    </a:cubicBezTo>
                    <a:cubicBezTo>
                      <a:pt x="2871407" y="1375124"/>
                      <a:pt x="2861215" y="1373124"/>
                      <a:pt x="2852833" y="1376267"/>
                    </a:cubicBezTo>
                    <a:cubicBezTo>
                      <a:pt x="2827877" y="1385602"/>
                      <a:pt x="2802255" y="1387602"/>
                      <a:pt x="2776157" y="1387602"/>
                    </a:cubicBezTo>
                    <a:cubicBezTo>
                      <a:pt x="2771394" y="1387602"/>
                      <a:pt x="2766536" y="1386269"/>
                      <a:pt x="2761965" y="1384840"/>
                    </a:cubicBezTo>
                    <a:cubicBezTo>
                      <a:pt x="2735294" y="1376267"/>
                      <a:pt x="2708529" y="1377029"/>
                      <a:pt x="2681383" y="1382268"/>
                    </a:cubicBezTo>
                    <a:cubicBezTo>
                      <a:pt x="2675763" y="1383411"/>
                      <a:pt x="2669477" y="1383602"/>
                      <a:pt x="2663857" y="1382459"/>
                    </a:cubicBezTo>
                    <a:cubicBezTo>
                      <a:pt x="2648045" y="1379125"/>
                      <a:pt x="2632710" y="1373600"/>
                      <a:pt x="2616803" y="1371219"/>
                    </a:cubicBezTo>
                    <a:cubicBezTo>
                      <a:pt x="2590515" y="1367314"/>
                      <a:pt x="2567750" y="1380458"/>
                      <a:pt x="2544223" y="1389031"/>
                    </a:cubicBezTo>
                    <a:cubicBezTo>
                      <a:pt x="2521839" y="1397127"/>
                      <a:pt x="2502789" y="1415415"/>
                      <a:pt x="2476309" y="1411319"/>
                    </a:cubicBezTo>
                    <a:cubicBezTo>
                      <a:pt x="2473643" y="1410938"/>
                      <a:pt x="2470690" y="1413510"/>
                      <a:pt x="2467737" y="1414177"/>
                    </a:cubicBezTo>
                    <a:cubicBezTo>
                      <a:pt x="2459641" y="1415987"/>
                      <a:pt x="2451545" y="1418177"/>
                      <a:pt x="2443353" y="1419035"/>
                    </a:cubicBezTo>
                    <a:cubicBezTo>
                      <a:pt x="2433352" y="1420178"/>
                      <a:pt x="2423160" y="1419797"/>
                      <a:pt x="2413159" y="1420749"/>
                    </a:cubicBezTo>
                    <a:cubicBezTo>
                      <a:pt x="2400300" y="1421892"/>
                      <a:pt x="2387632" y="1424940"/>
                      <a:pt x="2374868" y="1424940"/>
                    </a:cubicBezTo>
                    <a:cubicBezTo>
                      <a:pt x="2364581" y="1424940"/>
                      <a:pt x="2354389" y="1421416"/>
                      <a:pt x="2344198" y="1419701"/>
                    </a:cubicBezTo>
                    <a:cubicBezTo>
                      <a:pt x="2329815" y="1417320"/>
                      <a:pt x="2314003" y="1417987"/>
                      <a:pt x="2301335" y="1411891"/>
                    </a:cubicBezTo>
                    <a:cubicBezTo>
                      <a:pt x="2287810" y="1405414"/>
                      <a:pt x="2274951" y="1402461"/>
                      <a:pt x="2260949" y="1404461"/>
                    </a:cubicBezTo>
                    <a:cubicBezTo>
                      <a:pt x="2256282" y="1405128"/>
                      <a:pt x="2250281" y="1409129"/>
                      <a:pt x="2248186" y="1413224"/>
                    </a:cubicBezTo>
                    <a:cubicBezTo>
                      <a:pt x="2243518" y="1422368"/>
                      <a:pt x="2237137" y="1423988"/>
                      <a:pt x="2228469" y="1420844"/>
                    </a:cubicBezTo>
                    <a:cubicBezTo>
                      <a:pt x="2220944" y="1418177"/>
                      <a:pt x="2211705" y="1416844"/>
                      <a:pt x="2206562" y="1411700"/>
                    </a:cubicBezTo>
                    <a:cubicBezTo>
                      <a:pt x="2191988" y="1397127"/>
                      <a:pt x="2173414" y="1396651"/>
                      <a:pt x="2155317" y="1392746"/>
                    </a:cubicBezTo>
                    <a:cubicBezTo>
                      <a:pt x="2144269" y="1390364"/>
                      <a:pt x="2133981" y="1390269"/>
                      <a:pt x="2122932" y="1391888"/>
                    </a:cubicBezTo>
                    <a:cubicBezTo>
                      <a:pt x="2098930" y="1395508"/>
                      <a:pt x="2075593" y="1390364"/>
                      <a:pt x="2052542" y="1383792"/>
                    </a:cubicBezTo>
                    <a:cubicBezTo>
                      <a:pt x="2037302" y="1379411"/>
                      <a:pt x="2021681" y="1376744"/>
                      <a:pt x="2006537" y="1372267"/>
                    </a:cubicBezTo>
                    <a:cubicBezTo>
                      <a:pt x="1995202" y="1368838"/>
                      <a:pt x="1983868" y="1364742"/>
                      <a:pt x="1973486" y="1359218"/>
                    </a:cubicBezTo>
                    <a:cubicBezTo>
                      <a:pt x="1958435" y="1351121"/>
                      <a:pt x="1945292" y="1338929"/>
                      <a:pt x="1926146" y="1342168"/>
                    </a:cubicBezTo>
                    <a:cubicBezTo>
                      <a:pt x="1909286" y="1345025"/>
                      <a:pt x="1894047" y="1339025"/>
                      <a:pt x="1878616" y="1333310"/>
                    </a:cubicBezTo>
                    <a:cubicBezTo>
                      <a:pt x="1867281" y="1329119"/>
                      <a:pt x="1855948" y="1324832"/>
                      <a:pt x="1844231" y="1322165"/>
                    </a:cubicBezTo>
                    <a:cubicBezTo>
                      <a:pt x="1830324" y="1319022"/>
                      <a:pt x="1814608" y="1320356"/>
                      <a:pt x="1802225" y="1314545"/>
                    </a:cubicBezTo>
                    <a:cubicBezTo>
                      <a:pt x="1789271" y="1308449"/>
                      <a:pt x="1778509" y="1312545"/>
                      <a:pt x="1766983" y="1314260"/>
                    </a:cubicBezTo>
                    <a:cubicBezTo>
                      <a:pt x="1748600" y="1316927"/>
                      <a:pt x="1730311" y="1321880"/>
                      <a:pt x="1711738" y="1315593"/>
                    </a:cubicBezTo>
                    <a:cubicBezTo>
                      <a:pt x="1689164" y="1307973"/>
                      <a:pt x="1666780" y="1299782"/>
                      <a:pt x="1644111" y="1292543"/>
                    </a:cubicBezTo>
                    <a:cubicBezTo>
                      <a:pt x="1635347" y="1289780"/>
                      <a:pt x="1625919" y="1288637"/>
                      <a:pt x="1616774" y="1287399"/>
                    </a:cubicBezTo>
                    <a:cubicBezTo>
                      <a:pt x="1608107" y="1286351"/>
                      <a:pt x="1597725" y="1289018"/>
                      <a:pt x="1591056" y="1285018"/>
                    </a:cubicBezTo>
                    <a:cubicBezTo>
                      <a:pt x="1573911" y="1274731"/>
                      <a:pt x="1556291" y="1269683"/>
                      <a:pt x="1536478" y="1269683"/>
                    </a:cubicBezTo>
                    <a:cubicBezTo>
                      <a:pt x="1529048" y="1269683"/>
                      <a:pt x="1521809" y="1265396"/>
                      <a:pt x="1514285" y="1264634"/>
                    </a:cubicBezTo>
                    <a:cubicBezTo>
                      <a:pt x="1503997" y="1263682"/>
                      <a:pt x="1492186" y="1261110"/>
                      <a:pt x="1483233" y="1264730"/>
                    </a:cubicBezTo>
                    <a:cubicBezTo>
                      <a:pt x="1462183" y="1273302"/>
                      <a:pt x="1445134" y="1266158"/>
                      <a:pt x="1426750" y="1257681"/>
                    </a:cubicBezTo>
                    <a:cubicBezTo>
                      <a:pt x="1408652" y="1249299"/>
                      <a:pt x="1389602" y="1242632"/>
                      <a:pt x="1370362" y="1237107"/>
                    </a:cubicBezTo>
                    <a:cubicBezTo>
                      <a:pt x="1363123" y="1235107"/>
                      <a:pt x="1354456" y="1238441"/>
                      <a:pt x="1346454" y="1239107"/>
                    </a:cubicBezTo>
                    <a:cubicBezTo>
                      <a:pt x="1343596" y="1239298"/>
                      <a:pt x="1340453" y="1239584"/>
                      <a:pt x="1337882" y="1238631"/>
                    </a:cubicBezTo>
                    <a:cubicBezTo>
                      <a:pt x="1313022" y="1229487"/>
                      <a:pt x="1287780" y="1222534"/>
                      <a:pt x="1260825" y="1227296"/>
                    </a:cubicBezTo>
                    <a:cubicBezTo>
                      <a:pt x="1258349" y="1227773"/>
                      <a:pt x="1255586" y="1226725"/>
                      <a:pt x="1253109" y="1226058"/>
                    </a:cubicBezTo>
                    <a:cubicBezTo>
                      <a:pt x="1241012" y="1222629"/>
                      <a:pt x="1229201" y="1217200"/>
                      <a:pt x="1216915" y="1215962"/>
                    </a:cubicBezTo>
                    <a:cubicBezTo>
                      <a:pt x="1186625" y="1212914"/>
                      <a:pt x="1156146" y="1211675"/>
                      <a:pt x="1125664" y="1209675"/>
                    </a:cubicBezTo>
                    <a:cubicBezTo>
                      <a:pt x="1123759" y="1209580"/>
                      <a:pt x="1121759" y="1209580"/>
                      <a:pt x="1120045" y="1208913"/>
                    </a:cubicBezTo>
                    <a:cubicBezTo>
                      <a:pt x="1108805" y="1204817"/>
                      <a:pt x="1098995" y="1206151"/>
                      <a:pt x="1089469" y="1213961"/>
                    </a:cubicBezTo>
                    <a:cubicBezTo>
                      <a:pt x="1085278" y="1217390"/>
                      <a:pt x="1079563" y="1219200"/>
                      <a:pt x="1074325" y="1221105"/>
                    </a:cubicBezTo>
                    <a:cubicBezTo>
                      <a:pt x="1066609" y="1223963"/>
                      <a:pt x="1058704" y="1226725"/>
                      <a:pt x="1050703" y="1228535"/>
                    </a:cubicBezTo>
                    <a:cubicBezTo>
                      <a:pt x="1042797" y="1230249"/>
                      <a:pt x="1034320" y="1232630"/>
                      <a:pt x="1026700" y="1231297"/>
                    </a:cubicBezTo>
                    <a:cubicBezTo>
                      <a:pt x="1012984" y="1228916"/>
                      <a:pt x="999934" y="1223582"/>
                      <a:pt x="986409" y="1220057"/>
                    </a:cubicBezTo>
                    <a:cubicBezTo>
                      <a:pt x="981742" y="1218819"/>
                      <a:pt x="976598" y="1219010"/>
                      <a:pt x="971741" y="1218914"/>
                    </a:cubicBezTo>
                    <a:cubicBezTo>
                      <a:pt x="960596" y="1218629"/>
                      <a:pt x="949166" y="1221391"/>
                      <a:pt x="939070" y="1213485"/>
                    </a:cubicBezTo>
                    <a:cubicBezTo>
                      <a:pt x="929736" y="1206056"/>
                      <a:pt x="920305" y="1208246"/>
                      <a:pt x="910495" y="1213866"/>
                    </a:cubicBezTo>
                    <a:cubicBezTo>
                      <a:pt x="903446" y="1217867"/>
                      <a:pt x="895446" y="1221010"/>
                      <a:pt x="887540" y="1222534"/>
                    </a:cubicBezTo>
                    <a:cubicBezTo>
                      <a:pt x="876681" y="1224629"/>
                      <a:pt x="865918" y="1225487"/>
                      <a:pt x="854202" y="1224248"/>
                    </a:cubicBezTo>
                    <a:cubicBezTo>
                      <a:pt x="845915" y="1223391"/>
                      <a:pt x="839152" y="1223010"/>
                      <a:pt x="832675" y="1217962"/>
                    </a:cubicBezTo>
                    <a:cubicBezTo>
                      <a:pt x="831628" y="1217200"/>
                      <a:pt x="829723" y="1217009"/>
                      <a:pt x="828294" y="1217105"/>
                    </a:cubicBezTo>
                    <a:cubicBezTo>
                      <a:pt x="809530" y="1218724"/>
                      <a:pt x="790956" y="1217867"/>
                      <a:pt x="772001" y="1216723"/>
                    </a:cubicBezTo>
                    <a:cubicBezTo>
                      <a:pt x="747904" y="1215200"/>
                      <a:pt x="722566" y="1219676"/>
                      <a:pt x="701707" y="1235678"/>
                    </a:cubicBezTo>
                    <a:cubicBezTo>
                      <a:pt x="698659" y="1238060"/>
                      <a:pt x="694087" y="1239107"/>
                      <a:pt x="690086" y="1239679"/>
                    </a:cubicBezTo>
                    <a:cubicBezTo>
                      <a:pt x="671227" y="1242155"/>
                      <a:pt x="652272" y="1243870"/>
                      <a:pt x="633412" y="1246632"/>
                    </a:cubicBezTo>
                    <a:cubicBezTo>
                      <a:pt x="623125" y="1248156"/>
                      <a:pt x="612362" y="1249490"/>
                      <a:pt x="603028" y="1253681"/>
                    </a:cubicBezTo>
                    <a:cubicBezTo>
                      <a:pt x="593885" y="1257776"/>
                      <a:pt x="586549" y="1262634"/>
                      <a:pt x="581120" y="1254062"/>
                    </a:cubicBezTo>
                    <a:cubicBezTo>
                      <a:pt x="571406" y="1258634"/>
                      <a:pt x="562927" y="1262444"/>
                      <a:pt x="554642" y="1266539"/>
                    </a:cubicBezTo>
                    <a:cubicBezTo>
                      <a:pt x="551593" y="1268063"/>
                      <a:pt x="549021" y="1270540"/>
                      <a:pt x="545973" y="1271969"/>
                    </a:cubicBezTo>
                    <a:cubicBezTo>
                      <a:pt x="542734" y="1273493"/>
                      <a:pt x="539115" y="1274445"/>
                      <a:pt x="535591" y="1275207"/>
                    </a:cubicBezTo>
                    <a:cubicBezTo>
                      <a:pt x="519874" y="1278636"/>
                      <a:pt x="504158" y="1281779"/>
                      <a:pt x="488538" y="1285494"/>
                    </a:cubicBezTo>
                    <a:cubicBezTo>
                      <a:pt x="485489" y="1286256"/>
                      <a:pt x="482917" y="1289304"/>
                      <a:pt x="480155" y="1291304"/>
                    </a:cubicBezTo>
                    <a:cubicBezTo>
                      <a:pt x="478345" y="1292638"/>
                      <a:pt x="476536" y="1294638"/>
                      <a:pt x="474535" y="1294924"/>
                    </a:cubicBezTo>
                    <a:cubicBezTo>
                      <a:pt x="459295" y="1297210"/>
                      <a:pt x="444151" y="1299877"/>
                      <a:pt x="428816" y="1301020"/>
                    </a:cubicBezTo>
                    <a:cubicBezTo>
                      <a:pt x="415957" y="1301972"/>
                      <a:pt x="403574" y="1301687"/>
                      <a:pt x="400241" y="1318260"/>
                    </a:cubicBezTo>
                    <a:cubicBezTo>
                      <a:pt x="399669" y="1321118"/>
                      <a:pt x="395573" y="1324166"/>
                      <a:pt x="392431" y="1325594"/>
                    </a:cubicBezTo>
                    <a:cubicBezTo>
                      <a:pt x="383477" y="1329690"/>
                      <a:pt x="373951" y="1332452"/>
                      <a:pt x="365093" y="1336643"/>
                    </a:cubicBezTo>
                    <a:cubicBezTo>
                      <a:pt x="336042" y="1350645"/>
                      <a:pt x="305658" y="1359503"/>
                      <a:pt x="273177" y="1357884"/>
                    </a:cubicBezTo>
                    <a:cubicBezTo>
                      <a:pt x="263081" y="1357408"/>
                      <a:pt x="253270" y="1352264"/>
                      <a:pt x="246888" y="1350359"/>
                    </a:cubicBezTo>
                    <a:cubicBezTo>
                      <a:pt x="228506" y="1357884"/>
                      <a:pt x="213075" y="1365123"/>
                      <a:pt x="196977" y="1370552"/>
                    </a:cubicBezTo>
                    <a:cubicBezTo>
                      <a:pt x="182785" y="1375410"/>
                      <a:pt x="167926" y="1378458"/>
                      <a:pt x="153352" y="1381982"/>
                    </a:cubicBezTo>
                    <a:cubicBezTo>
                      <a:pt x="148018" y="1383316"/>
                      <a:pt x="142589" y="1384078"/>
                      <a:pt x="137160" y="1384745"/>
                    </a:cubicBezTo>
                    <a:cubicBezTo>
                      <a:pt x="120206" y="1386840"/>
                      <a:pt x="102489" y="1381792"/>
                      <a:pt x="85917" y="1389793"/>
                    </a:cubicBezTo>
                    <a:cubicBezTo>
                      <a:pt x="77248" y="1393984"/>
                      <a:pt x="68675" y="1399032"/>
                      <a:pt x="59532" y="1401223"/>
                    </a:cubicBezTo>
                    <a:cubicBezTo>
                      <a:pt x="49721" y="1403604"/>
                      <a:pt x="40124" y="1407319"/>
                      <a:pt x="30325" y="1409974"/>
                    </a:cubicBezTo>
                    <a:lnTo>
                      <a:pt x="0" y="1412360"/>
                    </a:lnTo>
                    <a:lnTo>
                      <a:pt x="0" y="1058622"/>
                    </a:lnTo>
                    <a:lnTo>
                      <a:pt x="17145" y="1060228"/>
                    </a:lnTo>
                    <a:cubicBezTo>
                      <a:pt x="26480" y="1061561"/>
                      <a:pt x="35528" y="1066133"/>
                      <a:pt x="44672" y="1066324"/>
                    </a:cubicBezTo>
                    <a:cubicBezTo>
                      <a:pt x="59055" y="1066610"/>
                      <a:pt x="71819" y="1068419"/>
                      <a:pt x="84677" y="1076230"/>
                    </a:cubicBezTo>
                    <a:cubicBezTo>
                      <a:pt x="104108" y="1087946"/>
                      <a:pt x="120110" y="1082993"/>
                      <a:pt x="132017" y="1064990"/>
                    </a:cubicBezTo>
                    <a:cubicBezTo>
                      <a:pt x="133255" y="1063181"/>
                      <a:pt x="134874" y="1060799"/>
                      <a:pt x="136779" y="1060323"/>
                    </a:cubicBezTo>
                    <a:cubicBezTo>
                      <a:pt x="153639" y="1056132"/>
                      <a:pt x="170974" y="1048131"/>
                      <a:pt x="187547" y="1049179"/>
                    </a:cubicBezTo>
                    <a:cubicBezTo>
                      <a:pt x="216789" y="1051084"/>
                      <a:pt x="244316" y="1048798"/>
                      <a:pt x="270891" y="1036415"/>
                    </a:cubicBezTo>
                    <a:cubicBezTo>
                      <a:pt x="272510" y="1035653"/>
                      <a:pt x="274987" y="1034891"/>
                      <a:pt x="276320" y="1035558"/>
                    </a:cubicBezTo>
                    <a:cubicBezTo>
                      <a:pt x="292322" y="1043845"/>
                      <a:pt x="309848" y="1050417"/>
                      <a:pt x="323755" y="1061561"/>
                    </a:cubicBezTo>
                    <a:cubicBezTo>
                      <a:pt x="336995" y="1072134"/>
                      <a:pt x="352997" y="1072229"/>
                      <a:pt x="361855" y="1057942"/>
                    </a:cubicBezTo>
                    <a:cubicBezTo>
                      <a:pt x="366236" y="1050893"/>
                      <a:pt x="372332" y="1042702"/>
                      <a:pt x="379571" y="1039939"/>
                    </a:cubicBezTo>
                    <a:cubicBezTo>
                      <a:pt x="395954" y="1033653"/>
                      <a:pt x="413481" y="1030414"/>
                      <a:pt x="430530" y="1025747"/>
                    </a:cubicBezTo>
                    <a:cubicBezTo>
                      <a:pt x="451581" y="1020032"/>
                      <a:pt x="472345" y="1020032"/>
                      <a:pt x="493300" y="1027176"/>
                    </a:cubicBezTo>
                    <a:cubicBezTo>
                      <a:pt x="508064" y="1032224"/>
                      <a:pt x="523113" y="1032224"/>
                      <a:pt x="537782" y="1025366"/>
                    </a:cubicBezTo>
                    <a:cubicBezTo>
                      <a:pt x="545687" y="1021652"/>
                      <a:pt x="553784" y="1017842"/>
                      <a:pt x="562166" y="1015746"/>
                    </a:cubicBezTo>
                    <a:cubicBezTo>
                      <a:pt x="567595" y="1014412"/>
                      <a:pt x="573881" y="1015651"/>
                      <a:pt x="579596" y="1016699"/>
                    </a:cubicBezTo>
                    <a:cubicBezTo>
                      <a:pt x="590645" y="1018794"/>
                      <a:pt x="602075" y="1025176"/>
                      <a:pt x="612362" y="1023557"/>
                    </a:cubicBezTo>
                    <a:cubicBezTo>
                      <a:pt x="647891" y="1017842"/>
                      <a:pt x="681419" y="1031272"/>
                      <a:pt x="716090" y="1031653"/>
                    </a:cubicBezTo>
                    <a:cubicBezTo>
                      <a:pt x="731806" y="1031843"/>
                      <a:pt x="747332" y="1034891"/>
                      <a:pt x="758381" y="1018985"/>
                    </a:cubicBezTo>
                    <a:cubicBezTo>
                      <a:pt x="759809" y="1016889"/>
                      <a:pt x="766763" y="1018032"/>
                      <a:pt x="771049" y="1018699"/>
                    </a:cubicBezTo>
                    <a:cubicBezTo>
                      <a:pt x="780574" y="1020128"/>
                      <a:pt x="790004" y="1023747"/>
                      <a:pt x="799433" y="1023652"/>
                    </a:cubicBezTo>
                    <a:cubicBezTo>
                      <a:pt x="818960" y="1023557"/>
                      <a:pt x="838581" y="1022033"/>
                      <a:pt x="858012" y="1020318"/>
                    </a:cubicBezTo>
                    <a:cubicBezTo>
                      <a:pt x="865346" y="1019651"/>
                      <a:pt x="872395" y="1017080"/>
                      <a:pt x="879634" y="1015270"/>
                    </a:cubicBezTo>
                    <a:cubicBezTo>
                      <a:pt x="883634" y="1014222"/>
                      <a:pt x="887921" y="1011460"/>
                      <a:pt x="891635" y="1012031"/>
                    </a:cubicBezTo>
                    <a:cubicBezTo>
                      <a:pt x="913162" y="1015365"/>
                      <a:pt x="932879" y="1007174"/>
                      <a:pt x="953262" y="1003078"/>
                    </a:cubicBezTo>
                    <a:cubicBezTo>
                      <a:pt x="962692" y="1001173"/>
                      <a:pt x="971550" y="996601"/>
                      <a:pt x="980694" y="993458"/>
                    </a:cubicBezTo>
                    <a:cubicBezTo>
                      <a:pt x="983075" y="992600"/>
                      <a:pt x="985742" y="991838"/>
                      <a:pt x="988124" y="992029"/>
                    </a:cubicBezTo>
                    <a:cubicBezTo>
                      <a:pt x="1001744" y="993172"/>
                      <a:pt x="1015270" y="994791"/>
                      <a:pt x="1028795" y="996029"/>
                    </a:cubicBezTo>
                    <a:cubicBezTo>
                      <a:pt x="1041083" y="997172"/>
                      <a:pt x="1053465" y="997553"/>
                      <a:pt x="1059275" y="1011555"/>
                    </a:cubicBezTo>
                    <a:cubicBezTo>
                      <a:pt x="1060133" y="1013746"/>
                      <a:pt x="1062990" y="1015365"/>
                      <a:pt x="1065181" y="1016794"/>
                    </a:cubicBezTo>
                    <a:cubicBezTo>
                      <a:pt x="1098995" y="1038797"/>
                      <a:pt x="1117092" y="1038225"/>
                      <a:pt x="1150144" y="1014984"/>
                    </a:cubicBezTo>
                    <a:cubicBezTo>
                      <a:pt x="1153573" y="1012603"/>
                      <a:pt x="1160907" y="1010888"/>
                      <a:pt x="1163193" y="1012793"/>
                    </a:cubicBezTo>
                    <a:cubicBezTo>
                      <a:pt x="1182624" y="1028605"/>
                      <a:pt x="1203865" y="1026890"/>
                      <a:pt x="1226249" y="1021937"/>
                    </a:cubicBezTo>
                    <a:cubicBezTo>
                      <a:pt x="1232059" y="1020604"/>
                      <a:pt x="1240251" y="1020604"/>
                      <a:pt x="1244632" y="1023747"/>
                    </a:cubicBezTo>
                    <a:cubicBezTo>
                      <a:pt x="1265492" y="1038320"/>
                      <a:pt x="1287876" y="1036225"/>
                      <a:pt x="1310545" y="1031939"/>
                    </a:cubicBezTo>
                    <a:cubicBezTo>
                      <a:pt x="1314069" y="1031272"/>
                      <a:pt x="1318356" y="1027652"/>
                      <a:pt x="1319879" y="1024319"/>
                    </a:cubicBezTo>
                    <a:cubicBezTo>
                      <a:pt x="1325309" y="1012508"/>
                      <a:pt x="1335501" y="1008507"/>
                      <a:pt x="1346740" y="1005173"/>
                    </a:cubicBezTo>
                    <a:cubicBezTo>
                      <a:pt x="1364457" y="999744"/>
                      <a:pt x="1381887" y="993362"/>
                      <a:pt x="1399699" y="988219"/>
                    </a:cubicBezTo>
                    <a:cubicBezTo>
                      <a:pt x="1404081" y="986981"/>
                      <a:pt x="1409510" y="987743"/>
                      <a:pt x="1414082" y="989171"/>
                    </a:cubicBezTo>
                    <a:cubicBezTo>
                      <a:pt x="1429703" y="994029"/>
                      <a:pt x="1439609" y="1006221"/>
                      <a:pt x="1450467" y="1017461"/>
                    </a:cubicBezTo>
                    <a:cubicBezTo>
                      <a:pt x="1455230" y="1022414"/>
                      <a:pt x="1461802" y="1025938"/>
                      <a:pt x="1468184" y="1028795"/>
                    </a:cubicBezTo>
                    <a:cubicBezTo>
                      <a:pt x="1484757" y="1036130"/>
                      <a:pt x="1501712" y="1042702"/>
                      <a:pt x="1518476" y="1049655"/>
                    </a:cubicBezTo>
                    <a:cubicBezTo>
                      <a:pt x="1520095" y="1050322"/>
                      <a:pt x="1521428" y="1052036"/>
                      <a:pt x="1522667" y="1053465"/>
                    </a:cubicBezTo>
                    <a:cubicBezTo>
                      <a:pt x="1535049" y="1068515"/>
                      <a:pt x="1547336" y="1083659"/>
                      <a:pt x="1559814" y="1098709"/>
                    </a:cubicBezTo>
                    <a:cubicBezTo>
                      <a:pt x="1562195" y="1101566"/>
                      <a:pt x="1565625" y="1103662"/>
                      <a:pt x="1568196" y="1106424"/>
                    </a:cubicBezTo>
                    <a:cubicBezTo>
                      <a:pt x="1571816" y="1110234"/>
                      <a:pt x="1576388" y="1113854"/>
                      <a:pt x="1578293" y="1118426"/>
                    </a:cubicBezTo>
                    <a:cubicBezTo>
                      <a:pt x="1584198" y="1132808"/>
                      <a:pt x="1595533" y="1139000"/>
                      <a:pt x="1609820" y="1141667"/>
                    </a:cubicBezTo>
                    <a:cubicBezTo>
                      <a:pt x="1622870" y="1144143"/>
                      <a:pt x="1635919" y="1146239"/>
                      <a:pt x="1648873" y="1149096"/>
                    </a:cubicBezTo>
                    <a:cubicBezTo>
                      <a:pt x="1664684" y="1152525"/>
                      <a:pt x="1680401" y="1156240"/>
                      <a:pt x="1696022" y="1160431"/>
                    </a:cubicBezTo>
                    <a:cubicBezTo>
                      <a:pt x="1702784" y="1162241"/>
                      <a:pt x="1709928" y="1164336"/>
                      <a:pt x="1715739" y="1168051"/>
                    </a:cubicBezTo>
                    <a:cubicBezTo>
                      <a:pt x="1732026" y="1178338"/>
                      <a:pt x="1749457" y="1185291"/>
                      <a:pt x="1768602" y="1182529"/>
                    </a:cubicBezTo>
                    <a:cubicBezTo>
                      <a:pt x="1783937" y="1180338"/>
                      <a:pt x="1796796" y="1185958"/>
                      <a:pt x="1806321" y="1194721"/>
                    </a:cubicBezTo>
                    <a:cubicBezTo>
                      <a:pt x="1823657" y="1210628"/>
                      <a:pt x="1842230" y="1207008"/>
                      <a:pt x="1860709" y="1201865"/>
                    </a:cubicBezTo>
                    <a:cubicBezTo>
                      <a:pt x="1870234" y="1199198"/>
                      <a:pt x="1878044" y="1199579"/>
                      <a:pt x="1887093" y="1202150"/>
                    </a:cubicBezTo>
                    <a:cubicBezTo>
                      <a:pt x="1908048" y="1208151"/>
                      <a:pt x="1922050" y="1224439"/>
                      <a:pt x="1935575" y="1238726"/>
                    </a:cubicBezTo>
                    <a:cubicBezTo>
                      <a:pt x="1947101" y="1250918"/>
                      <a:pt x="1960055" y="1257776"/>
                      <a:pt x="1974247" y="1262920"/>
                    </a:cubicBezTo>
                    <a:cubicBezTo>
                      <a:pt x="1992154" y="1269492"/>
                      <a:pt x="2006346" y="1267016"/>
                      <a:pt x="2014919" y="1251204"/>
                    </a:cubicBezTo>
                    <a:cubicBezTo>
                      <a:pt x="2017300" y="1246727"/>
                      <a:pt x="2021491" y="1241488"/>
                      <a:pt x="2025968" y="1240155"/>
                    </a:cubicBezTo>
                    <a:cubicBezTo>
                      <a:pt x="2047589" y="1233488"/>
                      <a:pt x="2069497" y="1223772"/>
                      <a:pt x="2092643" y="1229678"/>
                    </a:cubicBezTo>
                    <a:cubicBezTo>
                      <a:pt x="2124647" y="1237774"/>
                      <a:pt x="2155889" y="1237298"/>
                      <a:pt x="2187893" y="1229297"/>
                    </a:cubicBezTo>
                    <a:cubicBezTo>
                      <a:pt x="2239804" y="1216343"/>
                      <a:pt x="2291715" y="1202627"/>
                      <a:pt x="2346294" y="1205484"/>
                    </a:cubicBezTo>
                    <a:cubicBezTo>
                      <a:pt x="2355342" y="1205960"/>
                      <a:pt x="2366105" y="1200150"/>
                      <a:pt x="2373916" y="1194435"/>
                    </a:cubicBezTo>
                    <a:cubicBezTo>
                      <a:pt x="2388870" y="1183577"/>
                      <a:pt x="2388203" y="1182719"/>
                      <a:pt x="2404967" y="1191673"/>
                    </a:cubicBezTo>
                    <a:cubicBezTo>
                      <a:pt x="2408968" y="1193864"/>
                      <a:pt x="2413921" y="1195197"/>
                      <a:pt x="2416874" y="1198436"/>
                    </a:cubicBezTo>
                    <a:cubicBezTo>
                      <a:pt x="2431923" y="1214914"/>
                      <a:pt x="2450497" y="1210913"/>
                      <a:pt x="2468975" y="1208532"/>
                    </a:cubicBezTo>
                    <a:cubicBezTo>
                      <a:pt x="2472214" y="1208056"/>
                      <a:pt x="2476119" y="1207389"/>
                      <a:pt x="2478882" y="1208723"/>
                    </a:cubicBezTo>
                    <a:cubicBezTo>
                      <a:pt x="2491359" y="1214723"/>
                      <a:pt x="2501932" y="1212628"/>
                      <a:pt x="2512791" y="1204436"/>
                    </a:cubicBezTo>
                    <a:cubicBezTo>
                      <a:pt x="2522220" y="1197388"/>
                      <a:pt x="2533079" y="1193197"/>
                      <a:pt x="2544223" y="1201960"/>
                    </a:cubicBezTo>
                    <a:cubicBezTo>
                      <a:pt x="2568988" y="1221391"/>
                      <a:pt x="2595467" y="1222343"/>
                      <a:pt x="2623471" y="1210056"/>
                    </a:cubicBezTo>
                    <a:cubicBezTo>
                      <a:pt x="2643473" y="1201293"/>
                      <a:pt x="2663190" y="1199293"/>
                      <a:pt x="2684241" y="1208151"/>
                    </a:cubicBezTo>
                    <a:cubicBezTo>
                      <a:pt x="2692337" y="1211580"/>
                      <a:pt x="2702814" y="1209294"/>
                      <a:pt x="2712244" y="1210056"/>
                    </a:cubicBezTo>
                    <a:cubicBezTo>
                      <a:pt x="2717578" y="1210437"/>
                      <a:pt x="2723484" y="1210532"/>
                      <a:pt x="2728055" y="1212914"/>
                    </a:cubicBezTo>
                    <a:cubicBezTo>
                      <a:pt x="2740248" y="1219010"/>
                      <a:pt x="2751582" y="1226820"/>
                      <a:pt x="2763869" y="1232821"/>
                    </a:cubicBezTo>
                    <a:cubicBezTo>
                      <a:pt x="2769775" y="1235678"/>
                      <a:pt x="2776823" y="1237202"/>
                      <a:pt x="2783491" y="1237298"/>
                    </a:cubicBezTo>
                    <a:cubicBezTo>
                      <a:pt x="2803208" y="1237774"/>
                      <a:pt x="2822925" y="1237774"/>
                      <a:pt x="2842546" y="1236917"/>
                    </a:cubicBezTo>
                    <a:cubicBezTo>
                      <a:pt x="2874931" y="1235583"/>
                      <a:pt x="2907792" y="1235297"/>
                      <a:pt x="2931128" y="1206913"/>
                    </a:cubicBezTo>
                    <a:cubicBezTo>
                      <a:pt x="2933034" y="1204627"/>
                      <a:pt x="2937129" y="1203293"/>
                      <a:pt x="2940368" y="1202912"/>
                    </a:cubicBezTo>
                    <a:cubicBezTo>
                      <a:pt x="2955322" y="1201103"/>
                      <a:pt x="2970657" y="1200912"/>
                      <a:pt x="2985421" y="1197959"/>
                    </a:cubicBezTo>
                    <a:cubicBezTo>
                      <a:pt x="2997232" y="1195578"/>
                      <a:pt x="3007043" y="1196340"/>
                      <a:pt x="3015996" y="1204722"/>
                    </a:cubicBezTo>
                    <a:cubicBezTo>
                      <a:pt x="3027712" y="1215771"/>
                      <a:pt x="3042000" y="1222248"/>
                      <a:pt x="3057621" y="1218724"/>
                    </a:cubicBezTo>
                    <a:cubicBezTo>
                      <a:pt x="3073241" y="1215295"/>
                      <a:pt x="3083528" y="1222724"/>
                      <a:pt x="3095054" y="1230440"/>
                    </a:cubicBezTo>
                    <a:cubicBezTo>
                      <a:pt x="3103436" y="1236059"/>
                      <a:pt x="3112961" y="1243108"/>
                      <a:pt x="3122295" y="1243679"/>
                    </a:cubicBezTo>
                    <a:cubicBezTo>
                      <a:pt x="3143441" y="1244917"/>
                      <a:pt x="3161634" y="1264539"/>
                      <a:pt x="3184589" y="1253395"/>
                    </a:cubicBezTo>
                    <a:cubicBezTo>
                      <a:pt x="3186113" y="1252633"/>
                      <a:pt x="3188875" y="1254538"/>
                      <a:pt x="3191066" y="1255014"/>
                    </a:cubicBezTo>
                    <a:cubicBezTo>
                      <a:pt x="3208592" y="1258634"/>
                      <a:pt x="3225070" y="1255109"/>
                      <a:pt x="3237929" y="1243203"/>
                    </a:cubicBezTo>
                    <a:cubicBezTo>
                      <a:pt x="3254788" y="1227677"/>
                      <a:pt x="3273457" y="1226153"/>
                      <a:pt x="3294221" y="1231202"/>
                    </a:cubicBezTo>
                    <a:cubicBezTo>
                      <a:pt x="3300889" y="1232821"/>
                      <a:pt x="3307557" y="1233964"/>
                      <a:pt x="3314319" y="1235297"/>
                    </a:cubicBezTo>
                    <a:cubicBezTo>
                      <a:pt x="3323463" y="1237202"/>
                      <a:pt x="3332703" y="1239203"/>
                      <a:pt x="3341846" y="1241108"/>
                    </a:cubicBezTo>
                    <a:cubicBezTo>
                      <a:pt x="3350705" y="1243013"/>
                      <a:pt x="3360516" y="1246251"/>
                      <a:pt x="3367373" y="1238060"/>
                    </a:cubicBezTo>
                    <a:cubicBezTo>
                      <a:pt x="3373279" y="1231011"/>
                      <a:pt x="3377470" y="1231678"/>
                      <a:pt x="3382899" y="1237774"/>
                    </a:cubicBezTo>
                    <a:cubicBezTo>
                      <a:pt x="3401759" y="1259110"/>
                      <a:pt x="3424619" y="1272445"/>
                      <a:pt x="3453765" y="1273397"/>
                    </a:cubicBezTo>
                    <a:cubicBezTo>
                      <a:pt x="3459766" y="1273588"/>
                      <a:pt x="3465862" y="1274921"/>
                      <a:pt x="3471767" y="1276350"/>
                    </a:cubicBezTo>
                    <a:cubicBezTo>
                      <a:pt x="3475387" y="1277207"/>
                      <a:pt x="3479769" y="1278160"/>
                      <a:pt x="3481959" y="1280732"/>
                    </a:cubicBezTo>
                    <a:cubicBezTo>
                      <a:pt x="3499009" y="1300353"/>
                      <a:pt x="3520250" y="1313974"/>
                      <a:pt x="3543396" y="1324928"/>
                    </a:cubicBezTo>
                    <a:cubicBezTo>
                      <a:pt x="3551682" y="1328833"/>
                      <a:pt x="3560541" y="1332738"/>
                      <a:pt x="3569494" y="1333881"/>
                    </a:cubicBezTo>
                    <a:cubicBezTo>
                      <a:pt x="3578828" y="1335024"/>
                      <a:pt x="3588639" y="1333119"/>
                      <a:pt x="3598164" y="1332071"/>
                    </a:cubicBezTo>
                    <a:cubicBezTo>
                      <a:pt x="3603784" y="1331500"/>
                      <a:pt x="3610261" y="1331595"/>
                      <a:pt x="3614738" y="1328833"/>
                    </a:cubicBezTo>
                    <a:cubicBezTo>
                      <a:pt x="3628930" y="1320165"/>
                      <a:pt x="3642646" y="1310831"/>
                      <a:pt x="3655886" y="1300734"/>
                    </a:cubicBezTo>
                    <a:cubicBezTo>
                      <a:pt x="3667221" y="1292066"/>
                      <a:pt x="3669507" y="1290828"/>
                      <a:pt x="3679317" y="1301687"/>
                    </a:cubicBezTo>
                    <a:cubicBezTo>
                      <a:pt x="3689414" y="1312831"/>
                      <a:pt x="3701987" y="1318641"/>
                      <a:pt x="3715893" y="1321022"/>
                    </a:cubicBezTo>
                    <a:cubicBezTo>
                      <a:pt x="3737896" y="1324737"/>
                      <a:pt x="3760089" y="1327880"/>
                      <a:pt x="3782282" y="1329690"/>
                    </a:cubicBezTo>
                    <a:cubicBezTo>
                      <a:pt x="3802380" y="1331309"/>
                      <a:pt x="3812000" y="1322546"/>
                      <a:pt x="3816001" y="1302639"/>
                    </a:cubicBezTo>
                    <a:cubicBezTo>
                      <a:pt x="3818287" y="1291590"/>
                      <a:pt x="3821240" y="1279588"/>
                      <a:pt x="3833431" y="1276636"/>
                    </a:cubicBezTo>
                    <a:cubicBezTo>
                      <a:pt x="3853339" y="1271873"/>
                      <a:pt x="3874008" y="1269778"/>
                      <a:pt x="3883819" y="1246442"/>
                    </a:cubicBezTo>
                    <a:cubicBezTo>
                      <a:pt x="3889248" y="1251585"/>
                      <a:pt x="3892582" y="1254633"/>
                      <a:pt x="3895821" y="1257681"/>
                    </a:cubicBezTo>
                    <a:cubicBezTo>
                      <a:pt x="3904774" y="1266158"/>
                      <a:pt x="3923347" y="1269778"/>
                      <a:pt x="3932778" y="1262444"/>
                    </a:cubicBezTo>
                    <a:cubicBezTo>
                      <a:pt x="3946684" y="1251776"/>
                      <a:pt x="3959448" y="1253776"/>
                      <a:pt x="3972782" y="1262063"/>
                    </a:cubicBezTo>
                    <a:cubicBezTo>
                      <a:pt x="3995071" y="1275779"/>
                      <a:pt x="4019931" y="1272635"/>
                      <a:pt x="4042505" y="1267111"/>
                    </a:cubicBezTo>
                    <a:cubicBezTo>
                      <a:pt x="4059555" y="1263015"/>
                      <a:pt x="4077748" y="1255490"/>
                      <a:pt x="4088892" y="1238250"/>
                    </a:cubicBezTo>
                    <a:cubicBezTo>
                      <a:pt x="4092416" y="1232726"/>
                      <a:pt x="4100322" y="1229963"/>
                      <a:pt x="4106609" y="1226344"/>
                    </a:cubicBezTo>
                    <a:cubicBezTo>
                      <a:pt x="4111848" y="1223391"/>
                      <a:pt x="4117372" y="1220629"/>
                      <a:pt x="4123182" y="1218724"/>
                    </a:cubicBezTo>
                    <a:cubicBezTo>
                      <a:pt x="4129373" y="1216628"/>
                      <a:pt x="4136232" y="1213580"/>
                      <a:pt x="4142328" y="1214438"/>
                    </a:cubicBezTo>
                    <a:cubicBezTo>
                      <a:pt x="4160806" y="1216914"/>
                      <a:pt x="4175475" y="1212056"/>
                      <a:pt x="4188524" y="1198245"/>
                    </a:cubicBezTo>
                    <a:cubicBezTo>
                      <a:pt x="4195287" y="1191101"/>
                      <a:pt x="4205288" y="1182434"/>
                      <a:pt x="4213860" y="1182338"/>
                    </a:cubicBezTo>
                    <a:cubicBezTo>
                      <a:pt x="4234720" y="1182053"/>
                      <a:pt x="4252055" y="1175195"/>
                      <a:pt x="4270820" y="1167003"/>
                    </a:cubicBezTo>
                    <a:cubicBezTo>
                      <a:pt x="4282916" y="1161764"/>
                      <a:pt x="4296632" y="1158145"/>
                      <a:pt x="4309587" y="1153287"/>
                    </a:cubicBezTo>
                    <a:cubicBezTo>
                      <a:pt x="4324731" y="1147572"/>
                      <a:pt x="4341210" y="1145477"/>
                      <a:pt x="4350449" y="1129665"/>
                    </a:cubicBezTo>
                    <a:cubicBezTo>
                      <a:pt x="4351496" y="1127951"/>
                      <a:pt x="4354640" y="1127665"/>
                      <a:pt x="4356164" y="1126046"/>
                    </a:cubicBezTo>
                    <a:cubicBezTo>
                      <a:pt x="4361021" y="1121093"/>
                      <a:pt x="4367308" y="1116521"/>
                      <a:pt x="4369880" y="1110520"/>
                    </a:cubicBezTo>
                    <a:cubicBezTo>
                      <a:pt x="4377309" y="1092994"/>
                      <a:pt x="4383119" y="1074896"/>
                      <a:pt x="4389787" y="1057085"/>
                    </a:cubicBezTo>
                    <a:cubicBezTo>
                      <a:pt x="4391216" y="1053275"/>
                      <a:pt x="4392549" y="1048417"/>
                      <a:pt x="4395502" y="1046226"/>
                    </a:cubicBezTo>
                    <a:cubicBezTo>
                      <a:pt x="4412552" y="1033653"/>
                      <a:pt x="4429888" y="1021556"/>
                      <a:pt x="4447413" y="1009650"/>
                    </a:cubicBezTo>
                    <a:cubicBezTo>
                      <a:pt x="4454462" y="1004887"/>
                      <a:pt x="4460367" y="1007555"/>
                      <a:pt x="4466654" y="1013079"/>
                    </a:cubicBezTo>
                    <a:cubicBezTo>
                      <a:pt x="4472750" y="1018318"/>
                      <a:pt x="4480275" y="1023747"/>
                      <a:pt x="4487894" y="1025081"/>
                    </a:cubicBezTo>
                    <a:cubicBezTo>
                      <a:pt x="4503135" y="1027652"/>
                      <a:pt x="4518946" y="1028224"/>
                      <a:pt x="4534472" y="1028224"/>
                    </a:cubicBezTo>
                    <a:cubicBezTo>
                      <a:pt x="4540282" y="1028224"/>
                      <a:pt x="4546473" y="1024795"/>
                      <a:pt x="4551903" y="1022033"/>
                    </a:cubicBezTo>
                    <a:cubicBezTo>
                      <a:pt x="4562189" y="1016794"/>
                      <a:pt x="4571714" y="1009745"/>
                      <a:pt x="4582382" y="1005364"/>
                    </a:cubicBezTo>
                    <a:cubicBezTo>
                      <a:pt x="4594765" y="1000316"/>
                      <a:pt x="4602194" y="992219"/>
                      <a:pt x="4605909" y="979551"/>
                    </a:cubicBezTo>
                    <a:cubicBezTo>
                      <a:pt x="4611434" y="960692"/>
                      <a:pt x="4624579" y="947547"/>
                      <a:pt x="4640104" y="936879"/>
                    </a:cubicBezTo>
                    <a:cubicBezTo>
                      <a:pt x="4659821" y="923258"/>
                      <a:pt x="4683348" y="923925"/>
                      <a:pt x="4705731" y="920591"/>
                    </a:cubicBezTo>
                    <a:cubicBezTo>
                      <a:pt x="4714304" y="919353"/>
                      <a:pt x="4723162" y="918305"/>
                      <a:pt x="4730973" y="915162"/>
                    </a:cubicBezTo>
                    <a:cubicBezTo>
                      <a:pt x="4760595" y="903351"/>
                      <a:pt x="4790218" y="892112"/>
                      <a:pt x="4822794" y="892397"/>
                    </a:cubicBezTo>
                    <a:cubicBezTo>
                      <a:pt x="4825460" y="892397"/>
                      <a:pt x="4828128" y="892112"/>
                      <a:pt x="4830794" y="891635"/>
                    </a:cubicBezTo>
                    <a:cubicBezTo>
                      <a:pt x="4853940" y="887730"/>
                      <a:pt x="4877848" y="886206"/>
                      <a:pt x="4894421" y="865442"/>
                    </a:cubicBezTo>
                    <a:cubicBezTo>
                      <a:pt x="4897469" y="861632"/>
                      <a:pt x="4904422" y="860489"/>
                      <a:pt x="4909756" y="858964"/>
                    </a:cubicBezTo>
                    <a:cubicBezTo>
                      <a:pt x="4918996" y="856488"/>
                      <a:pt x="4925188" y="851440"/>
                      <a:pt x="4928521" y="842391"/>
                    </a:cubicBezTo>
                    <a:cubicBezTo>
                      <a:pt x="4934141" y="826770"/>
                      <a:pt x="4940808" y="811435"/>
                      <a:pt x="4945857" y="795623"/>
                    </a:cubicBezTo>
                    <a:cubicBezTo>
                      <a:pt x="4949381" y="784765"/>
                      <a:pt x="4955953" y="778764"/>
                      <a:pt x="4966145" y="774287"/>
                    </a:cubicBezTo>
                    <a:cubicBezTo>
                      <a:pt x="4971860" y="771811"/>
                      <a:pt x="4976813" y="766382"/>
                      <a:pt x="4980909" y="761333"/>
                    </a:cubicBezTo>
                    <a:cubicBezTo>
                      <a:pt x="4985862" y="755237"/>
                      <a:pt x="4988433" y="747141"/>
                      <a:pt x="4993862" y="741712"/>
                    </a:cubicBezTo>
                    <a:cubicBezTo>
                      <a:pt x="5007102" y="728186"/>
                      <a:pt x="5011198" y="713232"/>
                      <a:pt x="5006816" y="694754"/>
                    </a:cubicBezTo>
                    <a:cubicBezTo>
                      <a:pt x="5002911" y="678371"/>
                      <a:pt x="5013198" y="656463"/>
                      <a:pt x="5026724" y="653129"/>
                    </a:cubicBezTo>
                    <a:cubicBezTo>
                      <a:pt x="5041678" y="649414"/>
                      <a:pt x="5051965" y="640271"/>
                      <a:pt x="5062538" y="630079"/>
                    </a:cubicBezTo>
                    <a:cubicBezTo>
                      <a:pt x="5068443" y="624364"/>
                      <a:pt x="5076730" y="619411"/>
                      <a:pt x="5084731" y="617982"/>
                    </a:cubicBezTo>
                    <a:cubicBezTo>
                      <a:pt x="5115116" y="612458"/>
                      <a:pt x="5143786" y="619220"/>
                      <a:pt x="5172647" y="630174"/>
                    </a:cubicBezTo>
                    <a:cubicBezTo>
                      <a:pt x="5191506" y="637318"/>
                      <a:pt x="5212461" y="639223"/>
                      <a:pt x="5232654" y="642080"/>
                    </a:cubicBezTo>
                    <a:cubicBezTo>
                      <a:pt x="5238941" y="642937"/>
                      <a:pt x="5246942" y="641033"/>
                      <a:pt x="5252371" y="637508"/>
                    </a:cubicBezTo>
                    <a:cubicBezTo>
                      <a:pt x="5271421" y="625316"/>
                      <a:pt x="5290376" y="612743"/>
                      <a:pt x="5308092" y="598646"/>
                    </a:cubicBezTo>
                    <a:cubicBezTo>
                      <a:pt x="5324571" y="585407"/>
                      <a:pt x="5343144" y="579882"/>
                      <a:pt x="5363147" y="581311"/>
                    </a:cubicBezTo>
                    <a:cubicBezTo>
                      <a:pt x="5377720" y="582359"/>
                      <a:pt x="5390864" y="579977"/>
                      <a:pt x="5404580" y="576358"/>
                    </a:cubicBezTo>
                    <a:cubicBezTo>
                      <a:pt x="5416010" y="573310"/>
                      <a:pt x="5428583" y="571214"/>
                      <a:pt x="5440203" y="572548"/>
                    </a:cubicBezTo>
                    <a:cubicBezTo>
                      <a:pt x="5456491" y="574453"/>
                      <a:pt x="5469922" y="571691"/>
                      <a:pt x="5482971" y="561880"/>
                    </a:cubicBezTo>
                    <a:cubicBezTo>
                      <a:pt x="5489924" y="556641"/>
                      <a:pt x="5498878" y="553879"/>
                      <a:pt x="5507165" y="550259"/>
                    </a:cubicBezTo>
                    <a:cubicBezTo>
                      <a:pt x="5519928" y="544640"/>
                      <a:pt x="5533168" y="539877"/>
                      <a:pt x="5545645" y="533591"/>
                    </a:cubicBezTo>
                    <a:cubicBezTo>
                      <a:pt x="5559076" y="526923"/>
                      <a:pt x="5571363" y="517684"/>
                      <a:pt x="5585079" y="511969"/>
                    </a:cubicBezTo>
                    <a:cubicBezTo>
                      <a:pt x="5599843" y="505778"/>
                      <a:pt x="5609368" y="496348"/>
                      <a:pt x="5615368" y="481679"/>
                    </a:cubicBezTo>
                    <a:cubicBezTo>
                      <a:pt x="5619179" y="472440"/>
                      <a:pt x="5624417" y="462629"/>
                      <a:pt x="5631656" y="456152"/>
                    </a:cubicBezTo>
                    <a:cubicBezTo>
                      <a:pt x="5646611" y="442913"/>
                      <a:pt x="5664136" y="432625"/>
                      <a:pt x="5679377" y="419576"/>
                    </a:cubicBezTo>
                    <a:cubicBezTo>
                      <a:pt x="5700808" y="401288"/>
                      <a:pt x="5720620" y="381857"/>
                      <a:pt x="5722525" y="350615"/>
                    </a:cubicBezTo>
                    <a:cubicBezTo>
                      <a:pt x="5723572" y="333375"/>
                      <a:pt x="5732716" y="326041"/>
                      <a:pt x="5749576" y="321945"/>
                    </a:cubicBezTo>
                    <a:cubicBezTo>
                      <a:pt x="5755195" y="320612"/>
                      <a:pt x="5763197" y="318040"/>
                      <a:pt x="5764911" y="313849"/>
                    </a:cubicBezTo>
                    <a:cubicBezTo>
                      <a:pt x="5770054" y="301371"/>
                      <a:pt x="5780722" y="298895"/>
                      <a:pt x="5791009" y="293942"/>
                    </a:cubicBezTo>
                    <a:cubicBezTo>
                      <a:pt x="5797201" y="290989"/>
                      <a:pt x="5804821" y="285179"/>
                      <a:pt x="5806440" y="279178"/>
                    </a:cubicBezTo>
                    <a:cubicBezTo>
                      <a:pt x="5813107" y="254889"/>
                      <a:pt x="5831395" y="240602"/>
                      <a:pt x="5848636" y="224885"/>
                    </a:cubicBezTo>
                    <a:cubicBezTo>
                      <a:pt x="5853684" y="220218"/>
                      <a:pt x="5859113" y="214884"/>
                      <a:pt x="5861590" y="208788"/>
                    </a:cubicBezTo>
                    <a:cubicBezTo>
                      <a:pt x="5866829" y="195643"/>
                      <a:pt x="5874639" y="186118"/>
                      <a:pt x="5888355" y="181166"/>
                    </a:cubicBezTo>
                    <a:cubicBezTo>
                      <a:pt x="5892736" y="179642"/>
                      <a:pt x="5896737" y="176117"/>
                      <a:pt x="5900071" y="172784"/>
                    </a:cubicBezTo>
                    <a:cubicBezTo>
                      <a:pt x="5907215" y="165545"/>
                      <a:pt x="5913215" y="157067"/>
                      <a:pt x="5920740" y="150305"/>
                    </a:cubicBezTo>
                    <a:cubicBezTo>
                      <a:pt x="5939885" y="132874"/>
                      <a:pt x="5958840" y="115729"/>
                      <a:pt x="5969985" y="91345"/>
                    </a:cubicBezTo>
                    <a:cubicBezTo>
                      <a:pt x="5975413" y="79439"/>
                      <a:pt x="5981605" y="66485"/>
                      <a:pt x="5991130" y="58293"/>
                    </a:cubicBezTo>
                    <a:cubicBezTo>
                      <a:pt x="6003227" y="47911"/>
                      <a:pt x="6019133" y="42005"/>
                      <a:pt x="6033325" y="33909"/>
                    </a:cubicBezTo>
                    <a:cubicBezTo>
                      <a:pt x="6040469" y="29813"/>
                      <a:pt x="6047137" y="24860"/>
                      <a:pt x="6054376" y="20955"/>
                    </a:cubicBezTo>
                    <a:cubicBezTo>
                      <a:pt x="6067234" y="14097"/>
                      <a:pt x="6080379" y="7715"/>
                      <a:pt x="6095524" y="0"/>
                    </a:cubicBezTo>
                    <a:close/>
                  </a:path>
                </a:pathLst>
              </a:custGeom>
              <a:blipFill>
                <a:blip r:embed="rId2">
                  <a:alphaModFix amt="57000"/>
                </a:blip>
                <a:tile tx="0" ty="0" sx="100000" sy="100000" flip="none" algn="tl"/>
              </a:blipFill>
              <a:ln>
                <a:noFill/>
              </a:ln>
              <a:effectLst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0FA9DA1E-4D09-ED36-63DA-AD3047FB75D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199" y="1120676"/>
            <a:ext cx="7021513" cy="2308324"/>
          </a:xfrm>
        </p:spPr>
        <p:txBody>
          <a:bodyPr>
            <a:normAutofit/>
          </a:bodyPr>
          <a:lstStyle/>
          <a:p>
            <a:pPr algn="l"/>
            <a:r>
              <a:rPr lang="fr-FR" sz="4000" dirty="0">
                <a:solidFill>
                  <a:schemeClr val="bg1"/>
                </a:solidFill>
              </a:rPr>
              <a:t>Présentation de l’article : </a:t>
            </a:r>
            <a:r>
              <a:rPr lang="fr-FR" sz="4000" dirty="0" err="1">
                <a:solidFill>
                  <a:schemeClr val="bg1"/>
                </a:solidFill>
              </a:rPr>
              <a:t>Enhanced</a:t>
            </a:r>
            <a:r>
              <a:rPr lang="fr-FR" sz="4000" dirty="0">
                <a:solidFill>
                  <a:schemeClr val="bg1"/>
                </a:solidFill>
              </a:rPr>
              <a:t> </a:t>
            </a:r>
            <a:r>
              <a:rPr lang="fr-FR" sz="4000" dirty="0" err="1">
                <a:solidFill>
                  <a:schemeClr val="bg1"/>
                </a:solidFill>
              </a:rPr>
              <a:t>Automated</a:t>
            </a:r>
            <a:r>
              <a:rPr lang="fr-FR" sz="4000" dirty="0">
                <a:solidFill>
                  <a:schemeClr val="bg1"/>
                </a:solidFill>
              </a:rPr>
              <a:t> Construction </a:t>
            </a:r>
            <a:r>
              <a:rPr lang="fr-FR" sz="4000" dirty="0" err="1">
                <a:solidFill>
                  <a:schemeClr val="bg1"/>
                </a:solidFill>
              </a:rPr>
              <a:t>Quantity</a:t>
            </a:r>
            <a:r>
              <a:rPr lang="fr-FR" sz="4000" dirty="0">
                <a:solidFill>
                  <a:schemeClr val="bg1"/>
                </a:solidFill>
              </a:rPr>
              <a:t> Takeoff</a:t>
            </a:r>
            <a:endParaRPr lang="es-AR" sz="4000" dirty="0">
              <a:ln w="22225">
                <a:solidFill>
                  <a:schemeClr val="tx1"/>
                </a:solidFill>
                <a:miter lim="800000"/>
              </a:ln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829365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Rectangle 49">
            <a:extLst>
              <a:ext uri="{FF2B5EF4-FFF2-40B4-BE49-F238E27FC236}">
                <a16:creationId xmlns:a16="http://schemas.microsoft.com/office/drawing/2014/main" id="{A7AE9375-4664-4DB2-922D-2782A6E439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60C307D-C54F-BBAB-6A5F-E6DCE5F3A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635" y="1250575"/>
            <a:ext cx="4604274" cy="4163210"/>
          </a:xfrm>
        </p:spPr>
        <p:txBody>
          <a:bodyPr anchor="ctr">
            <a:normAutofit/>
          </a:bodyPr>
          <a:lstStyle/>
          <a:p>
            <a:r>
              <a:rPr lang="fr-FR" sz="6800" dirty="0">
                <a:solidFill>
                  <a:schemeClr val="bg1"/>
                </a:solidFill>
              </a:rPr>
              <a:t>Introduction </a:t>
            </a:r>
            <a:endParaRPr lang="es-AR" sz="6800" dirty="0">
              <a:solidFill>
                <a:schemeClr val="bg1"/>
              </a:solidFill>
            </a:endParaRPr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C2C57604-0CFD-4023-B9BD-107166A253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726476" y="1100949"/>
            <a:ext cx="4996593" cy="4462463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Content Placeholder 25">
            <a:extLst>
              <a:ext uri="{FF2B5EF4-FFF2-40B4-BE49-F238E27FC236}">
                <a16:creationId xmlns:a16="http://schemas.microsoft.com/office/drawing/2014/main" id="{E7358B7B-A22E-A789-BE1D-B2E498350B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93224" y="860612"/>
            <a:ext cx="4797909" cy="5023821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es-AR" sz="2000" dirty="0" err="1">
                <a:solidFill>
                  <a:schemeClr val="bg1"/>
                </a:solidFill>
              </a:rPr>
              <a:t>Objectif</a:t>
            </a:r>
            <a:r>
              <a:rPr lang="es-AR" sz="2000" dirty="0">
                <a:solidFill>
                  <a:schemeClr val="bg1"/>
                </a:solidFill>
              </a:rPr>
              <a:t> de </a:t>
            </a:r>
            <a:r>
              <a:rPr lang="es-AR" sz="2000" dirty="0" err="1">
                <a:solidFill>
                  <a:schemeClr val="bg1"/>
                </a:solidFill>
              </a:rPr>
              <a:t>l’article</a:t>
            </a:r>
            <a:r>
              <a:rPr lang="es-AR" sz="2000" dirty="0">
                <a:solidFill>
                  <a:schemeClr val="bg1"/>
                </a:solidFill>
              </a:rPr>
              <a:t> :</a:t>
            </a:r>
          </a:p>
          <a:p>
            <a:pPr marL="0" indent="0">
              <a:buNone/>
            </a:pPr>
            <a:r>
              <a:rPr lang="fr-FR" sz="2000" dirty="0">
                <a:solidFill>
                  <a:schemeClr val="bg1"/>
                </a:solidFill>
              </a:rPr>
              <a:t>La réalisation de </a:t>
            </a:r>
            <a:r>
              <a:rPr lang="fr-FR" sz="2000" dirty="0" err="1">
                <a:solidFill>
                  <a:schemeClr val="bg1"/>
                </a:solidFill>
              </a:rPr>
              <a:t>quantity</a:t>
            </a:r>
            <a:r>
              <a:rPr lang="fr-FR" sz="2000" dirty="0">
                <a:solidFill>
                  <a:schemeClr val="bg1"/>
                </a:solidFill>
              </a:rPr>
              <a:t> of takeoff à partir de plans 2D et de documentation liées au projet.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4322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21D186C-A28C-CCED-2F30-D0EAB4DBF1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5576887"/>
            <a:ext cx="10911840" cy="64008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3200" dirty="0"/>
              <a:t>BIM – Building Information Modeling</a:t>
            </a:r>
          </a:p>
        </p:txBody>
      </p:sp>
      <p:pic>
        <p:nvPicPr>
          <p:cNvPr id="11" name="Espace réservé du contenu 10" descr="Une image contenant texte, capture d’écran, Logiciel multimédia, logiciel&#10;&#10;Le contenu généré par l’IA peut être incorrect.">
            <a:extLst>
              <a:ext uri="{FF2B5EF4-FFF2-40B4-BE49-F238E27FC236}">
                <a16:creationId xmlns:a16="http://schemas.microsoft.com/office/drawing/2014/main" id="{F62DF9C3-9F08-6C32-473F-90CF049D21D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589" r="1" b="1820"/>
          <a:stretch>
            <a:fillRect/>
          </a:stretch>
        </p:blipFill>
        <p:spPr>
          <a:xfrm>
            <a:off x="640080" y="640080"/>
            <a:ext cx="10911840" cy="4836795"/>
          </a:xfrm>
          <a:prstGeom prst="rect">
            <a:avLst/>
          </a:prstGeom>
          <a:ln w="19050">
            <a:solidFill>
              <a:schemeClr val="tx1"/>
            </a:solidFill>
            <a:miter lim="800000"/>
          </a:ln>
        </p:spPr>
      </p:pic>
    </p:spTree>
    <p:extLst>
      <p:ext uri="{BB962C8B-B14F-4D97-AF65-F5344CB8AC3E}">
        <p14:creationId xmlns:p14="http://schemas.microsoft.com/office/powerpoint/2010/main" val="32575616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!!Rectangle">
            <a:extLst>
              <a:ext uri="{FF2B5EF4-FFF2-40B4-BE49-F238E27FC236}">
                <a16:creationId xmlns:a16="http://schemas.microsoft.com/office/drawing/2014/main" id="{7C432AFE-B3D2-4BFF-BF8F-96C27AFF1A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6" name="Espace réservé du contenu 15" descr="Une image contenant texte, carte&#10;&#10;Le contenu généré par l’IA peut être incorrect.">
            <a:extLst>
              <a:ext uri="{FF2B5EF4-FFF2-40B4-BE49-F238E27FC236}">
                <a16:creationId xmlns:a16="http://schemas.microsoft.com/office/drawing/2014/main" id="{9EEF074F-3885-3E0C-BCD9-E7720742814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1067"/>
          <a:stretch>
            <a:fillRect/>
          </a:stretch>
        </p:blipFill>
        <p:spPr>
          <a:xfrm>
            <a:off x="20" y="10"/>
            <a:ext cx="12191979" cy="6857990"/>
          </a:xfrm>
          <a:prstGeom prst="rect">
            <a:avLst/>
          </a:prstGeom>
        </p:spPr>
      </p:pic>
      <p:sp>
        <p:nvSpPr>
          <p:cNvPr id="6" name="ZoneTexte 5">
            <a:extLst>
              <a:ext uri="{FF2B5EF4-FFF2-40B4-BE49-F238E27FC236}">
                <a16:creationId xmlns:a16="http://schemas.microsoft.com/office/drawing/2014/main" id="{FB422E8D-8AEF-6D01-D8F3-C26DF62D98F8}"/>
              </a:ext>
            </a:extLst>
          </p:cNvPr>
          <p:cNvSpPr txBox="1"/>
          <p:nvPr/>
        </p:nvSpPr>
        <p:spPr>
          <a:xfrm>
            <a:off x="841249" y="941832"/>
            <a:ext cx="10506456" cy="2057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pPr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s-AR" sz="4800" dirty="0" err="1">
                <a:solidFill>
                  <a:schemeClr val="bg1"/>
                </a:solidFill>
              </a:rPr>
              <a:t>Extraction</a:t>
            </a:r>
            <a:r>
              <a:rPr lang="es-AR" sz="4800" dirty="0">
                <a:solidFill>
                  <a:schemeClr val="bg1"/>
                </a:solidFill>
              </a:rPr>
              <a:t> </a:t>
            </a:r>
            <a:r>
              <a:rPr lang="es-AR" sz="4800" dirty="0" err="1">
                <a:solidFill>
                  <a:schemeClr val="bg1"/>
                </a:solidFill>
              </a:rPr>
              <a:t>manuelle</a:t>
            </a:r>
            <a:r>
              <a:rPr lang="es-AR" sz="4800" dirty="0">
                <a:solidFill>
                  <a:schemeClr val="bg1"/>
                </a:solidFill>
              </a:rPr>
              <a:t> des </a:t>
            </a:r>
            <a:r>
              <a:rPr lang="es-AR" sz="4800" dirty="0" err="1">
                <a:solidFill>
                  <a:schemeClr val="bg1"/>
                </a:solidFill>
              </a:rPr>
              <a:t>informations</a:t>
            </a:r>
            <a:endParaRPr lang="en-US" sz="4800" dirty="0">
              <a:solidFill>
                <a:schemeClr val="bg1"/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1120140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41248" y="3241202"/>
            <a:ext cx="10506456" cy="18288"/>
          </a:xfrm>
          <a:prstGeom prst="rect">
            <a:avLst/>
          </a:prstGeom>
          <a:solidFill>
            <a:schemeClr val="bg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D8A3E2B-2BE5-83A4-E6EF-AEF7B3F7AC54}"/>
              </a:ext>
            </a:extLst>
          </p:cNvPr>
          <p:cNvSpPr txBox="1"/>
          <p:nvPr/>
        </p:nvSpPr>
        <p:spPr>
          <a:xfrm>
            <a:off x="841248" y="3502152"/>
            <a:ext cx="10506456" cy="26700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Chronophage</a:t>
            </a:r>
            <a:r>
              <a:rPr lang="en-US" sz="2000" dirty="0">
                <a:solidFill>
                  <a:schemeClr val="bg1"/>
                </a:solidFill>
              </a:rPr>
              <a:t>  </a:t>
            </a: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s-AR" sz="2000" dirty="0" err="1">
                <a:solidFill>
                  <a:schemeClr val="bg1"/>
                </a:solidFill>
              </a:rPr>
              <a:t>Coûteuse</a:t>
            </a:r>
            <a:endParaRPr lang="en-US" sz="2000" dirty="0">
              <a:solidFill>
                <a:schemeClr val="bg1"/>
              </a:solidFill>
            </a:endParaRPr>
          </a:p>
          <a:p>
            <a:pPr marL="285750" indent="-228600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2000" dirty="0" err="1">
                <a:solidFill>
                  <a:schemeClr val="bg1"/>
                </a:solidFill>
              </a:rPr>
              <a:t>Sujette</a:t>
            </a:r>
            <a:r>
              <a:rPr lang="en-US" sz="2000" dirty="0">
                <a:solidFill>
                  <a:schemeClr val="bg1"/>
                </a:solidFill>
              </a:rPr>
              <a:t> aux </a:t>
            </a:r>
            <a:r>
              <a:rPr lang="en-US" sz="2000" dirty="0" err="1">
                <a:solidFill>
                  <a:schemeClr val="bg1"/>
                </a:solidFill>
              </a:rPr>
              <a:t>erreurs</a:t>
            </a:r>
            <a:r>
              <a:rPr lang="en-US" sz="2000" dirty="0">
                <a:solidFill>
                  <a:schemeClr val="bg1"/>
                </a:solidFill>
              </a:rPr>
              <a:t> </a:t>
            </a:r>
            <a:r>
              <a:rPr lang="en-US" sz="2000" dirty="0" err="1">
                <a:solidFill>
                  <a:schemeClr val="bg1"/>
                </a:solidFill>
              </a:rPr>
              <a:t>humaines</a:t>
            </a:r>
            <a:endParaRPr lang="en-US" sz="2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4342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415C33D4-B9A0-834D-2863-D608D434F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Les LLM est la construction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E4A60AE4-C139-6CE8-B17F-A02C3E98B7C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797662584"/>
              </p:ext>
            </p:extLst>
          </p:nvPr>
        </p:nvGraphicFramePr>
        <p:xfrm>
          <a:off x="644056" y="2112579"/>
          <a:ext cx="10927829" cy="4194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8" name="Graphique 17" descr="Image contour">
            <a:extLst>
              <a:ext uri="{FF2B5EF4-FFF2-40B4-BE49-F238E27FC236}">
                <a16:creationId xmlns:a16="http://schemas.microsoft.com/office/drawing/2014/main" id="{71B03F9D-4A93-A644-C57F-3ACDD7007998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7948857" y="3249000"/>
            <a:ext cx="360000" cy="360000"/>
          </a:xfrm>
          <a:prstGeom prst="rect">
            <a:avLst/>
          </a:prstGeom>
        </p:spPr>
      </p:pic>
      <p:pic>
        <p:nvPicPr>
          <p:cNvPr id="20" name="Graphique 19" descr="Présentation avec multimédia contour">
            <a:extLst>
              <a:ext uri="{FF2B5EF4-FFF2-40B4-BE49-F238E27FC236}">
                <a16:creationId xmlns:a16="http://schemas.microsoft.com/office/drawing/2014/main" id="{62B50C8D-9B83-BAA3-328C-F6C4937F9EDE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7148742" y="3249000"/>
            <a:ext cx="36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7819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2170031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19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82819" y="0"/>
            <a:ext cx="4097211" cy="2170661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48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5010646" y="-5010043"/>
            <a:ext cx="2170709" cy="12192000"/>
          </a:xfrm>
          <a:prstGeom prst="rect">
            <a:avLst/>
          </a:prstGeom>
          <a:gradFill>
            <a:gsLst>
              <a:gs pos="23000">
                <a:schemeClr val="accent1">
                  <a:lumMod val="75000"/>
                  <a:alpha val="16000"/>
                </a:schemeClr>
              </a:gs>
              <a:gs pos="99000">
                <a:srgbClr val="000000">
                  <a:alpha val="45000"/>
                </a:srgbClr>
              </a:gs>
            </a:gsLst>
            <a:lin ang="21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7F7E66A-491F-020C-18BA-8B0E5695CA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83564" y="348865"/>
            <a:ext cx="9718111" cy="1576446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L’idée général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C6414BFF-8864-C51B-DC90-EE410550D9A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08169420"/>
              </p:ext>
            </p:extLst>
          </p:nvPr>
        </p:nvGraphicFramePr>
        <p:xfrm>
          <a:off x="644056" y="2615979"/>
          <a:ext cx="10927829" cy="36894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886268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ED48D13A-AF4F-9421-D081-3076F8A780AD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bg2">
                <a:shade val="45000"/>
                <a:satMod val="135000"/>
              </a:schemeClr>
              <a:prstClr val="white"/>
            </a:duotone>
          </a:blip>
          <a:srcRect t="1363" r="2016" b="16066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B50AB553-2A96-4A92-96F2-93548E096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>
            <a:gsLst>
              <a:gs pos="10000">
                <a:schemeClr val="bg2">
                  <a:alpha val="68000"/>
                </a:schemeClr>
              </a:gs>
              <a:gs pos="85000">
                <a:schemeClr val="bg2">
                  <a:alpha val="97000"/>
                </a:schemeClr>
              </a:gs>
            </a:gsLst>
            <a:path path="circle">
              <a:fillToRect l="50000" t="50000" r="50000" b="5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0CA0D6C-45E0-5461-37E8-58A861522A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fr-FR" dirty="0"/>
              <a:t>Extraction de données</a:t>
            </a:r>
            <a:endParaRPr lang="es-AR" dirty="0"/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7EA8416B-3F84-20E3-01EA-13662CF31D3E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49754022"/>
              </p:ext>
            </p:extLst>
          </p:nvPr>
        </p:nvGraphicFramePr>
        <p:xfrm>
          <a:off x="838200" y="1825625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26136101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1ED307F-660B-1663-95E6-4CD35A8D92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4000">
                <a:solidFill>
                  <a:srgbClr val="FFFFFF"/>
                </a:solidFill>
              </a:rPr>
              <a:t>Restructurations des données </a:t>
            </a:r>
            <a:endParaRPr lang="es-AR" sz="40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B2E79661-9F3F-5467-922D-1EBD7D4AA36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356337630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418823893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6E6D96F7-A5AC-C652-2F95-7F9204787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lang="fr-FR" sz="2800">
                <a:solidFill>
                  <a:srgbClr val="FFFFFF"/>
                </a:solidFill>
              </a:rPr>
              <a:t>Établissement de la chaîne de raisonnement (Chain of Thought)</a:t>
            </a:r>
            <a:endParaRPr lang="es-AR" sz="2800">
              <a:solidFill>
                <a:srgbClr val="FFFFFF"/>
              </a:solidFill>
            </a:endParaRPr>
          </a:p>
        </p:txBody>
      </p:sp>
      <p:graphicFrame>
        <p:nvGraphicFramePr>
          <p:cNvPr id="5" name="Espace réservé du contenu 2">
            <a:extLst>
              <a:ext uri="{FF2B5EF4-FFF2-40B4-BE49-F238E27FC236}">
                <a16:creationId xmlns:a16="http://schemas.microsoft.com/office/drawing/2014/main" id="{4077917F-EEEB-7A14-0DAA-75BD6F3F12B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16209764"/>
              </p:ext>
            </p:extLst>
          </p:nvPr>
        </p:nvGraphicFramePr>
        <p:xfrm>
          <a:off x="644056" y="2112579"/>
          <a:ext cx="10927829" cy="419280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565042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C83016AD-8200-43A2-95FA-655D4EF44A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95575" y="457200"/>
            <a:ext cx="840084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2164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87F3273-76B1-35BC-01CC-093951204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lang="fr-FR" sz="4000" dirty="0">
                <a:solidFill>
                  <a:srgbClr val="FFFFFF"/>
                </a:solidFill>
              </a:rPr>
              <a:t>Le prompt </a:t>
            </a:r>
            <a:endParaRPr lang="es-AR" sz="4000" dirty="0">
              <a:solidFill>
                <a:srgbClr val="FFFFFF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8F2AE67-E1D1-331F-667B-949F99552D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71599" y="2318197"/>
            <a:ext cx="9724031" cy="3683358"/>
          </a:xfrm>
        </p:spPr>
        <p:txBody>
          <a:bodyPr anchor="ctr">
            <a:normAutofit/>
          </a:bodyPr>
          <a:lstStyle/>
          <a:p>
            <a:r>
              <a:rPr lang="fr-FR" sz="2000" dirty="0"/>
              <a:t>Un prompt qui permet au modèle :</a:t>
            </a:r>
          </a:p>
          <a:p>
            <a:pPr lvl="1"/>
            <a:r>
              <a:rPr lang="fr-FR" sz="2000" dirty="0"/>
              <a:t>d’appliquer les formules QTO automatiquement,</a:t>
            </a:r>
          </a:p>
          <a:p>
            <a:pPr lvl="1"/>
            <a:r>
              <a:rPr lang="fr-FR" sz="2000" dirty="0"/>
              <a:t>de raisonner de manière transparente,</a:t>
            </a:r>
          </a:p>
          <a:p>
            <a:pPr lvl="1"/>
            <a:r>
              <a:rPr lang="fr-FR" sz="2000" dirty="0"/>
              <a:t>et de fournir le résultat final accompagné de son explication.</a:t>
            </a:r>
          </a:p>
          <a:p>
            <a:endParaRPr lang="es-AR" sz="2000" dirty="0"/>
          </a:p>
        </p:txBody>
      </p:sp>
    </p:spTree>
    <p:extLst>
      <p:ext uri="{BB962C8B-B14F-4D97-AF65-F5344CB8AC3E}">
        <p14:creationId xmlns:p14="http://schemas.microsoft.com/office/powerpoint/2010/main" val="40392070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Espace réservé du contenu 4" descr="Une image contenant texte, capture d’écran, diagramme, Plan&#10;&#10;Le contenu généré par l’IA peut être incorrect.">
            <a:extLst>
              <a:ext uri="{FF2B5EF4-FFF2-40B4-BE49-F238E27FC236}">
                <a16:creationId xmlns:a16="http://schemas.microsoft.com/office/drawing/2014/main" id="{813F5C5D-5212-42BB-893F-5DE461CB6EF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98557" y="457200"/>
            <a:ext cx="7794886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02950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8C790BE2-4E4F-4AAF-81A2-4A6F4885EB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D28B54C3-B57B-472A-B96E-1FCB67093D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0"/>
            <a:ext cx="12191999" cy="6858000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rgbClr val="000000"/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7DB3C429-F8DA-49B9-AF84-21996FCF78B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0" y="-4"/>
            <a:ext cx="12192000" cy="6402581"/>
          </a:xfrm>
          <a:prstGeom prst="rect">
            <a:avLst/>
          </a:prstGeom>
          <a:gradFill>
            <a:gsLst>
              <a:gs pos="1000">
                <a:schemeClr val="accent1">
                  <a:lumMod val="75000"/>
                  <a:alpha val="59000"/>
                </a:schemeClr>
              </a:gs>
              <a:gs pos="100000">
                <a:srgbClr val="000000"/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12088DD-B1AD-40E0-8B86-1D87A2CCD9B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2663054" y="-2653923"/>
            <a:ext cx="6858001" cy="12165846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rgbClr val="000000">
                  <a:alpha val="28000"/>
                </a:srgbClr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4C9F2B0-1044-46EB-8AEB-C3BFFDE6C2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094763" y="0"/>
            <a:ext cx="6096001" cy="6858000"/>
          </a:xfrm>
          <a:prstGeom prst="rect">
            <a:avLst/>
          </a:prstGeom>
          <a:gradFill>
            <a:gsLst>
              <a:gs pos="13000">
                <a:schemeClr val="accent1">
                  <a:lumMod val="50000"/>
                  <a:alpha val="0"/>
                </a:schemeClr>
              </a:gs>
              <a:gs pos="99000">
                <a:schemeClr val="accent1">
                  <a:lumMod val="75000"/>
                  <a:alpha val="50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C395952-4E26-45A2-8756-2ADFD6E53C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-3"/>
            <a:ext cx="12182871" cy="6871922"/>
          </a:xfrm>
          <a:prstGeom prst="rect">
            <a:avLst/>
          </a:prstGeom>
          <a:gradFill>
            <a:gsLst>
              <a:gs pos="13000">
                <a:srgbClr val="000000">
                  <a:alpha val="35000"/>
                </a:srgbClr>
              </a:gs>
              <a:gs pos="99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0" name="Freeform: Shape 19">
            <a:extLst>
              <a:ext uri="{FF2B5EF4-FFF2-40B4-BE49-F238E27FC236}">
                <a16:creationId xmlns:a16="http://schemas.microsoft.com/office/drawing/2014/main" id="{4734BADF-9461-4621-B112-2D7BABEA7D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87713" y="4049"/>
            <a:ext cx="10216576" cy="4729040"/>
          </a:xfrm>
          <a:custGeom>
            <a:avLst/>
            <a:gdLst>
              <a:gd name="connsiteX0" fmla="*/ 0 w 10216576"/>
              <a:gd name="connsiteY0" fmla="*/ 0 h 4729040"/>
              <a:gd name="connsiteX1" fmla="*/ 10216576 w 10216576"/>
              <a:gd name="connsiteY1" fmla="*/ 0 h 4729040"/>
              <a:gd name="connsiteX2" fmla="*/ 10210268 w 10216576"/>
              <a:gd name="connsiteY2" fmla="*/ 124944 h 4729040"/>
              <a:gd name="connsiteX3" fmla="*/ 5108288 w 10216576"/>
              <a:gd name="connsiteY3" fmla="*/ 4729040 h 4729040"/>
              <a:gd name="connsiteX4" fmla="*/ 6309 w 10216576"/>
              <a:gd name="connsiteY4" fmla="*/ 124944 h 472904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216576" h="4729040">
                <a:moveTo>
                  <a:pt x="0" y="0"/>
                </a:moveTo>
                <a:lnTo>
                  <a:pt x="10216576" y="0"/>
                </a:lnTo>
                <a:lnTo>
                  <a:pt x="10210268" y="124944"/>
                </a:lnTo>
                <a:cubicBezTo>
                  <a:pt x="9947637" y="2710997"/>
                  <a:pt x="7763635" y="4729040"/>
                  <a:pt x="5108288" y="4729040"/>
                </a:cubicBezTo>
                <a:cubicBezTo>
                  <a:pt x="2452942" y="4729040"/>
                  <a:pt x="268937" y="2710997"/>
                  <a:pt x="6309" y="124944"/>
                </a:cubicBezTo>
                <a:close/>
              </a:path>
            </a:pathLst>
          </a:custGeom>
          <a:gradFill>
            <a:gsLst>
              <a:gs pos="7000">
                <a:schemeClr val="accent1">
                  <a:lumMod val="50000"/>
                  <a:alpha val="4000"/>
                </a:schemeClr>
              </a:gs>
              <a:gs pos="99000">
                <a:schemeClr val="accent1">
                  <a:alpha val="24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79515E9A-BF08-466C-C4D5-3257BA449C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693" y="1030406"/>
            <a:ext cx="8147713" cy="30812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48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Les données utilisées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E95AC66-E829-C882-39A5-E08850A5E5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59943" y="5171093"/>
            <a:ext cx="9078628" cy="86062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 algn="ctr">
              <a:buNone/>
            </a:pP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Utilisation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de données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prise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dans des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réels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sur des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cas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d’études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2400" kern="1200" dirty="0" err="1">
                <a:solidFill>
                  <a:srgbClr val="FFFFFF"/>
                </a:solidFill>
                <a:latin typeface="+mn-lt"/>
                <a:ea typeface="+mn-ea"/>
                <a:cs typeface="+mn-cs"/>
              </a:rPr>
              <a:t>d’excavation</a:t>
            </a:r>
            <a:r>
              <a:rPr lang="en-US" sz="24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823798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74E65F23-789E-4CB9-B34F-46A85E25D6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54" name="Oval 53">
              <a:extLst>
                <a:ext uri="{FF2B5EF4-FFF2-40B4-BE49-F238E27FC236}">
                  <a16:creationId xmlns:a16="http://schemas.microsoft.com/office/drawing/2014/main" id="{1CA207F7-3B67-4EA2-8EC5-1260B55A07F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Oval 54">
              <a:extLst>
                <a:ext uri="{FF2B5EF4-FFF2-40B4-BE49-F238E27FC236}">
                  <a16:creationId xmlns:a16="http://schemas.microsoft.com/office/drawing/2014/main" id="{AD4CC450-51C3-4A41-B2B1-68A15D57C5E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" name="Oval 55">
              <a:extLst>
                <a:ext uri="{FF2B5EF4-FFF2-40B4-BE49-F238E27FC236}">
                  <a16:creationId xmlns:a16="http://schemas.microsoft.com/office/drawing/2014/main" id="{ED62506D-F8E8-4C55-B160-D4FE8985049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7" name="Oval 56">
              <a:extLst>
                <a:ext uri="{FF2B5EF4-FFF2-40B4-BE49-F238E27FC236}">
                  <a16:creationId xmlns:a16="http://schemas.microsoft.com/office/drawing/2014/main" id="{E6004793-0083-43B9-81A2-20F71D2C7D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8" name="Oval 57">
              <a:extLst>
                <a:ext uri="{FF2B5EF4-FFF2-40B4-BE49-F238E27FC236}">
                  <a16:creationId xmlns:a16="http://schemas.microsoft.com/office/drawing/2014/main" id="{53D192AA-AFCB-470F-B66A-18815C3525C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9079B0CF-0B4C-42A9-9769-3AC0A34FAC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itre 1">
            <a:extLst>
              <a:ext uri="{FF2B5EF4-FFF2-40B4-BE49-F238E27FC236}">
                <a16:creationId xmlns:a16="http://schemas.microsoft.com/office/drawing/2014/main" id="{AA581F43-F704-146A-8883-2D9548AE7C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630936"/>
            <a:ext cx="5260992" cy="2096756"/>
          </a:xfrm>
          <a:noFill/>
        </p:spPr>
        <p:txBody>
          <a:bodyPr anchor="t">
            <a:normAutofit/>
          </a:bodyPr>
          <a:lstStyle/>
          <a:p>
            <a:r>
              <a:rPr lang="fr-FR" sz="4800">
                <a:solidFill>
                  <a:schemeClr val="bg1"/>
                </a:solidFill>
              </a:rPr>
              <a:t>Les résultats </a:t>
            </a:r>
            <a:endParaRPr lang="es-AR" sz="4800">
              <a:solidFill>
                <a:schemeClr val="bg1"/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6324364D-2162-FA65-8F53-508BA33316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5996" y="630936"/>
            <a:ext cx="5064191" cy="2096769"/>
          </a:xfrm>
          <a:noFill/>
        </p:spPr>
        <p:txBody>
          <a:bodyPr anchor="t">
            <a:normAutofit/>
          </a:bodyPr>
          <a:lstStyle/>
          <a:p>
            <a:r>
              <a:rPr lang="fr-FR" sz="1600" dirty="0">
                <a:solidFill>
                  <a:schemeClr val="bg1"/>
                </a:solidFill>
              </a:rPr>
              <a:t>Le modèle fournit une quantité de matériaux et une explication du raisonnement</a:t>
            </a:r>
            <a:r>
              <a:rPr lang="fr-FR" sz="1600" dirty="0"/>
              <a:t>.</a:t>
            </a:r>
          </a:p>
          <a:p>
            <a:r>
              <a:rPr lang="fr-FR" sz="1500" dirty="0">
                <a:solidFill>
                  <a:schemeClr val="bg1"/>
                </a:solidFill>
              </a:rPr>
              <a:t>Méthodologie des tests:</a:t>
            </a: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Utilisation de 30 cas concrets</a:t>
            </a:r>
          </a:p>
          <a:p>
            <a:r>
              <a:rPr lang="fr-FR" sz="1500" dirty="0">
                <a:solidFill>
                  <a:schemeClr val="bg1"/>
                </a:solidFill>
              </a:rPr>
              <a:t>Résultats numériques</a:t>
            </a: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24 cas validés avec </a:t>
            </a:r>
            <a:r>
              <a:rPr lang="fr-FR" sz="1500" dirty="0" err="1">
                <a:solidFill>
                  <a:schemeClr val="bg1"/>
                </a:solidFill>
              </a:rPr>
              <a:t>CoT</a:t>
            </a:r>
            <a:endParaRPr lang="fr-FR" sz="1500" dirty="0">
              <a:solidFill>
                <a:schemeClr val="bg1"/>
              </a:solidFill>
            </a:endParaRPr>
          </a:p>
          <a:p>
            <a:pPr lvl="1"/>
            <a:r>
              <a:rPr lang="fr-FR" sz="1500" dirty="0">
                <a:solidFill>
                  <a:schemeClr val="bg1"/>
                </a:solidFill>
              </a:rPr>
              <a:t>0 sans </a:t>
            </a:r>
            <a:r>
              <a:rPr lang="fr-FR" sz="1500" dirty="0" err="1">
                <a:solidFill>
                  <a:schemeClr val="bg1"/>
                </a:solidFill>
              </a:rPr>
              <a:t>CoT</a:t>
            </a:r>
            <a:endParaRPr lang="fr-FR" sz="1500" dirty="0">
              <a:solidFill>
                <a:schemeClr val="bg1"/>
              </a:solidFill>
            </a:endParaRPr>
          </a:p>
          <a:p>
            <a:endParaRPr lang="fr-FR" sz="1500" dirty="0">
              <a:solidFill>
                <a:schemeClr val="bg1"/>
              </a:solidFill>
            </a:endParaRPr>
          </a:p>
          <a:p>
            <a:endParaRPr lang="es-AR" sz="1500" dirty="0">
              <a:solidFill>
                <a:schemeClr val="bg1"/>
              </a:solidFill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3" name="Group 62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69" name="Rectangle 68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Straight Connector 72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Image 4">
            <a:extLst>
              <a:ext uri="{FF2B5EF4-FFF2-40B4-BE49-F238E27FC236}">
                <a16:creationId xmlns:a16="http://schemas.microsoft.com/office/drawing/2014/main" id="{9001F4B3-51BD-328E-C90A-1FECC710AC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3136043"/>
            <a:ext cx="10843065" cy="2764982"/>
          </a:xfrm>
          <a:prstGeom prst="rect">
            <a:avLst/>
          </a:prstGeom>
        </p:spPr>
      </p:pic>
      <p:grpSp>
        <p:nvGrpSpPr>
          <p:cNvPr id="77" name="Group 76">
            <a:extLst>
              <a:ext uri="{FF2B5EF4-FFF2-40B4-BE49-F238E27FC236}">
                <a16:creationId xmlns:a16="http://schemas.microsoft.com/office/drawing/2014/main" id="{4043ADFC-DC2E-40D2-954D-4A13B908DA8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78" name="Straight Connector 77">
              <a:extLst>
                <a:ext uri="{FF2B5EF4-FFF2-40B4-BE49-F238E27FC236}">
                  <a16:creationId xmlns:a16="http://schemas.microsoft.com/office/drawing/2014/main" id="{C975E7D3-10F5-4E53-902F-9E79C98C22D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Straight Connector 78">
              <a:extLst>
                <a:ext uri="{FF2B5EF4-FFF2-40B4-BE49-F238E27FC236}">
                  <a16:creationId xmlns:a16="http://schemas.microsoft.com/office/drawing/2014/main" id="{BDC51AAB-5A3B-4730-B8AC-46C96AC0B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03A6F2D9-1476-4E35-988D-D4CCB15C8D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Straight Connector 80">
              <a:extLst>
                <a:ext uri="{FF2B5EF4-FFF2-40B4-BE49-F238E27FC236}">
                  <a16:creationId xmlns:a16="http://schemas.microsoft.com/office/drawing/2014/main" id="{CE17F678-D5C6-49BF-933D-1E65F69B32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6615417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0FCB5561-F7B9-9FEF-EADF-D9F89BE886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6966" y="457200"/>
            <a:ext cx="8198068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79501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AB8C311F-7253-4AED-9701-7FC0708C41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384209-CB15-4CDF-9D31-C44FD9A3F2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2666617" y="-2666188"/>
            <a:ext cx="6858000" cy="12191233"/>
          </a:xfrm>
          <a:prstGeom prst="rect">
            <a:avLst/>
          </a:prstGeom>
          <a:gradFill>
            <a:gsLst>
              <a:gs pos="8000">
                <a:schemeClr val="accent1"/>
              </a:gs>
              <a:gs pos="100000">
                <a:schemeClr val="accent1">
                  <a:lumMod val="50000"/>
                </a:schemeClr>
              </a:gs>
            </a:gsLst>
            <a:lin ang="12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633B3B5-CC90-43F0-8714-D31D1F3F0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2311" y="0"/>
            <a:ext cx="9070846" cy="6857572"/>
          </a:xfrm>
          <a:prstGeom prst="rect">
            <a:avLst/>
          </a:prstGeom>
          <a:gradFill>
            <a:gsLst>
              <a:gs pos="8000">
                <a:srgbClr val="000000">
                  <a:alpha val="52000"/>
                </a:srgbClr>
              </a:gs>
              <a:gs pos="100000">
                <a:schemeClr val="accent1"/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8D57A06-A426-446D-B02C-A2DC6B62E4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3649491" y="-1685840"/>
            <a:ext cx="4894564" cy="12193546"/>
          </a:xfrm>
          <a:prstGeom prst="rect">
            <a:avLst/>
          </a:prstGeom>
          <a:gradFill>
            <a:gsLst>
              <a:gs pos="0">
                <a:schemeClr val="accent5">
                  <a:lumMod val="60000"/>
                  <a:lumOff val="40000"/>
                  <a:alpha val="0"/>
                </a:schemeClr>
              </a:gs>
              <a:gs pos="100000">
                <a:srgbClr val="000000">
                  <a:alpha val="46000"/>
                </a:srgbClr>
              </a:gs>
            </a:gsLst>
            <a:lin ang="1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 4">
            <a:extLst>
              <a:ext uri="{FF2B5EF4-FFF2-40B4-BE49-F238E27FC236}">
                <a16:creationId xmlns:a16="http://schemas.microsoft.com/office/drawing/2014/main" id="{1A81AB40-C6C1-E861-5EA4-8E5F0A1E2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6000" y="457200"/>
            <a:ext cx="6239999" cy="5943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0533276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392</TotalTime>
  <Words>432</Words>
  <Application>Microsoft Office PowerPoint</Application>
  <PresentationFormat>Grand écran</PresentationFormat>
  <Paragraphs>70</Paragraphs>
  <Slides>16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Thème Office</vt:lpstr>
      <vt:lpstr>Présentation de l’article : Enhanced Automated Construction Quantity Takeoff</vt:lpstr>
      <vt:lpstr>Introduction </vt:lpstr>
      <vt:lpstr>BIM – Building Information Modeling</vt:lpstr>
      <vt:lpstr>Présentation PowerPoint</vt:lpstr>
      <vt:lpstr>Les LLM est la construction</vt:lpstr>
      <vt:lpstr>L’idée général</vt:lpstr>
      <vt:lpstr>Extraction de données</vt:lpstr>
      <vt:lpstr>Restructurations des données </vt:lpstr>
      <vt:lpstr>Établissement de la chaîne de raisonnement (Chain of Thought)</vt:lpstr>
      <vt:lpstr>Présentation PowerPoint</vt:lpstr>
      <vt:lpstr>Le prompt </vt:lpstr>
      <vt:lpstr>Présentation PowerPoint</vt:lpstr>
      <vt:lpstr>Les données utilisées</vt:lpstr>
      <vt:lpstr>Les résultats </vt:lpstr>
      <vt:lpstr>Présentation PowerPoint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MOUGNE Robin</dc:creator>
  <cp:lastModifiedBy>MOUGNE Robin</cp:lastModifiedBy>
  <cp:revision>6</cp:revision>
  <dcterms:created xsi:type="dcterms:W3CDTF">2025-10-02T12:47:20Z</dcterms:created>
  <dcterms:modified xsi:type="dcterms:W3CDTF">2025-10-06T13:34:44Z</dcterms:modified>
</cp:coreProperties>
</file>