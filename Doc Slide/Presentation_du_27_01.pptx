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61" r:id="rId2"/>
    <p:sldId id="301" r:id="rId3"/>
    <p:sldId id="302" r:id="rId4"/>
    <p:sldId id="265" r:id="rId5"/>
    <p:sldId id="264" r:id="rId6"/>
    <p:sldId id="282" r:id="rId7"/>
    <p:sldId id="266" r:id="rId8"/>
    <p:sldId id="267" r:id="rId9"/>
    <p:sldId id="271" r:id="rId10"/>
    <p:sldId id="270" r:id="rId11"/>
    <p:sldId id="269" r:id="rId12"/>
    <p:sldId id="272" r:id="rId13"/>
    <p:sldId id="275" r:id="rId14"/>
    <p:sldId id="276" r:id="rId15"/>
    <p:sldId id="277" r:id="rId16"/>
    <p:sldId id="278" r:id="rId17"/>
    <p:sldId id="279" r:id="rId18"/>
    <p:sldId id="280" r:id="rId19"/>
    <p:sldId id="259" r:id="rId20"/>
    <p:sldId id="299" r:id="rId21"/>
    <p:sldId id="258" r:id="rId22"/>
    <p:sldId id="281" r:id="rId23"/>
    <p:sldId id="300" r:id="rId2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03" autoAdjust="0"/>
    <p:restoredTop sz="86467" autoAdjust="0"/>
  </p:normalViewPr>
  <p:slideViewPr>
    <p:cSldViewPr snapToGrid="0">
      <p:cViewPr varScale="1">
        <p:scale>
          <a:sx n="95" d="100"/>
          <a:sy n="95" d="100"/>
        </p:scale>
        <p:origin x="396" y="96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 dirty="0"/>
            <a:t>Fusion</a:t>
          </a:r>
          <a:r>
            <a:rPr lang="fr-FR" dirty="0"/>
            <a:t> </a:t>
          </a:r>
          <a:endParaRPr lang="en-US" dirty="0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Fusion</a:t>
          </a:r>
          <a:r>
            <a:rPr lang="fr-FR" sz="2000" kern="1200" dirty="0"/>
            <a:t> </a:t>
          </a:r>
          <a:endParaRPr lang="en-US" sz="2000" kern="1200" dirty="0"/>
        </a:p>
      </dsp:txBody>
      <dsp:txXfrm>
        <a:off x="333914" y="2049612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49612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49612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49612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49612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52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20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  <a:p>
            <a:r>
              <a:rPr lang="fr-FR" dirty="0"/>
              <a:t>Exemple: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5703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Si il y a plusieurs modalités il est  nécessaire de les fusionnées, 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36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 concentre sur l’intégration et l’interprétation d’informations provenant de différentes modalités, telles que le texte, les images, l’audio ou la vidéo, en les projetant dans un espace latent partagé.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 des </a:t>
            </a:r>
            <a:r>
              <a:rPr lang="fr-FR" dirty="0" err="1"/>
              <a:t>embeding</a:t>
            </a:r>
            <a:r>
              <a:rPr lang="fr-FR" dirty="0"/>
              <a:t> pour donner l’</a:t>
            </a:r>
            <a:r>
              <a:rPr lang="fr-FR" dirty="0" err="1"/>
              <a:t>exmple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0767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possiblement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9EC7-1E45-4B92-8CEE-34A27939E1F4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7E50F-571E-494B-B4CE-77E83D7E47E8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22C4-77CF-4A86-AC51-B5CE7F512F29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399-D4F4-4D78-94F2-63AE8CDE9AF3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4F939-6709-4AA3-BC18-6BB6E2CF0272}" type="datetime1">
              <a:rPr lang="fr-FR" smtClean="0"/>
              <a:t>12/01/2026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1BA1-3673-4B26-9F59-09009FF66F55}" type="datetime1">
              <a:rPr lang="fr-FR" smtClean="0"/>
              <a:t>12/01/2026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A87D5-1206-4907-A63D-5F9C97305022}" type="datetime1">
              <a:rPr lang="fr-FR" smtClean="0"/>
              <a:t>12/01/2026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D32FC-3487-4626-B0AB-758077298DBB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56D5-C346-4BE7-B8CE-EA7342E4326A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0827-085E-48B2-91AC-397A7F54E45C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49E57-B78F-4632-8401-CF28C47E5D38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D4BC0-C5B1-42D8-9BF7-7E77750D523E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262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</a:t>
            </a:r>
            <a:r>
              <a:rPr lang="en-US" sz="2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multimodalité</a:t>
            </a:r>
            <a:endParaRPr lang="en-US" sz="24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270846"/>
            <a:ext cx="7188199" cy="431291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1FCC933-B2F0-1BDA-8665-273FDC5D1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0257" y="6356350"/>
            <a:ext cx="56000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>
                <a:solidFill>
                  <a:srgbClr val="898989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rrière-plan de carte de circuit imprimé">
            <a:extLst>
              <a:ext uri="{FF2B5EF4-FFF2-40B4-BE49-F238E27FC236}">
                <a16:creationId xmlns:a16="http://schemas.microsoft.com/office/drawing/2014/main" id="{40DA87CF-CC19-9877-2794-4F5A3A05EC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46" r="4099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2B5EC8-D024-B2A3-AE7B-C5A7DCB34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La multimodalité</a:t>
            </a:r>
          </a:p>
          <a:p>
            <a:r>
              <a:rPr lang="fr-FR" sz="2000" dirty="0"/>
              <a:t>Les 5 clefs</a:t>
            </a:r>
          </a:p>
          <a:p>
            <a:r>
              <a:rPr lang="fr-FR" sz="2000" dirty="0"/>
              <a:t>La fusion</a:t>
            </a:r>
          </a:p>
          <a:p>
            <a:r>
              <a:rPr lang="fr-FR" sz="2000" dirty="0"/>
              <a:t>Les technologies de fusion</a:t>
            </a:r>
          </a:p>
          <a:p>
            <a:r>
              <a:rPr lang="fr-FR" sz="2000" dirty="0"/>
              <a:t>Le </a:t>
            </a:r>
            <a:r>
              <a:rPr lang="fr-FR" sz="2000" dirty="0" err="1"/>
              <a:t>co-learning</a:t>
            </a:r>
            <a:endParaRPr lang="fr-FR" sz="2000" dirty="0"/>
          </a:p>
          <a:p>
            <a:r>
              <a:rPr lang="fr-FR" sz="2000" dirty="0"/>
              <a:t>Domaines d’applications</a:t>
            </a:r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D2A657-B0EB-5916-15EB-E333F724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</a:t>
            </a:fld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997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53D618-21D5-B52D-6309-A78358376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multimodalité: </a:t>
            </a:r>
          </a:p>
        </p:txBody>
      </p:sp>
      <p:pic>
        <p:nvPicPr>
          <p:cNvPr id="6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91134F62-132F-D075-BEE8-7BE7B23C5E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046" y="1825625"/>
            <a:ext cx="7551908" cy="4351338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7D760F-65A3-B682-D2A8-D583AA6DB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4990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Les 5 clefs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7252703"/>
              </p:ext>
            </p:extLst>
          </p:nvPr>
        </p:nvGraphicFramePr>
        <p:xfrm>
          <a:off x="644056" y="2615979"/>
          <a:ext cx="10927829" cy="3739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C41CF1-5808-22FC-DA02-ED4AA381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D8B7B88-95CE-3785-7A81-E58EEA8F0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EE0986-6D94-42CA-FF7A-95E78DE9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199317-AFC1-78B7-9E3E-933D8F309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76BBDB-7C7F-A1A1-C862-90EE7BE4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D0C1F-D5AB-3659-605B-20788BFA7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DF3D5D-7F76-B069-32E8-D2E19570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A99F0-374E-0D09-BF80-1BE333CA6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1B5C15-A131-E598-A156-3BA90FE0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Représentation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B5B405-90BD-C2B1-9A65-BC8B3610B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04715F-64A9-2798-4B43-0A182CEE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87B079-388D-89B6-240A-0E148844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2728A31-EE25-2A3C-96C8-7777BFD8A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court dans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439D9F-E4F2-0F35-4538-A86106EA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5312BD-D6D8-C88E-1A65-1588FEE9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652423-A3F4-01DA-D14D-7FAF6972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18DD9-2199-D765-DFC5-022416D3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372D8-6FC8-FF8B-4132-75B9D17BA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  <a:p>
            <a:pPr lvl="1"/>
            <a:r>
              <a:rPr lang="fr-FR" sz="2000" dirty="0" err="1"/>
              <a:t>LLM’s</a:t>
            </a:r>
            <a:r>
              <a:rPr lang="fr-FR" sz="2000" dirty="0"/>
              <a:t> Enrichie</a:t>
            </a:r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9263" y="2495191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E55CAA-0CED-6858-93F5-A05447562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FCB4D-5791-BDAD-9D64-F3CE4D60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Sources: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FF6EA4-8A67-DB1D-5EB1-7E17095F9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Comprehensive Survey on Deep Learning Multi-Modal Fusion: Methods, Technologies and Applications </a:t>
            </a:r>
            <a:r>
              <a:rPr lang="es-AR" sz="1600" dirty="0" err="1"/>
              <a:t>Tianzhe</a:t>
            </a:r>
            <a:r>
              <a:rPr lang="es-AR" sz="1600" dirty="0"/>
              <a:t> </a:t>
            </a:r>
            <a:r>
              <a:rPr lang="es-AR" sz="1600" dirty="0" err="1"/>
              <a:t>Jiao</a:t>
            </a:r>
            <a:r>
              <a:rPr lang="es-AR" sz="1600" dirty="0"/>
              <a:t>, </a:t>
            </a:r>
            <a:r>
              <a:rPr lang="es-AR" sz="1600" dirty="0" err="1"/>
              <a:t>Chaopeng</a:t>
            </a:r>
            <a:r>
              <a:rPr lang="es-AR" sz="1600" dirty="0"/>
              <a:t> </a:t>
            </a:r>
            <a:r>
              <a:rPr lang="es-AR" sz="1600" dirty="0" err="1"/>
              <a:t>Guo</a:t>
            </a:r>
            <a:r>
              <a:rPr lang="es-AR" sz="1600" dirty="0"/>
              <a:t>, </a:t>
            </a:r>
            <a:r>
              <a:rPr lang="es-AR" sz="1600" dirty="0" err="1"/>
              <a:t>Xiaoyue</a:t>
            </a:r>
            <a:r>
              <a:rPr lang="es-AR" sz="1600" dirty="0"/>
              <a:t> Feng, </a:t>
            </a:r>
            <a:r>
              <a:rPr lang="es-AR" sz="1600" dirty="0" err="1"/>
              <a:t>Yuming</a:t>
            </a:r>
            <a:r>
              <a:rPr lang="es-AR" sz="1600" dirty="0"/>
              <a:t> Chen and Jie </a:t>
            </a:r>
            <a:r>
              <a:rPr lang="es-AR" sz="1600" dirty="0" err="1"/>
              <a:t>Song</a:t>
            </a:r>
            <a:r>
              <a:rPr lang="es-AR" sz="1600" dirty="0"/>
              <a:t> 2024</a:t>
            </a:r>
          </a:p>
          <a:p>
            <a:r>
              <a:rPr lang="en-US" sz="1600" dirty="0"/>
              <a:t>Multimodal Machine Learning: A Survey and Taxonomy Tadas Baltrusaitis, Chaitanya Ahuja, and Louis-Philippe Morency 2017</a:t>
            </a:r>
          </a:p>
          <a:p>
            <a:r>
              <a:rPr lang="es-AR" sz="1600" dirty="0"/>
              <a:t>Multimodal </a:t>
            </a:r>
            <a:r>
              <a:rPr lang="es-AR" sz="1600" dirty="0" err="1"/>
              <a:t>Co-learning</a:t>
            </a:r>
            <a:r>
              <a:rPr lang="es-AR" sz="1600" dirty="0"/>
              <a:t>: </a:t>
            </a:r>
            <a:r>
              <a:rPr lang="es-AR" sz="1600" dirty="0" err="1"/>
              <a:t>Challenges</a:t>
            </a:r>
            <a:r>
              <a:rPr lang="es-AR" sz="1600" dirty="0"/>
              <a:t>, </a:t>
            </a:r>
            <a:r>
              <a:rPr lang="es-AR" sz="1600" dirty="0" err="1"/>
              <a:t>Applications</a:t>
            </a:r>
            <a:r>
              <a:rPr lang="es-AR" sz="1600" dirty="0"/>
              <a:t> </a:t>
            </a:r>
            <a:r>
              <a:rPr lang="es-AR" sz="1600" dirty="0" err="1"/>
              <a:t>with</a:t>
            </a:r>
            <a:r>
              <a:rPr lang="es-AR" sz="1600" dirty="0"/>
              <a:t> </a:t>
            </a:r>
            <a:r>
              <a:rPr lang="es-AR" sz="1600" dirty="0" err="1"/>
              <a:t>Datasets</a:t>
            </a:r>
            <a:r>
              <a:rPr lang="es-AR" sz="1600" dirty="0"/>
              <a:t>, </a:t>
            </a:r>
            <a:r>
              <a:rPr lang="es-AR" sz="1600" dirty="0" err="1"/>
              <a:t>Recent</a:t>
            </a:r>
            <a:r>
              <a:rPr lang="es-AR" sz="1600" dirty="0"/>
              <a:t> </a:t>
            </a:r>
            <a:r>
              <a:rPr lang="es-AR" sz="1600" dirty="0" err="1"/>
              <a:t>Advances</a:t>
            </a:r>
            <a:r>
              <a:rPr lang="es-AR" sz="1600" dirty="0"/>
              <a:t> and Future </a:t>
            </a:r>
            <a:r>
              <a:rPr lang="es-AR" sz="1600" dirty="0" err="1"/>
              <a:t>Directions</a:t>
            </a:r>
            <a:r>
              <a:rPr lang="es-AR" sz="1600" dirty="0"/>
              <a:t> Anil </a:t>
            </a:r>
            <a:r>
              <a:rPr lang="es-AR" sz="1600" dirty="0" err="1"/>
              <a:t>Rahatea</a:t>
            </a:r>
            <a:r>
              <a:rPr lang="es-AR" sz="1600" dirty="0"/>
              <a:t> , </a:t>
            </a:r>
            <a:r>
              <a:rPr lang="es-AR" sz="1600" dirty="0" err="1"/>
              <a:t>Rahee</a:t>
            </a:r>
            <a:r>
              <a:rPr lang="es-AR" sz="1600" dirty="0"/>
              <a:t> </a:t>
            </a:r>
            <a:r>
              <a:rPr lang="es-AR" sz="1600" dirty="0" err="1"/>
              <a:t>Walambea</a:t>
            </a:r>
            <a:r>
              <a:rPr lang="es-AR" sz="1600" dirty="0"/>
              <a:t>, b, </a:t>
            </a:r>
            <a:r>
              <a:rPr lang="es-AR" sz="1600" dirty="0" err="1"/>
              <a:t>Sheela</a:t>
            </a:r>
            <a:r>
              <a:rPr lang="es-AR" sz="1600" dirty="0"/>
              <a:t> </a:t>
            </a:r>
            <a:r>
              <a:rPr lang="es-AR" sz="1600" dirty="0" err="1"/>
              <a:t>Ramannac</a:t>
            </a:r>
            <a:r>
              <a:rPr lang="es-AR" sz="1600" dirty="0"/>
              <a:t> , </a:t>
            </a:r>
            <a:r>
              <a:rPr lang="es-AR" sz="1600" dirty="0" err="1"/>
              <a:t>Ketan</a:t>
            </a:r>
            <a:r>
              <a:rPr lang="es-AR" sz="1600" dirty="0"/>
              <a:t> </a:t>
            </a:r>
            <a:r>
              <a:rPr lang="es-AR" sz="1600" dirty="0" err="1"/>
              <a:t>Kotechaa</a:t>
            </a:r>
            <a:r>
              <a:rPr lang="es-AR" sz="1600" dirty="0"/>
              <a:t> </a:t>
            </a:r>
            <a:r>
              <a:rPr lang="es-AR" sz="1600"/>
              <a:t>2022 </a:t>
            </a:r>
          </a:p>
          <a:p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68CB79-5CD9-AB4A-7239-D9C964CF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0042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4363</TotalTime>
  <Words>712</Words>
  <Application>Microsoft Office PowerPoint</Application>
  <PresentationFormat>Grand écran</PresentationFormat>
  <Paragraphs>133</Paragraphs>
  <Slides>23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Thème Office</vt:lpstr>
      <vt:lpstr>La multimodalité</vt:lpstr>
      <vt:lpstr>Présentation PowerPoint</vt:lpstr>
      <vt:lpstr>La multimodalité: </vt:lpstr>
      <vt:lpstr>Les 5 clefs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Représentation: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Les applications de la Fusion</vt:lpstr>
      <vt:lpstr>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19</cp:revision>
  <dcterms:created xsi:type="dcterms:W3CDTF">2025-09-05T12:51:10Z</dcterms:created>
  <dcterms:modified xsi:type="dcterms:W3CDTF">2026-01-12T22:13:05Z</dcterms:modified>
</cp:coreProperties>
</file>