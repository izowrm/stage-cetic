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61" r:id="rId2"/>
    <p:sldId id="301" r:id="rId3"/>
    <p:sldId id="302" r:id="rId4"/>
    <p:sldId id="303" r:id="rId5"/>
    <p:sldId id="265" r:id="rId6"/>
    <p:sldId id="264" r:id="rId7"/>
    <p:sldId id="266" r:id="rId8"/>
    <p:sldId id="304" r:id="rId9"/>
    <p:sldId id="267" r:id="rId10"/>
    <p:sldId id="271" r:id="rId11"/>
    <p:sldId id="270" r:id="rId12"/>
    <p:sldId id="269" r:id="rId13"/>
    <p:sldId id="272" r:id="rId14"/>
    <p:sldId id="275" r:id="rId15"/>
    <p:sldId id="276" r:id="rId16"/>
    <p:sldId id="277" r:id="rId17"/>
    <p:sldId id="278" r:id="rId18"/>
    <p:sldId id="279" r:id="rId19"/>
    <p:sldId id="280" r:id="rId20"/>
    <p:sldId id="259" r:id="rId21"/>
    <p:sldId id="299" r:id="rId22"/>
    <p:sldId id="258" r:id="rId23"/>
    <p:sldId id="282" r:id="rId24"/>
    <p:sldId id="281" r:id="rId25"/>
    <p:sldId id="300" r:id="rId2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86467" autoAdjust="0"/>
  </p:normalViewPr>
  <p:slideViewPr>
    <p:cSldViewPr snapToGrid="0">
      <p:cViewPr varScale="1">
        <p:scale>
          <a:sx n="139" d="100"/>
          <a:sy n="139" d="100"/>
        </p:scale>
        <p:origin x="1056" y="84"/>
      </p:cViewPr>
      <p:guideLst/>
    </p:cSldViewPr>
  </p:slideViewPr>
  <p:outlineViewPr>
    <p:cViewPr>
      <p:scale>
        <a:sx n="33" d="100"/>
        <a:sy n="33" d="100"/>
      </p:scale>
      <p:origin x="0" y="-1059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0527C63-637A-47B6-9930-5B1ADF83777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3AC5D597-481A-4C98-A575-0F05414DA7C3}">
      <dgm:prSet/>
      <dgm:spPr/>
      <dgm:t>
        <a:bodyPr/>
        <a:lstStyle/>
        <a:p>
          <a:r>
            <a:rPr lang="fr-FR" b="1" dirty="0"/>
            <a:t>Fusion</a:t>
          </a:r>
          <a:r>
            <a:rPr lang="fr-FR" dirty="0"/>
            <a:t> </a:t>
          </a:r>
          <a:endParaRPr lang="en-US" dirty="0"/>
        </a:p>
      </dgm:t>
    </dgm:pt>
    <dgm:pt modelId="{C20A4F57-6BC4-4A9D-BE4E-ADDEB8E25348}" type="parTrans" cxnId="{CF1649E2-6D7B-47EE-B1E6-276B951FC6DF}">
      <dgm:prSet/>
      <dgm:spPr/>
      <dgm:t>
        <a:bodyPr/>
        <a:lstStyle/>
        <a:p>
          <a:endParaRPr lang="en-US"/>
        </a:p>
      </dgm:t>
    </dgm:pt>
    <dgm:pt modelId="{0E7221D1-324D-4FB6-B8B1-13F60970C3AE}" type="sibTrans" cxnId="{CF1649E2-6D7B-47EE-B1E6-276B951FC6DF}">
      <dgm:prSet/>
      <dgm:spPr/>
      <dgm:t>
        <a:bodyPr/>
        <a:lstStyle/>
        <a:p>
          <a:endParaRPr lang="en-US"/>
        </a:p>
      </dgm:t>
    </dgm:pt>
    <dgm:pt modelId="{E8D4B822-EC9B-4AA8-9A41-BB029713E7EA}">
      <dgm:prSet/>
      <dgm:spPr/>
      <dgm:t>
        <a:bodyPr/>
        <a:lstStyle/>
        <a:p>
          <a:r>
            <a:rPr lang="fr-FR" b="1" i="0" baseline="0"/>
            <a:t>Représentation</a:t>
          </a:r>
          <a:r>
            <a:rPr lang="fr-FR" b="0" i="0" baseline="0"/>
            <a:t> </a:t>
          </a:r>
          <a:endParaRPr lang="en-US"/>
        </a:p>
      </dgm:t>
    </dgm:pt>
    <dgm:pt modelId="{793A2D8B-482C-483C-8C97-2052FAFD3358}" type="parTrans" cxnId="{C6DD3067-5C7B-4F32-9691-6494F58F54EC}">
      <dgm:prSet/>
      <dgm:spPr/>
      <dgm:t>
        <a:bodyPr/>
        <a:lstStyle/>
        <a:p>
          <a:endParaRPr lang="en-US"/>
        </a:p>
      </dgm:t>
    </dgm:pt>
    <dgm:pt modelId="{4076CB6E-E0FB-405A-B4D2-A87422E458D3}" type="sibTrans" cxnId="{C6DD3067-5C7B-4F32-9691-6494F58F54EC}">
      <dgm:prSet/>
      <dgm:spPr/>
      <dgm:t>
        <a:bodyPr/>
        <a:lstStyle/>
        <a:p>
          <a:endParaRPr lang="en-US"/>
        </a:p>
      </dgm:t>
    </dgm:pt>
    <dgm:pt modelId="{1366E4AC-3A3A-4200-8A36-1304F8472F76}">
      <dgm:prSet/>
      <dgm:spPr/>
      <dgm:t>
        <a:bodyPr/>
        <a:lstStyle/>
        <a:p>
          <a:r>
            <a:rPr lang="fr-FR" b="1" i="0" baseline="0"/>
            <a:t>Traduction</a:t>
          </a:r>
          <a:r>
            <a:rPr lang="fr-FR" b="0" i="0" baseline="0"/>
            <a:t> </a:t>
          </a:r>
          <a:endParaRPr lang="en-US"/>
        </a:p>
      </dgm:t>
    </dgm:pt>
    <dgm:pt modelId="{60FC05CA-CF2E-4A9A-8CB5-E43356E57D1E}" type="parTrans" cxnId="{994FA51E-F9AF-439D-8945-DE87DAA54F0D}">
      <dgm:prSet/>
      <dgm:spPr/>
      <dgm:t>
        <a:bodyPr/>
        <a:lstStyle/>
        <a:p>
          <a:endParaRPr lang="en-US"/>
        </a:p>
      </dgm:t>
    </dgm:pt>
    <dgm:pt modelId="{32714EF9-D79C-42CE-8ABC-6056F365A420}" type="sibTrans" cxnId="{994FA51E-F9AF-439D-8945-DE87DAA54F0D}">
      <dgm:prSet/>
      <dgm:spPr/>
      <dgm:t>
        <a:bodyPr/>
        <a:lstStyle/>
        <a:p>
          <a:endParaRPr lang="en-US"/>
        </a:p>
      </dgm:t>
    </dgm:pt>
    <dgm:pt modelId="{AE731D34-2FB4-4F2D-867D-ECFE465B2E2C}">
      <dgm:prSet/>
      <dgm:spPr/>
      <dgm:t>
        <a:bodyPr/>
        <a:lstStyle/>
        <a:p>
          <a:r>
            <a:rPr lang="fr-FR" b="1" i="0" baseline="0"/>
            <a:t>Alignement</a:t>
          </a:r>
          <a:r>
            <a:rPr lang="fr-FR" b="0" i="0" baseline="0"/>
            <a:t> </a:t>
          </a:r>
          <a:endParaRPr lang="en-US"/>
        </a:p>
      </dgm:t>
    </dgm:pt>
    <dgm:pt modelId="{5D6EDA61-D412-4877-B487-DC0C4E8C9989}" type="parTrans" cxnId="{3D3C3548-5F8A-4946-845C-B796EAF912A6}">
      <dgm:prSet/>
      <dgm:spPr/>
      <dgm:t>
        <a:bodyPr/>
        <a:lstStyle/>
        <a:p>
          <a:endParaRPr lang="en-US"/>
        </a:p>
      </dgm:t>
    </dgm:pt>
    <dgm:pt modelId="{903ABB12-44FB-448F-ABA0-BCF94FB3BC57}" type="sibTrans" cxnId="{3D3C3548-5F8A-4946-845C-B796EAF912A6}">
      <dgm:prSet/>
      <dgm:spPr/>
      <dgm:t>
        <a:bodyPr/>
        <a:lstStyle/>
        <a:p>
          <a:endParaRPr lang="en-US"/>
        </a:p>
      </dgm:t>
    </dgm:pt>
    <dgm:pt modelId="{BF6BD076-2E0C-42A4-B6FE-E7C7672D199B}">
      <dgm:prSet/>
      <dgm:spPr/>
      <dgm:t>
        <a:bodyPr/>
        <a:lstStyle/>
        <a:p>
          <a:r>
            <a:rPr lang="fr-FR" b="1" i="0" baseline="0" dirty="0"/>
            <a:t>Co-Learning</a:t>
          </a:r>
          <a:endParaRPr lang="en-US" dirty="0"/>
        </a:p>
      </dgm:t>
    </dgm:pt>
    <dgm:pt modelId="{6C223CB5-8594-437C-9A0E-9D83EAF07F44}" type="parTrans" cxnId="{3302CB3D-B5A6-430D-AB45-CEAE0E46ACE6}">
      <dgm:prSet/>
      <dgm:spPr/>
      <dgm:t>
        <a:bodyPr/>
        <a:lstStyle/>
        <a:p>
          <a:endParaRPr lang="en-US"/>
        </a:p>
      </dgm:t>
    </dgm:pt>
    <dgm:pt modelId="{FC1D5E44-3463-48DF-BA62-0EA2F8E5A11A}" type="sibTrans" cxnId="{3302CB3D-B5A6-430D-AB45-CEAE0E46ACE6}">
      <dgm:prSet/>
      <dgm:spPr/>
      <dgm:t>
        <a:bodyPr/>
        <a:lstStyle/>
        <a:p>
          <a:endParaRPr lang="en-US"/>
        </a:p>
      </dgm:t>
    </dgm:pt>
    <dgm:pt modelId="{FDED81C0-AD38-4337-B50C-9B43E2A72CFE}" type="pres">
      <dgm:prSet presAssocID="{90527C63-637A-47B6-9930-5B1ADF837775}" presName="root" presStyleCnt="0">
        <dgm:presLayoutVars>
          <dgm:dir/>
          <dgm:resizeHandles val="exact"/>
        </dgm:presLayoutVars>
      </dgm:prSet>
      <dgm:spPr/>
    </dgm:pt>
    <dgm:pt modelId="{D09DE903-2802-47E8-B021-68B5AB8FB992}" type="pres">
      <dgm:prSet presAssocID="{3AC5D597-481A-4C98-A575-0F05414DA7C3}" presName="compNode" presStyleCnt="0"/>
      <dgm:spPr/>
    </dgm:pt>
    <dgm:pt modelId="{C1AECE2B-2273-4143-8305-E4D351ED2994}" type="pres">
      <dgm:prSet presAssocID="{3AC5D597-481A-4C98-A575-0F05414DA7C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e"/>
        </a:ext>
      </dgm:extLst>
    </dgm:pt>
    <dgm:pt modelId="{7417F7C8-F1C9-413D-837E-C9A750559281}" type="pres">
      <dgm:prSet presAssocID="{3AC5D597-481A-4C98-A575-0F05414DA7C3}" presName="spaceRect" presStyleCnt="0"/>
      <dgm:spPr/>
    </dgm:pt>
    <dgm:pt modelId="{C709DBD9-5D6D-4237-B6C8-B66DBCEBA4AF}" type="pres">
      <dgm:prSet presAssocID="{3AC5D597-481A-4C98-A575-0F05414DA7C3}" presName="textRect" presStyleLbl="revTx" presStyleIdx="0" presStyleCnt="5">
        <dgm:presLayoutVars>
          <dgm:chMax val="1"/>
          <dgm:chPref val="1"/>
        </dgm:presLayoutVars>
      </dgm:prSet>
      <dgm:spPr/>
    </dgm:pt>
    <dgm:pt modelId="{A31DB54D-75AD-4E91-B81D-B3F2A5532A3E}" type="pres">
      <dgm:prSet presAssocID="{0E7221D1-324D-4FB6-B8B1-13F60970C3AE}" presName="sibTrans" presStyleCnt="0"/>
      <dgm:spPr/>
    </dgm:pt>
    <dgm:pt modelId="{A1918E05-B36E-45E8-9FFA-A4C8F0DD43EB}" type="pres">
      <dgm:prSet presAssocID="{E8D4B822-EC9B-4AA8-9A41-BB029713E7EA}" presName="compNode" presStyleCnt="0"/>
      <dgm:spPr/>
    </dgm:pt>
    <dgm:pt modelId="{EDD65A80-8423-4DF1-8E79-6EDF70057F8A}" type="pres">
      <dgm:prSet presAssocID="{E8D4B822-EC9B-4AA8-9A41-BB029713E7E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53522F8-31EE-40F1-A4C8-538EF10DB982}" type="pres">
      <dgm:prSet presAssocID="{E8D4B822-EC9B-4AA8-9A41-BB029713E7EA}" presName="spaceRect" presStyleCnt="0"/>
      <dgm:spPr/>
    </dgm:pt>
    <dgm:pt modelId="{5C99234B-9CF4-4102-A132-90645053C218}" type="pres">
      <dgm:prSet presAssocID="{E8D4B822-EC9B-4AA8-9A41-BB029713E7EA}" presName="textRect" presStyleLbl="revTx" presStyleIdx="1" presStyleCnt="5">
        <dgm:presLayoutVars>
          <dgm:chMax val="1"/>
          <dgm:chPref val="1"/>
        </dgm:presLayoutVars>
      </dgm:prSet>
      <dgm:spPr/>
    </dgm:pt>
    <dgm:pt modelId="{6EDB8033-8BDF-4E6D-BA13-57E36D75502C}" type="pres">
      <dgm:prSet presAssocID="{4076CB6E-E0FB-405A-B4D2-A87422E458D3}" presName="sibTrans" presStyleCnt="0"/>
      <dgm:spPr/>
    </dgm:pt>
    <dgm:pt modelId="{9F57A237-0E93-4837-8EE4-9CC954C1E63F}" type="pres">
      <dgm:prSet presAssocID="{1366E4AC-3A3A-4200-8A36-1304F8472F76}" presName="compNode" presStyleCnt="0"/>
      <dgm:spPr/>
    </dgm:pt>
    <dgm:pt modelId="{3EF79444-47EA-47DA-AE09-DD57D8E9623F}" type="pres">
      <dgm:prSet presAssocID="{1366E4AC-3A3A-4200-8A36-1304F8472F76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67CF3264-7F9F-46A0-BA56-4301BBD114DE}" type="pres">
      <dgm:prSet presAssocID="{1366E4AC-3A3A-4200-8A36-1304F8472F76}" presName="spaceRect" presStyleCnt="0"/>
      <dgm:spPr/>
    </dgm:pt>
    <dgm:pt modelId="{352143A5-8353-4652-BB68-409B3B0CE23D}" type="pres">
      <dgm:prSet presAssocID="{1366E4AC-3A3A-4200-8A36-1304F8472F76}" presName="textRect" presStyleLbl="revTx" presStyleIdx="2" presStyleCnt="5">
        <dgm:presLayoutVars>
          <dgm:chMax val="1"/>
          <dgm:chPref val="1"/>
        </dgm:presLayoutVars>
      </dgm:prSet>
      <dgm:spPr/>
    </dgm:pt>
    <dgm:pt modelId="{B99319D3-FFBB-4E6B-9631-1BFADF2DCE49}" type="pres">
      <dgm:prSet presAssocID="{32714EF9-D79C-42CE-8ABC-6056F365A420}" presName="sibTrans" presStyleCnt="0"/>
      <dgm:spPr/>
    </dgm:pt>
    <dgm:pt modelId="{275CE9D9-56E7-45BB-8CB2-86DBE006AAE2}" type="pres">
      <dgm:prSet presAssocID="{AE731D34-2FB4-4F2D-867D-ECFE465B2E2C}" presName="compNode" presStyleCnt="0"/>
      <dgm:spPr/>
    </dgm:pt>
    <dgm:pt modelId="{7FA499EB-A690-47AE-877C-1F6C506686C9}" type="pres">
      <dgm:prSet presAssocID="{AE731D34-2FB4-4F2D-867D-ECFE465B2E2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gnée de main"/>
        </a:ext>
      </dgm:extLst>
    </dgm:pt>
    <dgm:pt modelId="{775E2A32-8112-4E7E-88D7-F6D4DD2CF500}" type="pres">
      <dgm:prSet presAssocID="{AE731D34-2FB4-4F2D-867D-ECFE465B2E2C}" presName="spaceRect" presStyleCnt="0"/>
      <dgm:spPr/>
    </dgm:pt>
    <dgm:pt modelId="{0CE6B2CE-5C63-42C8-AB97-2BD91D6255CF}" type="pres">
      <dgm:prSet presAssocID="{AE731D34-2FB4-4F2D-867D-ECFE465B2E2C}" presName="textRect" presStyleLbl="revTx" presStyleIdx="3" presStyleCnt="5">
        <dgm:presLayoutVars>
          <dgm:chMax val="1"/>
          <dgm:chPref val="1"/>
        </dgm:presLayoutVars>
      </dgm:prSet>
      <dgm:spPr/>
    </dgm:pt>
    <dgm:pt modelId="{ED7622D9-2EAF-4205-A1AF-70E071E2B8F4}" type="pres">
      <dgm:prSet presAssocID="{903ABB12-44FB-448F-ABA0-BCF94FB3BC57}" presName="sibTrans" presStyleCnt="0"/>
      <dgm:spPr/>
    </dgm:pt>
    <dgm:pt modelId="{50A1885E-3C13-45BE-B168-AD130D266356}" type="pres">
      <dgm:prSet presAssocID="{BF6BD076-2E0C-42A4-B6FE-E7C7672D199B}" presName="compNode" presStyleCnt="0"/>
      <dgm:spPr/>
    </dgm:pt>
    <dgm:pt modelId="{96CFD845-DAFC-4FB3-BB8D-D7DDB2659D25}" type="pres">
      <dgm:prSet presAssocID="{BF6BD076-2E0C-42A4-B6FE-E7C7672D199B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e"/>
        </a:ext>
      </dgm:extLst>
    </dgm:pt>
    <dgm:pt modelId="{BD5FEB2A-F5FE-46A0-80FF-1DDAC9F8F940}" type="pres">
      <dgm:prSet presAssocID="{BF6BD076-2E0C-42A4-B6FE-E7C7672D199B}" presName="spaceRect" presStyleCnt="0"/>
      <dgm:spPr/>
    </dgm:pt>
    <dgm:pt modelId="{9847FA4E-43E5-4878-91F1-1A5FDF3FE69D}" type="pres">
      <dgm:prSet presAssocID="{BF6BD076-2E0C-42A4-B6FE-E7C7672D199B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E72CC03-E202-4E55-BC48-F2E1184646E0}" type="presOf" srcId="{BF6BD076-2E0C-42A4-B6FE-E7C7672D199B}" destId="{9847FA4E-43E5-4878-91F1-1A5FDF3FE69D}" srcOrd="0" destOrd="0" presId="urn:microsoft.com/office/officeart/2018/2/layout/IconLabelList"/>
    <dgm:cxn modelId="{994FA51E-F9AF-439D-8945-DE87DAA54F0D}" srcId="{90527C63-637A-47B6-9930-5B1ADF837775}" destId="{1366E4AC-3A3A-4200-8A36-1304F8472F76}" srcOrd="2" destOrd="0" parTransId="{60FC05CA-CF2E-4A9A-8CB5-E43356E57D1E}" sibTransId="{32714EF9-D79C-42CE-8ABC-6056F365A420}"/>
    <dgm:cxn modelId="{3302CB3D-B5A6-430D-AB45-CEAE0E46ACE6}" srcId="{90527C63-637A-47B6-9930-5B1ADF837775}" destId="{BF6BD076-2E0C-42A4-B6FE-E7C7672D199B}" srcOrd="4" destOrd="0" parTransId="{6C223CB5-8594-437C-9A0E-9D83EAF07F44}" sibTransId="{FC1D5E44-3463-48DF-BA62-0EA2F8E5A11A}"/>
    <dgm:cxn modelId="{C6DD3067-5C7B-4F32-9691-6494F58F54EC}" srcId="{90527C63-637A-47B6-9930-5B1ADF837775}" destId="{E8D4B822-EC9B-4AA8-9A41-BB029713E7EA}" srcOrd="1" destOrd="0" parTransId="{793A2D8B-482C-483C-8C97-2052FAFD3358}" sibTransId="{4076CB6E-E0FB-405A-B4D2-A87422E458D3}"/>
    <dgm:cxn modelId="{3D3C3548-5F8A-4946-845C-B796EAF912A6}" srcId="{90527C63-637A-47B6-9930-5B1ADF837775}" destId="{AE731D34-2FB4-4F2D-867D-ECFE465B2E2C}" srcOrd="3" destOrd="0" parTransId="{5D6EDA61-D412-4877-B487-DC0C4E8C9989}" sibTransId="{903ABB12-44FB-448F-ABA0-BCF94FB3BC57}"/>
    <dgm:cxn modelId="{F948D051-9399-41A8-BB4D-51C58760A0A6}" type="presOf" srcId="{3AC5D597-481A-4C98-A575-0F05414DA7C3}" destId="{C709DBD9-5D6D-4237-B6C8-B66DBCEBA4AF}" srcOrd="0" destOrd="0" presId="urn:microsoft.com/office/officeart/2018/2/layout/IconLabelList"/>
    <dgm:cxn modelId="{CA919C88-C0C1-4066-A3C3-8FE21A3C4E06}" type="presOf" srcId="{AE731D34-2FB4-4F2D-867D-ECFE465B2E2C}" destId="{0CE6B2CE-5C63-42C8-AB97-2BD91D6255CF}" srcOrd="0" destOrd="0" presId="urn:microsoft.com/office/officeart/2018/2/layout/IconLabelList"/>
    <dgm:cxn modelId="{EBCFAF88-0562-4BFF-9A01-45458BAA289B}" type="presOf" srcId="{E8D4B822-EC9B-4AA8-9A41-BB029713E7EA}" destId="{5C99234B-9CF4-4102-A132-90645053C218}" srcOrd="0" destOrd="0" presId="urn:microsoft.com/office/officeart/2018/2/layout/IconLabelList"/>
    <dgm:cxn modelId="{B6B5C3CD-A7ED-433A-9460-9BADFA174E20}" type="presOf" srcId="{90527C63-637A-47B6-9930-5B1ADF837775}" destId="{FDED81C0-AD38-4337-B50C-9B43E2A72CFE}" srcOrd="0" destOrd="0" presId="urn:microsoft.com/office/officeart/2018/2/layout/IconLabelList"/>
    <dgm:cxn modelId="{CF1649E2-6D7B-47EE-B1E6-276B951FC6DF}" srcId="{90527C63-637A-47B6-9930-5B1ADF837775}" destId="{3AC5D597-481A-4C98-A575-0F05414DA7C3}" srcOrd="0" destOrd="0" parTransId="{C20A4F57-6BC4-4A9D-BE4E-ADDEB8E25348}" sibTransId="{0E7221D1-324D-4FB6-B8B1-13F60970C3AE}"/>
    <dgm:cxn modelId="{4B83EFF6-F7DB-4F7D-BCB1-A2B03DFBE687}" type="presOf" srcId="{1366E4AC-3A3A-4200-8A36-1304F8472F76}" destId="{352143A5-8353-4652-BB68-409B3B0CE23D}" srcOrd="0" destOrd="0" presId="urn:microsoft.com/office/officeart/2018/2/layout/IconLabelList"/>
    <dgm:cxn modelId="{4E12E286-EDA6-4396-B501-092573E3095D}" type="presParOf" srcId="{FDED81C0-AD38-4337-B50C-9B43E2A72CFE}" destId="{D09DE903-2802-47E8-B021-68B5AB8FB992}" srcOrd="0" destOrd="0" presId="urn:microsoft.com/office/officeart/2018/2/layout/IconLabelList"/>
    <dgm:cxn modelId="{812C9EC2-8868-4B4B-9F69-05EE6154F9DA}" type="presParOf" srcId="{D09DE903-2802-47E8-B021-68B5AB8FB992}" destId="{C1AECE2B-2273-4143-8305-E4D351ED2994}" srcOrd="0" destOrd="0" presId="urn:microsoft.com/office/officeart/2018/2/layout/IconLabelList"/>
    <dgm:cxn modelId="{A632A178-BC92-4EDA-85E6-A288C7C19A14}" type="presParOf" srcId="{D09DE903-2802-47E8-B021-68B5AB8FB992}" destId="{7417F7C8-F1C9-413D-837E-C9A750559281}" srcOrd="1" destOrd="0" presId="urn:microsoft.com/office/officeart/2018/2/layout/IconLabelList"/>
    <dgm:cxn modelId="{D24F70A2-AB5A-481A-96DF-2DE8A1922073}" type="presParOf" srcId="{D09DE903-2802-47E8-B021-68B5AB8FB992}" destId="{C709DBD9-5D6D-4237-B6C8-B66DBCEBA4AF}" srcOrd="2" destOrd="0" presId="urn:microsoft.com/office/officeart/2018/2/layout/IconLabelList"/>
    <dgm:cxn modelId="{9E033598-BCB3-4481-9436-63A014F913C8}" type="presParOf" srcId="{FDED81C0-AD38-4337-B50C-9B43E2A72CFE}" destId="{A31DB54D-75AD-4E91-B81D-B3F2A5532A3E}" srcOrd="1" destOrd="0" presId="urn:microsoft.com/office/officeart/2018/2/layout/IconLabelList"/>
    <dgm:cxn modelId="{ED7C82A4-1F0B-4987-9D94-A16E08D956CB}" type="presParOf" srcId="{FDED81C0-AD38-4337-B50C-9B43E2A72CFE}" destId="{A1918E05-B36E-45E8-9FFA-A4C8F0DD43EB}" srcOrd="2" destOrd="0" presId="urn:microsoft.com/office/officeart/2018/2/layout/IconLabelList"/>
    <dgm:cxn modelId="{1EC3F6CC-18D9-473F-98F3-5F0F49CFADEE}" type="presParOf" srcId="{A1918E05-B36E-45E8-9FFA-A4C8F0DD43EB}" destId="{EDD65A80-8423-4DF1-8E79-6EDF70057F8A}" srcOrd="0" destOrd="0" presId="urn:microsoft.com/office/officeart/2018/2/layout/IconLabelList"/>
    <dgm:cxn modelId="{5DD63E66-638F-49CA-AA3E-7CF22FA00E7D}" type="presParOf" srcId="{A1918E05-B36E-45E8-9FFA-A4C8F0DD43EB}" destId="{953522F8-31EE-40F1-A4C8-538EF10DB982}" srcOrd="1" destOrd="0" presId="urn:microsoft.com/office/officeart/2018/2/layout/IconLabelList"/>
    <dgm:cxn modelId="{9F41194A-6B01-4B96-A969-8D718EE463DE}" type="presParOf" srcId="{A1918E05-B36E-45E8-9FFA-A4C8F0DD43EB}" destId="{5C99234B-9CF4-4102-A132-90645053C218}" srcOrd="2" destOrd="0" presId="urn:microsoft.com/office/officeart/2018/2/layout/IconLabelList"/>
    <dgm:cxn modelId="{4A5F1C5C-9EED-4896-85F2-B962698BB30B}" type="presParOf" srcId="{FDED81C0-AD38-4337-B50C-9B43E2A72CFE}" destId="{6EDB8033-8BDF-4E6D-BA13-57E36D75502C}" srcOrd="3" destOrd="0" presId="urn:microsoft.com/office/officeart/2018/2/layout/IconLabelList"/>
    <dgm:cxn modelId="{E5C34A34-3D59-4329-9347-7E5F03EDFF17}" type="presParOf" srcId="{FDED81C0-AD38-4337-B50C-9B43E2A72CFE}" destId="{9F57A237-0E93-4837-8EE4-9CC954C1E63F}" srcOrd="4" destOrd="0" presId="urn:microsoft.com/office/officeart/2018/2/layout/IconLabelList"/>
    <dgm:cxn modelId="{FD94378F-1984-4D71-A93D-964EEF6C74DF}" type="presParOf" srcId="{9F57A237-0E93-4837-8EE4-9CC954C1E63F}" destId="{3EF79444-47EA-47DA-AE09-DD57D8E9623F}" srcOrd="0" destOrd="0" presId="urn:microsoft.com/office/officeart/2018/2/layout/IconLabelList"/>
    <dgm:cxn modelId="{C99699EB-D7B8-4EDB-AFE9-3CC5964AE654}" type="presParOf" srcId="{9F57A237-0E93-4837-8EE4-9CC954C1E63F}" destId="{67CF3264-7F9F-46A0-BA56-4301BBD114DE}" srcOrd="1" destOrd="0" presId="urn:microsoft.com/office/officeart/2018/2/layout/IconLabelList"/>
    <dgm:cxn modelId="{45617A68-B053-4EEE-B274-B4E8A33857C4}" type="presParOf" srcId="{9F57A237-0E93-4837-8EE4-9CC954C1E63F}" destId="{352143A5-8353-4652-BB68-409B3B0CE23D}" srcOrd="2" destOrd="0" presId="urn:microsoft.com/office/officeart/2018/2/layout/IconLabelList"/>
    <dgm:cxn modelId="{E6250374-368C-44A5-A961-633E68CCAC4D}" type="presParOf" srcId="{FDED81C0-AD38-4337-B50C-9B43E2A72CFE}" destId="{B99319D3-FFBB-4E6B-9631-1BFADF2DCE49}" srcOrd="5" destOrd="0" presId="urn:microsoft.com/office/officeart/2018/2/layout/IconLabelList"/>
    <dgm:cxn modelId="{4877AC67-4644-4844-86F8-3FD973381A69}" type="presParOf" srcId="{FDED81C0-AD38-4337-B50C-9B43E2A72CFE}" destId="{275CE9D9-56E7-45BB-8CB2-86DBE006AAE2}" srcOrd="6" destOrd="0" presId="urn:microsoft.com/office/officeart/2018/2/layout/IconLabelList"/>
    <dgm:cxn modelId="{6393135E-1A98-4D33-B3AB-502F46F5759A}" type="presParOf" srcId="{275CE9D9-56E7-45BB-8CB2-86DBE006AAE2}" destId="{7FA499EB-A690-47AE-877C-1F6C506686C9}" srcOrd="0" destOrd="0" presId="urn:microsoft.com/office/officeart/2018/2/layout/IconLabelList"/>
    <dgm:cxn modelId="{DD59259D-DF12-4F99-9E8D-B628FBA10066}" type="presParOf" srcId="{275CE9D9-56E7-45BB-8CB2-86DBE006AAE2}" destId="{775E2A32-8112-4E7E-88D7-F6D4DD2CF500}" srcOrd="1" destOrd="0" presId="urn:microsoft.com/office/officeart/2018/2/layout/IconLabelList"/>
    <dgm:cxn modelId="{BAF1B56F-4C5E-4C99-9A96-37BD919910B3}" type="presParOf" srcId="{275CE9D9-56E7-45BB-8CB2-86DBE006AAE2}" destId="{0CE6B2CE-5C63-42C8-AB97-2BD91D6255CF}" srcOrd="2" destOrd="0" presId="urn:microsoft.com/office/officeart/2018/2/layout/IconLabelList"/>
    <dgm:cxn modelId="{B371D448-7BBC-4EA4-BA4A-1E9E54DEFA9E}" type="presParOf" srcId="{FDED81C0-AD38-4337-B50C-9B43E2A72CFE}" destId="{ED7622D9-2EAF-4205-A1AF-70E071E2B8F4}" srcOrd="7" destOrd="0" presId="urn:microsoft.com/office/officeart/2018/2/layout/IconLabelList"/>
    <dgm:cxn modelId="{6301BB57-60DE-45DE-909B-748E922FFDBB}" type="presParOf" srcId="{FDED81C0-AD38-4337-B50C-9B43E2A72CFE}" destId="{50A1885E-3C13-45BE-B168-AD130D266356}" srcOrd="8" destOrd="0" presId="urn:microsoft.com/office/officeart/2018/2/layout/IconLabelList"/>
    <dgm:cxn modelId="{617FAB38-0B16-43EE-A42A-F158995701FD}" type="presParOf" srcId="{50A1885E-3C13-45BE-B168-AD130D266356}" destId="{96CFD845-DAFC-4FB3-BB8D-D7DDB2659D25}" srcOrd="0" destOrd="0" presId="urn:microsoft.com/office/officeart/2018/2/layout/IconLabelList"/>
    <dgm:cxn modelId="{C10A5DC7-532C-4935-98FB-180B8BD40B17}" type="presParOf" srcId="{50A1885E-3C13-45BE-B168-AD130D266356}" destId="{BD5FEB2A-F5FE-46A0-80FF-1DDAC9F8F940}" srcOrd="1" destOrd="0" presId="urn:microsoft.com/office/officeart/2018/2/layout/IconLabelList"/>
    <dgm:cxn modelId="{2AA4D504-F135-4D6C-9C66-65AB0FFB2FCF}" type="presParOf" srcId="{50A1885E-3C13-45BE-B168-AD130D266356}" destId="{9847FA4E-43E5-4878-91F1-1A5FDF3FE6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951726A-FF3F-419E-9A3E-CE140793AAC0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2D9FC36-07CB-46D0-BE4A-47A85B456B54}">
      <dgm:prSet/>
      <dgm:spPr/>
      <dgm:t>
        <a:bodyPr/>
        <a:lstStyle/>
        <a:p>
          <a:r>
            <a:rPr lang="fr-FR"/>
            <a:t>Early fusion</a:t>
          </a:r>
          <a:endParaRPr lang="en-US"/>
        </a:p>
      </dgm:t>
    </dgm:pt>
    <dgm:pt modelId="{B8613EC4-33D8-4EE9-8174-B0FC23AED90C}" type="parTrans" cxnId="{168957A4-4E5C-49C0-9B38-2BC44BC30F92}">
      <dgm:prSet/>
      <dgm:spPr/>
      <dgm:t>
        <a:bodyPr/>
        <a:lstStyle/>
        <a:p>
          <a:endParaRPr lang="en-US"/>
        </a:p>
      </dgm:t>
    </dgm:pt>
    <dgm:pt modelId="{45554102-6225-4A5A-90EE-C76533E13D70}" type="sibTrans" cxnId="{168957A4-4E5C-49C0-9B38-2BC44BC30F92}">
      <dgm:prSet/>
      <dgm:spPr/>
      <dgm:t>
        <a:bodyPr/>
        <a:lstStyle/>
        <a:p>
          <a:endParaRPr lang="en-US"/>
        </a:p>
      </dgm:t>
    </dgm:pt>
    <dgm:pt modelId="{84969002-9A31-4375-8385-AF986C5D94C6}">
      <dgm:prSet/>
      <dgm:spPr/>
      <dgm:t>
        <a:bodyPr/>
        <a:lstStyle/>
        <a:p>
          <a:r>
            <a:rPr lang="fr-FR"/>
            <a:t>Deep fusion</a:t>
          </a:r>
          <a:endParaRPr lang="en-US"/>
        </a:p>
      </dgm:t>
    </dgm:pt>
    <dgm:pt modelId="{DFDB667E-59F4-483C-9B0E-550B2CA94D10}" type="parTrans" cxnId="{A8EA95DD-0795-4F6D-9E76-3A00A24C44D6}">
      <dgm:prSet/>
      <dgm:spPr/>
      <dgm:t>
        <a:bodyPr/>
        <a:lstStyle/>
        <a:p>
          <a:endParaRPr lang="en-US"/>
        </a:p>
      </dgm:t>
    </dgm:pt>
    <dgm:pt modelId="{159DE00C-DF93-4DB1-A9C2-40A3C73A5A56}" type="sibTrans" cxnId="{A8EA95DD-0795-4F6D-9E76-3A00A24C44D6}">
      <dgm:prSet/>
      <dgm:spPr/>
      <dgm:t>
        <a:bodyPr/>
        <a:lstStyle/>
        <a:p>
          <a:endParaRPr lang="en-US"/>
        </a:p>
      </dgm:t>
    </dgm:pt>
    <dgm:pt modelId="{68E3D228-412F-4E8B-913F-0DCFC5CB2D3F}">
      <dgm:prSet/>
      <dgm:spPr/>
      <dgm:t>
        <a:bodyPr/>
        <a:lstStyle/>
        <a:p>
          <a:r>
            <a:rPr lang="fr-FR"/>
            <a:t>Late fusion</a:t>
          </a:r>
          <a:endParaRPr lang="en-US"/>
        </a:p>
      </dgm:t>
    </dgm:pt>
    <dgm:pt modelId="{156096D1-C6F4-4CDC-920D-4B9967DB5AB5}" type="parTrans" cxnId="{6BB0F3AF-D272-4C64-BE93-D07D2D61C789}">
      <dgm:prSet/>
      <dgm:spPr/>
      <dgm:t>
        <a:bodyPr/>
        <a:lstStyle/>
        <a:p>
          <a:endParaRPr lang="en-US"/>
        </a:p>
      </dgm:t>
    </dgm:pt>
    <dgm:pt modelId="{547E8BE8-337B-4D01-AFEC-02AF3AAEF94E}" type="sibTrans" cxnId="{6BB0F3AF-D272-4C64-BE93-D07D2D61C789}">
      <dgm:prSet/>
      <dgm:spPr/>
      <dgm:t>
        <a:bodyPr/>
        <a:lstStyle/>
        <a:p>
          <a:endParaRPr lang="en-US"/>
        </a:p>
      </dgm:t>
    </dgm:pt>
    <dgm:pt modelId="{A1F02760-E29F-48FC-99F8-5B9A5D8D1903}">
      <dgm:prSet/>
      <dgm:spPr/>
      <dgm:t>
        <a:bodyPr/>
        <a:lstStyle/>
        <a:p>
          <a:r>
            <a:rPr lang="fr-FR"/>
            <a:t>Hybrid fusion </a:t>
          </a:r>
          <a:endParaRPr lang="en-US"/>
        </a:p>
      </dgm:t>
    </dgm:pt>
    <dgm:pt modelId="{D9D37E8E-6657-4129-80F7-A13CA553BE5E}" type="parTrans" cxnId="{65825B8C-226E-434B-B363-A4038A5488DA}">
      <dgm:prSet/>
      <dgm:spPr/>
      <dgm:t>
        <a:bodyPr/>
        <a:lstStyle/>
        <a:p>
          <a:endParaRPr lang="en-US"/>
        </a:p>
      </dgm:t>
    </dgm:pt>
    <dgm:pt modelId="{DFE4193E-75BF-4E03-8650-65814CCEE3B0}" type="sibTrans" cxnId="{65825B8C-226E-434B-B363-A4038A5488DA}">
      <dgm:prSet/>
      <dgm:spPr/>
      <dgm:t>
        <a:bodyPr/>
        <a:lstStyle/>
        <a:p>
          <a:endParaRPr lang="en-US"/>
        </a:p>
      </dgm:t>
    </dgm:pt>
    <dgm:pt modelId="{37CC7249-069B-428A-826F-345CA149D792}" type="pres">
      <dgm:prSet presAssocID="{8951726A-FF3F-419E-9A3E-CE140793AAC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F5FEE07-4748-4C0A-A6AA-70B121667880}" type="pres">
      <dgm:prSet presAssocID="{82D9FC36-07CB-46D0-BE4A-47A85B456B54}" presName="hierRoot1" presStyleCnt="0"/>
      <dgm:spPr/>
    </dgm:pt>
    <dgm:pt modelId="{43F08F3E-4D65-4D4B-B9DE-6586E8C56AE5}" type="pres">
      <dgm:prSet presAssocID="{82D9FC36-07CB-46D0-BE4A-47A85B456B54}" presName="composite" presStyleCnt="0"/>
      <dgm:spPr/>
    </dgm:pt>
    <dgm:pt modelId="{804B9820-C6E7-40C3-A8A9-4077E82E1BE3}" type="pres">
      <dgm:prSet presAssocID="{82D9FC36-07CB-46D0-BE4A-47A85B456B54}" presName="background" presStyleLbl="node0" presStyleIdx="0" presStyleCnt="4"/>
      <dgm:spPr/>
    </dgm:pt>
    <dgm:pt modelId="{CF909D03-147D-4B99-A308-985C86BA825E}" type="pres">
      <dgm:prSet presAssocID="{82D9FC36-07CB-46D0-BE4A-47A85B456B54}" presName="text" presStyleLbl="fgAcc0" presStyleIdx="0" presStyleCnt="4">
        <dgm:presLayoutVars>
          <dgm:chPref val="3"/>
        </dgm:presLayoutVars>
      </dgm:prSet>
      <dgm:spPr/>
    </dgm:pt>
    <dgm:pt modelId="{02430493-D60C-44CA-BEB9-6DBBF3CAB397}" type="pres">
      <dgm:prSet presAssocID="{82D9FC36-07CB-46D0-BE4A-47A85B456B54}" presName="hierChild2" presStyleCnt="0"/>
      <dgm:spPr/>
    </dgm:pt>
    <dgm:pt modelId="{D401358E-3876-48B7-BD4D-96BECD25D888}" type="pres">
      <dgm:prSet presAssocID="{84969002-9A31-4375-8385-AF986C5D94C6}" presName="hierRoot1" presStyleCnt="0"/>
      <dgm:spPr/>
    </dgm:pt>
    <dgm:pt modelId="{0FE25ED0-5EC9-4EA8-9157-1F133C31D004}" type="pres">
      <dgm:prSet presAssocID="{84969002-9A31-4375-8385-AF986C5D94C6}" presName="composite" presStyleCnt="0"/>
      <dgm:spPr/>
    </dgm:pt>
    <dgm:pt modelId="{6E200CAE-02F4-435A-9F5F-8DF8FDD57B96}" type="pres">
      <dgm:prSet presAssocID="{84969002-9A31-4375-8385-AF986C5D94C6}" presName="background" presStyleLbl="node0" presStyleIdx="1" presStyleCnt="4"/>
      <dgm:spPr/>
    </dgm:pt>
    <dgm:pt modelId="{4E73F807-594E-445B-A3C2-798643BA863A}" type="pres">
      <dgm:prSet presAssocID="{84969002-9A31-4375-8385-AF986C5D94C6}" presName="text" presStyleLbl="fgAcc0" presStyleIdx="1" presStyleCnt="4">
        <dgm:presLayoutVars>
          <dgm:chPref val="3"/>
        </dgm:presLayoutVars>
      </dgm:prSet>
      <dgm:spPr/>
    </dgm:pt>
    <dgm:pt modelId="{5395F02F-1DFF-448D-B092-18A1E8F41156}" type="pres">
      <dgm:prSet presAssocID="{84969002-9A31-4375-8385-AF986C5D94C6}" presName="hierChild2" presStyleCnt="0"/>
      <dgm:spPr/>
    </dgm:pt>
    <dgm:pt modelId="{7500DB02-92ED-4D54-99D3-3DDD8A8D455A}" type="pres">
      <dgm:prSet presAssocID="{68E3D228-412F-4E8B-913F-0DCFC5CB2D3F}" presName="hierRoot1" presStyleCnt="0"/>
      <dgm:spPr/>
    </dgm:pt>
    <dgm:pt modelId="{1A481D06-7AD5-47E1-9C01-4E69BB071E0D}" type="pres">
      <dgm:prSet presAssocID="{68E3D228-412F-4E8B-913F-0DCFC5CB2D3F}" presName="composite" presStyleCnt="0"/>
      <dgm:spPr/>
    </dgm:pt>
    <dgm:pt modelId="{D7478AB1-966C-4088-8B4A-DB1B22BAD9AA}" type="pres">
      <dgm:prSet presAssocID="{68E3D228-412F-4E8B-913F-0DCFC5CB2D3F}" presName="background" presStyleLbl="node0" presStyleIdx="2" presStyleCnt="4"/>
      <dgm:spPr/>
    </dgm:pt>
    <dgm:pt modelId="{4401BF02-69BF-48E1-A46E-6A96A31B9220}" type="pres">
      <dgm:prSet presAssocID="{68E3D228-412F-4E8B-913F-0DCFC5CB2D3F}" presName="text" presStyleLbl="fgAcc0" presStyleIdx="2" presStyleCnt="4">
        <dgm:presLayoutVars>
          <dgm:chPref val="3"/>
        </dgm:presLayoutVars>
      </dgm:prSet>
      <dgm:spPr/>
    </dgm:pt>
    <dgm:pt modelId="{ED372F10-22DD-4A47-8B92-3E7FE41C5B63}" type="pres">
      <dgm:prSet presAssocID="{68E3D228-412F-4E8B-913F-0DCFC5CB2D3F}" presName="hierChild2" presStyleCnt="0"/>
      <dgm:spPr/>
    </dgm:pt>
    <dgm:pt modelId="{215F4B01-CE58-4182-9F3D-866AB44B7594}" type="pres">
      <dgm:prSet presAssocID="{A1F02760-E29F-48FC-99F8-5B9A5D8D1903}" presName="hierRoot1" presStyleCnt="0"/>
      <dgm:spPr/>
    </dgm:pt>
    <dgm:pt modelId="{E4A31AA2-1C74-424E-B98E-81C89EF3BDAE}" type="pres">
      <dgm:prSet presAssocID="{A1F02760-E29F-48FC-99F8-5B9A5D8D1903}" presName="composite" presStyleCnt="0"/>
      <dgm:spPr/>
    </dgm:pt>
    <dgm:pt modelId="{33D76180-5F3B-41E8-83B5-CC336F994BA3}" type="pres">
      <dgm:prSet presAssocID="{A1F02760-E29F-48FC-99F8-5B9A5D8D1903}" presName="background" presStyleLbl="node0" presStyleIdx="3" presStyleCnt="4"/>
      <dgm:spPr/>
    </dgm:pt>
    <dgm:pt modelId="{63FE338A-937A-4BAD-8783-FA5A337BD25A}" type="pres">
      <dgm:prSet presAssocID="{A1F02760-E29F-48FC-99F8-5B9A5D8D1903}" presName="text" presStyleLbl="fgAcc0" presStyleIdx="3" presStyleCnt="4">
        <dgm:presLayoutVars>
          <dgm:chPref val="3"/>
        </dgm:presLayoutVars>
      </dgm:prSet>
      <dgm:spPr/>
    </dgm:pt>
    <dgm:pt modelId="{E114AF18-A972-4534-97EA-7D3C05BB1ACF}" type="pres">
      <dgm:prSet presAssocID="{A1F02760-E29F-48FC-99F8-5B9A5D8D1903}" presName="hierChild2" presStyleCnt="0"/>
      <dgm:spPr/>
    </dgm:pt>
  </dgm:ptLst>
  <dgm:cxnLst>
    <dgm:cxn modelId="{65825B8C-226E-434B-B363-A4038A5488DA}" srcId="{8951726A-FF3F-419E-9A3E-CE140793AAC0}" destId="{A1F02760-E29F-48FC-99F8-5B9A5D8D1903}" srcOrd="3" destOrd="0" parTransId="{D9D37E8E-6657-4129-80F7-A13CA553BE5E}" sibTransId="{DFE4193E-75BF-4E03-8650-65814CCEE3B0}"/>
    <dgm:cxn modelId="{168957A4-4E5C-49C0-9B38-2BC44BC30F92}" srcId="{8951726A-FF3F-419E-9A3E-CE140793AAC0}" destId="{82D9FC36-07CB-46D0-BE4A-47A85B456B54}" srcOrd="0" destOrd="0" parTransId="{B8613EC4-33D8-4EE9-8174-B0FC23AED90C}" sibTransId="{45554102-6225-4A5A-90EE-C76533E13D70}"/>
    <dgm:cxn modelId="{6BB0F3AF-D272-4C64-BE93-D07D2D61C789}" srcId="{8951726A-FF3F-419E-9A3E-CE140793AAC0}" destId="{68E3D228-412F-4E8B-913F-0DCFC5CB2D3F}" srcOrd="2" destOrd="0" parTransId="{156096D1-C6F4-4CDC-920D-4B9967DB5AB5}" sibTransId="{547E8BE8-337B-4D01-AFEC-02AF3AAEF94E}"/>
    <dgm:cxn modelId="{10AD35BE-4C0F-4B5C-B157-DFD6C5467775}" type="presOf" srcId="{8951726A-FF3F-419E-9A3E-CE140793AAC0}" destId="{37CC7249-069B-428A-826F-345CA149D792}" srcOrd="0" destOrd="0" presId="urn:microsoft.com/office/officeart/2005/8/layout/hierarchy1"/>
    <dgm:cxn modelId="{5B37F6C4-4F9D-4AC1-BED4-A51D8BE7F081}" type="presOf" srcId="{84969002-9A31-4375-8385-AF986C5D94C6}" destId="{4E73F807-594E-445B-A3C2-798643BA863A}" srcOrd="0" destOrd="0" presId="urn:microsoft.com/office/officeart/2005/8/layout/hierarchy1"/>
    <dgm:cxn modelId="{A8EA95DD-0795-4F6D-9E76-3A00A24C44D6}" srcId="{8951726A-FF3F-419E-9A3E-CE140793AAC0}" destId="{84969002-9A31-4375-8385-AF986C5D94C6}" srcOrd="1" destOrd="0" parTransId="{DFDB667E-59F4-483C-9B0E-550B2CA94D10}" sibTransId="{159DE00C-DF93-4DB1-A9C2-40A3C73A5A56}"/>
    <dgm:cxn modelId="{C8B0D5E4-D7B6-43E3-A082-4C99057BAA89}" type="presOf" srcId="{A1F02760-E29F-48FC-99F8-5B9A5D8D1903}" destId="{63FE338A-937A-4BAD-8783-FA5A337BD25A}" srcOrd="0" destOrd="0" presId="urn:microsoft.com/office/officeart/2005/8/layout/hierarchy1"/>
    <dgm:cxn modelId="{E77BBDE9-A838-4393-BFB9-6B0B7AB38161}" type="presOf" srcId="{68E3D228-412F-4E8B-913F-0DCFC5CB2D3F}" destId="{4401BF02-69BF-48E1-A46E-6A96A31B9220}" srcOrd="0" destOrd="0" presId="urn:microsoft.com/office/officeart/2005/8/layout/hierarchy1"/>
    <dgm:cxn modelId="{CDB41FF3-2573-4B92-B2EE-6739DCB3C029}" type="presOf" srcId="{82D9FC36-07CB-46D0-BE4A-47A85B456B54}" destId="{CF909D03-147D-4B99-A308-985C86BA825E}" srcOrd="0" destOrd="0" presId="urn:microsoft.com/office/officeart/2005/8/layout/hierarchy1"/>
    <dgm:cxn modelId="{AFFC4C48-E384-418B-B0AB-02EEE41F9194}" type="presParOf" srcId="{37CC7249-069B-428A-826F-345CA149D792}" destId="{9F5FEE07-4748-4C0A-A6AA-70B121667880}" srcOrd="0" destOrd="0" presId="urn:microsoft.com/office/officeart/2005/8/layout/hierarchy1"/>
    <dgm:cxn modelId="{579CBB1D-81A4-4A5B-9F75-C6BB48103846}" type="presParOf" srcId="{9F5FEE07-4748-4C0A-A6AA-70B121667880}" destId="{43F08F3E-4D65-4D4B-B9DE-6586E8C56AE5}" srcOrd="0" destOrd="0" presId="urn:microsoft.com/office/officeart/2005/8/layout/hierarchy1"/>
    <dgm:cxn modelId="{A37A948C-5F18-48D7-90FC-47510A48BA87}" type="presParOf" srcId="{43F08F3E-4D65-4D4B-B9DE-6586E8C56AE5}" destId="{804B9820-C6E7-40C3-A8A9-4077E82E1BE3}" srcOrd="0" destOrd="0" presId="urn:microsoft.com/office/officeart/2005/8/layout/hierarchy1"/>
    <dgm:cxn modelId="{D6AF6F74-BF6E-4289-8550-2A3007A84A89}" type="presParOf" srcId="{43F08F3E-4D65-4D4B-B9DE-6586E8C56AE5}" destId="{CF909D03-147D-4B99-A308-985C86BA825E}" srcOrd="1" destOrd="0" presId="urn:microsoft.com/office/officeart/2005/8/layout/hierarchy1"/>
    <dgm:cxn modelId="{422122D5-EC0C-4676-AC84-2F8E37761AA7}" type="presParOf" srcId="{9F5FEE07-4748-4C0A-A6AA-70B121667880}" destId="{02430493-D60C-44CA-BEB9-6DBBF3CAB397}" srcOrd="1" destOrd="0" presId="urn:microsoft.com/office/officeart/2005/8/layout/hierarchy1"/>
    <dgm:cxn modelId="{BE7C6D43-843F-4687-AC0F-D5E06C9F2205}" type="presParOf" srcId="{37CC7249-069B-428A-826F-345CA149D792}" destId="{D401358E-3876-48B7-BD4D-96BECD25D888}" srcOrd="1" destOrd="0" presId="urn:microsoft.com/office/officeart/2005/8/layout/hierarchy1"/>
    <dgm:cxn modelId="{25F0A421-4503-4850-851A-80FE714C16D9}" type="presParOf" srcId="{D401358E-3876-48B7-BD4D-96BECD25D888}" destId="{0FE25ED0-5EC9-4EA8-9157-1F133C31D004}" srcOrd="0" destOrd="0" presId="urn:microsoft.com/office/officeart/2005/8/layout/hierarchy1"/>
    <dgm:cxn modelId="{F1A7C9D9-5F11-4D2B-B3F7-81955E75EEC1}" type="presParOf" srcId="{0FE25ED0-5EC9-4EA8-9157-1F133C31D004}" destId="{6E200CAE-02F4-435A-9F5F-8DF8FDD57B96}" srcOrd="0" destOrd="0" presId="urn:microsoft.com/office/officeart/2005/8/layout/hierarchy1"/>
    <dgm:cxn modelId="{5A571135-4B50-4B3A-A40D-AD5660E8D559}" type="presParOf" srcId="{0FE25ED0-5EC9-4EA8-9157-1F133C31D004}" destId="{4E73F807-594E-445B-A3C2-798643BA863A}" srcOrd="1" destOrd="0" presId="urn:microsoft.com/office/officeart/2005/8/layout/hierarchy1"/>
    <dgm:cxn modelId="{CA35A68F-9FD7-462D-8426-65BBDA1DB925}" type="presParOf" srcId="{D401358E-3876-48B7-BD4D-96BECD25D888}" destId="{5395F02F-1DFF-448D-B092-18A1E8F41156}" srcOrd="1" destOrd="0" presId="urn:microsoft.com/office/officeart/2005/8/layout/hierarchy1"/>
    <dgm:cxn modelId="{9721E189-050F-4CF1-97CB-865713DA5C69}" type="presParOf" srcId="{37CC7249-069B-428A-826F-345CA149D792}" destId="{7500DB02-92ED-4D54-99D3-3DDD8A8D455A}" srcOrd="2" destOrd="0" presId="urn:microsoft.com/office/officeart/2005/8/layout/hierarchy1"/>
    <dgm:cxn modelId="{F4BDBFCB-663E-4A34-81F9-DF5C4605DED0}" type="presParOf" srcId="{7500DB02-92ED-4D54-99D3-3DDD8A8D455A}" destId="{1A481D06-7AD5-47E1-9C01-4E69BB071E0D}" srcOrd="0" destOrd="0" presId="urn:microsoft.com/office/officeart/2005/8/layout/hierarchy1"/>
    <dgm:cxn modelId="{DB54408E-063F-4F10-A98B-0BA1AFF8FADA}" type="presParOf" srcId="{1A481D06-7AD5-47E1-9C01-4E69BB071E0D}" destId="{D7478AB1-966C-4088-8B4A-DB1B22BAD9AA}" srcOrd="0" destOrd="0" presId="urn:microsoft.com/office/officeart/2005/8/layout/hierarchy1"/>
    <dgm:cxn modelId="{6B5EC75B-719D-467B-898B-8EABAF8BC85B}" type="presParOf" srcId="{1A481D06-7AD5-47E1-9C01-4E69BB071E0D}" destId="{4401BF02-69BF-48E1-A46E-6A96A31B9220}" srcOrd="1" destOrd="0" presId="urn:microsoft.com/office/officeart/2005/8/layout/hierarchy1"/>
    <dgm:cxn modelId="{BD19CCB9-CCC4-45DE-BA90-06CFFD1F86BC}" type="presParOf" srcId="{7500DB02-92ED-4D54-99D3-3DDD8A8D455A}" destId="{ED372F10-22DD-4A47-8B92-3E7FE41C5B63}" srcOrd="1" destOrd="0" presId="urn:microsoft.com/office/officeart/2005/8/layout/hierarchy1"/>
    <dgm:cxn modelId="{C208EA98-2B0B-4CD2-B3A3-CAD439CD298C}" type="presParOf" srcId="{37CC7249-069B-428A-826F-345CA149D792}" destId="{215F4B01-CE58-4182-9F3D-866AB44B7594}" srcOrd="3" destOrd="0" presId="urn:microsoft.com/office/officeart/2005/8/layout/hierarchy1"/>
    <dgm:cxn modelId="{E2F26EC5-9D0C-413B-9D40-224B098FCF58}" type="presParOf" srcId="{215F4B01-CE58-4182-9F3D-866AB44B7594}" destId="{E4A31AA2-1C74-424E-B98E-81C89EF3BDAE}" srcOrd="0" destOrd="0" presId="urn:microsoft.com/office/officeart/2005/8/layout/hierarchy1"/>
    <dgm:cxn modelId="{B4574E7E-D96A-4CFA-B0FD-998D25D23A24}" type="presParOf" srcId="{E4A31AA2-1C74-424E-B98E-81C89EF3BDAE}" destId="{33D76180-5F3B-41E8-83B5-CC336F994BA3}" srcOrd="0" destOrd="0" presId="urn:microsoft.com/office/officeart/2005/8/layout/hierarchy1"/>
    <dgm:cxn modelId="{14DAFF4A-9F76-4BB9-8088-CC224B4D9A68}" type="presParOf" srcId="{E4A31AA2-1C74-424E-B98E-81C89EF3BDAE}" destId="{63FE338A-937A-4BAD-8783-FA5A337BD25A}" srcOrd="1" destOrd="0" presId="urn:microsoft.com/office/officeart/2005/8/layout/hierarchy1"/>
    <dgm:cxn modelId="{4B767AAC-199E-42BE-AEC5-466B0D0E1894}" type="presParOf" srcId="{215F4B01-CE58-4182-9F3D-866AB44B7594}" destId="{E114AF18-A972-4534-97EA-7D3C05BB1ACF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F4AE40-3F90-4F8D-8D11-00CA108039E5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1CC33D17-86EB-4EC3-93C1-D0AA042FDFFF}">
      <dgm:prSet/>
      <dgm:spPr/>
      <dgm:t>
        <a:bodyPr/>
        <a:lstStyle/>
        <a:p>
          <a:r>
            <a:rPr lang="fr-FR" dirty="0"/>
            <a:t>Data représentation</a:t>
          </a:r>
          <a:endParaRPr lang="en-US" dirty="0"/>
        </a:p>
      </dgm:t>
    </dgm:pt>
    <dgm:pt modelId="{A910E5E0-CD8B-4827-9145-31C487EB93ED}" type="parTrans" cxnId="{4E00CC07-D55D-4D8F-8365-BD49793A4001}">
      <dgm:prSet/>
      <dgm:spPr/>
      <dgm:t>
        <a:bodyPr/>
        <a:lstStyle/>
        <a:p>
          <a:endParaRPr lang="en-US"/>
        </a:p>
      </dgm:t>
    </dgm:pt>
    <dgm:pt modelId="{6A537D4D-D99E-4DF8-8FE8-28795F802728}" type="sibTrans" cxnId="{4E00CC07-D55D-4D8F-8365-BD49793A4001}">
      <dgm:prSet/>
      <dgm:spPr/>
      <dgm:t>
        <a:bodyPr/>
        <a:lstStyle/>
        <a:p>
          <a:endParaRPr lang="en-US"/>
        </a:p>
      </dgm:t>
    </dgm:pt>
    <dgm:pt modelId="{C8358AFC-3E02-4C33-A361-AC9F554C40D2}">
      <dgm:prSet/>
      <dgm:spPr/>
      <dgm:t>
        <a:bodyPr/>
        <a:lstStyle/>
        <a:p>
          <a:r>
            <a:rPr lang="fr-FR"/>
            <a:t>Data translation</a:t>
          </a:r>
          <a:endParaRPr lang="en-US"/>
        </a:p>
      </dgm:t>
    </dgm:pt>
    <dgm:pt modelId="{F23B8FC8-2B48-46C6-AC47-DE503E8D9F98}" type="parTrans" cxnId="{924C9F50-B48D-4C98-B48C-4B164A68568B}">
      <dgm:prSet/>
      <dgm:spPr/>
      <dgm:t>
        <a:bodyPr/>
        <a:lstStyle/>
        <a:p>
          <a:endParaRPr lang="en-US"/>
        </a:p>
      </dgm:t>
    </dgm:pt>
    <dgm:pt modelId="{D269BFDB-D7C1-4F3A-A74B-89CDE354786C}" type="sibTrans" cxnId="{924C9F50-B48D-4C98-B48C-4B164A68568B}">
      <dgm:prSet/>
      <dgm:spPr/>
      <dgm:t>
        <a:bodyPr/>
        <a:lstStyle/>
        <a:p>
          <a:endParaRPr lang="en-US"/>
        </a:p>
      </dgm:t>
    </dgm:pt>
    <dgm:pt modelId="{1A798C19-9E88-47C9-8665-74333A327F61}">
      <dgm:prSet/>
      <dgm:spPr/>
      <dgm:t>
        <a:bodyPr/>
        <a:lstStyle/>
        <a:p>
          <a:r>
            <a:rPr lang="fr-FR" dirty="0"/>
            <a:t>Data </a:t>
          </a:r>
          <a:r>
            <a:rPr lang="fr-FR" dirty="0" err="1"/>
            <a:t>Alignment</a:t>
          </a:r>
          <a:endParaRPr lang="en-US" dirty="0"/>
        </a:p>
      </dgm:t>
    </dgm:pt>
    <dgm:pt modelId="{B4AC42FC-7065-4EBD-94F6-73BD5F903F90}" type="parTrans" cxnId="{69F9CB29-D138-45C0-B2D4-A97E22CCC6A6}">
      <dgm:prSet/>
      <dgm:spPr/>
      <dgm:t>
        <a:bodyPr/>
        <a:lstStyle/>
        <a:p>
          <a:endParaRPr lang="en-US"/>
        </a:p>
      </dgm:t>
    </dgm:pt>
    <dgm:pt modelId="{17A99CA1-4AFE-4886-873E-4B7042128C5F}" type="sibTrans" cxnId="{69F9CB29-D138-45C0-B2D4-A97E22CCC6A6}">
      <dgm:prSet/>
      <dgm:spPr/>
      <dgm:t>
        <a:bodyPr/>
        <a:lstStyle/>
        <a:p>
          <a:endParaRPr lang="en-US"/>
        </a:p>
      </dgm:t>
    </dgm:pt>
    <dgm:pt modelId="{33526A63-4989-42CF-B779-D00B71A7EF59}" type="pres">
      <dgm:prSet presAssocID="{E3F4AE40-3F90-4F8D-8D11-00CA108039E5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F8153BD-25FD-471B-8267-1BE5ADDF187A}" type="pres">
      <dgm:prSet presAssocID="{1CC33D17-86EB-4EC3-93C1-D0AA042FDFFF}" presName="hierRoot1" presStyleCnt="0"/>
      <dgm:spPr/>
    </dgm:pt>
    <dgm:pt modelId="{3AB75ADC-51B3-4351-B3D4-68AB2EE58288}" type="pres">
      <dgm:prSet presAssocID="{1CC33D17-86EB-4EC3-93C1-D0AA042FDFFF}" presName="composite" presStyleCnt="0"/>
      <dgm:spPr/>
    </dgm:pt>
    <dgm:pt modelId="{FAFC9E05-6EA5-460D-AC12-599AC99C6018}" type="pres">
      <dgm:prSet presAssocID="{1CC33D17-86EB-4EC3-93C1-D0AA042FDFFF}" presName="background" presStyleLbl="node0" presStyleIdx="0" presStyleCnt="3"/>
      <dgm:spPr/>
    </dgm:pt>
    <dgm:pt modelId="{E75C9F96-14F9-4935-A54F-70E53C7DF36C}" type="pres">
      <dgm:prSet presAssocID="{1CC33D17-86EB-4EC3-93C1-D0AA042FDFFF}" presName="text" presStyleLbl="fgAcc0" presStyleIdx="0" presStyleCnt="3">
        <dgm:presLayoutVars>
          <dgm:chPref val="3"/>
        </dgm:presLayoutVars>
      </dgm:prSet>
      <dgm:spPr/>
    </dgm:pt>
    <dgm:pt modelId="{D426E975-9151-45E1-9683-4FB786883C02}" type="pres">
      <dgm:prSet presAssocID="{1CC33D17-86EB-4EC3-93C1-D0AA042FDFFF}" presName="hierChild2" presStyleCnt="0"/>
      <dgm:spPr/>
    </dgm:pt>
    <dgm:pt modelId="{5408F4CC-5166-4D59-A996-D477A69829D6}" type="pres">
      <dgm:prSet presAssocID="{C8358AFC-3E02-4C33-A361-AC9F554C40D2}" presName="hierRoot1" presStyleCnt="0"/>
      <dgm:spPr/>
    </dgm:pt>
    <dgm:pt modelId="{FD6447F1-BBA9-4944-8B04-7E08CDB4C2FA}" type="pres">
      <dgm:prSet presAssocID="{C8358AFC-3E02-4C33-A361-AC9F554C40D2}" presName="composite" presStyleCnt="0"/>
      <dgm:spPr/>
    </dgm:pt>
    <dgm:pt modelId="{ED2A4AAE-5A1C-462D-8878-09B11FC049CE}" type="pres">
      <dgm:prSet presAssocID="{C8358AFC-3E02-4C33-A361-AC9F554C40D2}" presName="background" presStyleLbl="node0" presStyleIdx="1" presStyleCnt="3"/>
      <dgm:spPr/>
    </dgm:pt>
    <dgm:pt modelId="{50A09759-FE6E-4769-AC9B-D52EFFBAF83C}" type="pres">
      <dgm:prSet presAssocID="{C8358AFC-3E02-4C33-A361-AC9F554C40D2}" presName="text" presStyleLbl="fgAcc0" presStyleIdx="1" presStyleCnt="3">
        <dgm:presLayoutVars>
          <dgm:chPref val="3"/>
        </dgm:presLayoutVars>
      </dgm:prSet>
      <dgm:spPr/>
    </dgm:pt>
    <dgm:pt modelId="{55380F03-8ACF-4F8A-A341-2E90E3022ABE}" type="pres">
      <dgm:prSet presAssocID="{C8358AFC-3E02-4C33-A361-AC9F554C40D2}" presName="hierChild2" presStyleCnt="0"/>
      <dgm:spPr/>
    </dgm:pt>
    <dgm:pt modelId="{BE9B4DC0-6C20-44A8-9C53-A2C72093C211}" type="pres">
      <dgm:prSet presAssocID="{1A798C19-9E88-47C9-8665-74333A327F61}" presName="hierRoot1" presStyleCnt="0"/>
      <dgm:spPr/>
    </dgm:pt>
    <dgm:pt modelId="{CDDAC1A1-4410-4B5A-BD8E-F02361A4C75D}" type="pres">
      <dgm:prSet presAssocID="{1A798C19-9E88-47C9-8665-74333A327F61}" presName="composite" presStyleCnt="0"/>
      <dgm:spPr/>
    </dgm:pt>
    <dgm:pt modelId="{3F40AA91-2C8C-45CE-A85F-BAC8DB16CC4D}" type="pres">
      <dgm:prSet presAssocID="{1A798C19-9E88-47C9-8665-74333A327F61}" presName="background" presStyleLbl="node0" presStyleIdx="2" presStyleCnt="3"/>
      <dgm:spPr/>
    </dgm:pt>
    <dgm:pt modelId="{A078F5CD-AED8-4A06-AB3D-A9B3055275D2}" type="pres">
      <dgm:prSet presAssocID="{1A798C19-9E88-47C9-8665-74333A327F61}" presName="text" presStyleLbl="fgAcc0" presStyleIdx="2" presStyleCnt="3">
        <dgm:presLayoutVars>
          <dgm:chPref val="3"/>
        </dgm:presLayoutVars>
      </dgm:prSet>
      <dgm:spPr/>
    </dgm:pt>
    <dgm:pt modelId="{1BACDE39-0585-4DE1-8CBC-527D4FCB3D17}" type="pres">
      <dgm:prSet presAssocID="{1A798C19-9E88-47C9-8665-74333A327F61}" presName="hierChild2" presStyleCnt="0"/>
      <dgm:spPr/>
    </dgm:pt>
  </dgm:ptLst>
  <dgm:cxnLst>
    <dgm:cxn modelId="{4E00CC07-D55D-4D8F-8365-BD49793A4001}" srcId="{E3F4AE40-3F90-4F8D-8D11-00CA108039E5}" destId="{1CC33D17-86EB-4EC3-93C1-D0AA042FDFFF}" srcOrd="0" destOrd="0" parTransId="{A910E5E0-CD8B-4827-9145-31C487EB93ED}" sibTransId="{6A537D4D-D99E-4DF8-8FE8-28795F802728}"/>
    <dgm:cxn modelId="{69F9CB29-D138-45C0-B2D4-A97E22CCC6A6}" srcId="{E3F4AE40-3F90-4F8D-8D11-00CA108039E5}" destId="{1A798C19-9E88-47C9-8665-74333A327F61}" srcOrd="2" destOrd="0" parTransId="{B4AC42FC-7065-4EBD-94F6-73BD5F903F90}" sibTransId="{17A99CA1-4AFE-4886-873E-4B7042128C5F}"/>
    <dgm:cxn modelId="{4A20762A-C797-41CA-A0C9-4F4B6FF18915}" type="presOf" srcId="{1A798C19-9E88-47C9-8665-74333A327F61}" destId="{A078F5CD-AED8-4A06-AB3D-A9B3055275D2}" srcOrd="0" destOrd="0" presId="urn:microsoft.com/office/officeart/2005/8/layout/hierarchy1"/>
    <dgm:cxn modelId="{FD201C2F-E9A6-4C9C-A96A-D76D5AA42E1F}" type="presOf" srcId="{E3F4AE40-3F90-4F8D-8D11-00CA108039E5}" destId="{33526A63-4989-42CF-B779-D00B71A7EF59}" srcOrd="0" destOrd="0" presId="urn:microsoft.com/office/officeart/2005/8/layout/hierarchy1"/>
    <dgm:cxn modelId="{23549C3A-038D-41A4-9DFD-E8AC7A8D154C}" type="presOf" srcId="{1CC33D17-86EB-4EC3-93C1-D0AA042FDFFF}" destId="{E75C9F96-14F9-4935-A54F-70E53C7DF36C}" srcOrd="0" destOrd="0" presId="urn:microsoft.com/office/officeart/2005/8/layout/hierarchy1"/>
    <dgm:cxn modelId="{924C9F50-B48D-4C98-B48C-4B164A68568B}" srcId="{E3F4AE40-3F90-4F8D-8D11-00CA108039E5}" destId="{C8358AFC-3E02-4C33-A361-AC9F554C40D2}" srcOrd="1" destOrd="0" parTransId="{F23B8FC8-2B48-46C6-AC47-DE503E8D9F98}" sibTransId="{D269BFDB-D7C1-4F3A-A74B-89CDE354786C}"/>
    <dgm:cxn modelId="{DA52DBD6-A251-4FDE-8C21-5424BFFE25BE}" type="presOf" srcId="{C8358AFC-3E02-4C33-A361-AC9F554C40D2}" destId="{50A09759-FE6E-4769-AC9B-D52EFFBAF83C}" srcOrd="0" destOrd="0" presId="urn:microsoft.com/office/officeart/2005/8/layout/hierarchy1"/>
    <dgm:cxn modelId="{D9F8E4D5-04C4-4C64-83D4-C37BA24021A6}" type="presParOf" srcId="{33526A63-4989-42CF-B779-D00B71A7EF59}" destId="{3F8153BD-25FD-471B-8267-1BE5ADDF187A}" srcOrd="0" destOrd="0" presId="urn:microsoft.com/office/officeart/2005/8/layout/hierarchy1"/>
    <dgm:cxn modelId="{A36C0123-D153-4344-9288-89984B539794}" type="presParOf" srcId="{3F8153BD-25FD-471B-8267-1BE5ADDF187A}" destId="{3AB75ADC-51B3-4351-B3D4-68AB2EE58288}" srcOrd="0" destOrd="0" presId="urn:microsoft.com/office/officeart/2005/8/layout/hierarchy1"/>
    <dgm:cxn modelId="{4AD5BE13-6A85-4231-9249-0BB287D3D140}" type="presParOf" srcId="{3AB75ADC-51B3-4351-B3D4-68AB2EE58288}" destId="{FAFC9E05-6EA5-460D-AC12-599AC99C6018}" srcOrd="0" destOrd="0" presId="urn:microsoft.com/office/officeart/2005/8/layout/hierarchy1"/>
    <dgm:cxn modelId="{A4147A99-3760-4744-B887-88ADF66DDDE4}" type="presParOf" srcId="{3AB75ADC-51B3-4351-B3D4-68AB2EE58288}" destId="{E75C9F96-14F9-4935-A54F-70E53C7DF36C}" srcOrd="1" destOrd="0" presId="urn:microsoft.com/office/officeart/2005/8/layout/hierarchy1"/>
    <dgm:cxn modelId="{061E0C0D-1F9F-4CDD-8611-B5C23CFD4C47}" type="presParOf" srcId="{3F8153BD-25FD-471B-8267-1BE5ADDF187A}" destId="{D426E975-9151-45E1-9683-4FB786883C02}" srcOrd="1" destOrd="0" presId="urn:microsoft.com/office/officeart/2005/8/layout/hierarchy1"/>
    <dgm:cxn modelId="{2563AEF3-3746-4F57-AFF1-8444B39D5880}" type="presParOf" srcId="{33526A63-4989-42CF-B779-D00B71A7EF59}" destId="{5408F4CC-5166-4D59-A996-D477A69829D6}" srcOrd="1" destOrd="0" presId="urn:microsoft.com/office/officeart/2005/8/layout/hierarchy1"/>
    <dgm:cxn modelId="{43C72610-E498-4001-B816-3846C6ED0BA2}" type="presParOf" srcId="{5408F4CC-5166-4D59-A996-D477A69829D6}" destId="{FD6447F1-BBA9-4944-8B04-7E08CDB4C2FA}" srcOrd="0" destOrd="0" presId="urn:microsoft.com/office/officeart/2005/8/layout/hierarchy1"/>
    <dgm:cxn modelId="{41DD93BE-F1E9-4512-83DD-B7735F52DA52}" type="presParOf" srcId="{FD6447F1-BBA9-4944-8B04-7E08CDB4C2FA}" destId="{ED2A4AAE-5A1C-462D-8878-09B11FC049CE}" srcOrd="0" destOrd="0" presId="urn:microsoft.com/office/officeart/2005/8/layout/hierarchy1"/>
    <dgm:cxn modelId="{667E2FA1-C933-498D-AAB0-23F9A301F228}" type="presParOf" srcId="{FD6447F1-BBA9-4944-8B04-7E08CDB4C2FA}" destId="{50A09759-FE6E-4769-AC9B-D52EFFBAF83C}" srcOrd="1" destOrd="0" presId="urn:microsoft.com/office/officeart/2005/8/layout/hierarchy1"/>
    <dgm:cxn modelId="{0A80EE8A-C47A-4149-8606-8A35F9D4AED9}" type="presParOf" srcId="{5408F4CC-5166-4D59-A996-D477A69829D6}" destId="{55380F03-8ACF-4F8A-A341-2E90E3022ABE}" srcOrd="1" destOrd="0" presId="urn:microsoft.com/office/officeart/2005/8/layout/hierarchy1"/>
    <dgm:cxn modelId="{ED2B9B44-03C1-4CCB-BE4D-175552EC8CC6}" type="presParOf" srcId="{33526A63-4989-42CF-B779-D00B71A7EF59}" destId="{BE9B4DC0-6C20-44A8-9C53-A2C72093C211}" srcOrd="2" destOrd="0" presId="urn:microsoft.com/office/officeart/2005/8/layout/hierarchy1"/>
    <dgm:cxn modelId="{C0919EE8-B513-47D5-9666-0EDAEF91FCB6}" type="presParOf" srcId="{BE9B4DC0-6C20-44A8-9C53-A2C72093C211}" destId="{CDDAC1A1-4410-4B5A-BD8E-F02361A4C75D}" srcOrd="0" destOrd="0" presId="urn:microsoft.com/office/officeart/2005/8/layout/hierarchy1"/>
    <dgm:cxn modelId="{C8302FA4-7800-4B3B-A4F0-CDF4D62E008C}" type="presParOf" srcId="{CDDAC1A1-4410-4B5A-BD8E-F02361A4C75D}" destId="{3F40AA91-2C8C-45CE-A85F-BAC8DB16CC4D}" srcOrd="0" destOrd="0" presId="urn:microsoft.com/office/officeart/2005/8/layout/hierarchy1"/>
    <dgm:cxn modelId="{DD3AAC8F-FB7B-41D5-AB61-8F75B7168FC9}" type="presParOf" srcId="{CDDAC1A1-4410-4B5A-BD8E-F02361A4C75D}" destId="{A078F5CD-AED8-4A06-AB3D-A9B3055275D2}" srcOrd="1" destOrd="0" presId="urn:microsoft.com/office/officeart/2005/8/layout/hierarchy1"/>
    <dgm:cxn modelId="{937104C1-77AF-467E-B2AB-A6BFC1CF3FCC}" type="presParOf" srcId="{BE9B4DC0-6C20-44A8-9C53-A2C72093C211}" destId="{1BACDE39-0585-4DE1-8CBC-527D4FCB3D1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5E1CAEA-2DAB-442D-9186-2C160A118086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5F4DDF3-91B9-40BD-9856-79E4BA573E5A}">
      <dgm:prSet/>
      <dgm:spPr/>
      <dgm:t>
        <a:bodyPr/>
        <a:lstStyle/>
        <a:p>
          <a:r>
            <a:rPr lang="fr-FR" dirty="0" err="1"/>
            <a:t>Reseau</a:t>
          </a:r>
          <a:r>
            <a:rPr lang="fr-FR" dirty="0"/>
            <a:t> de </a:t>
          </a:r>
          <a:r>
            <a:rPr lang="fr-FR" dirty="0" err="1"/>
            <a:t>neuonnes</a:t>
          </a:r>
          <a:endParaRPr lang="en-US" dirty="0"/>
        </a:p>
      </dgm:t>
    </dgm:pt>
    <dgm:pt modelId="{1417D67E-4E5C-4A4C-A885-A930BBC732A8}" type="parTrans" cxnId="{15E09ED7-8879-4F0D-A55E-D646EEA35198}">
      <dgm:prSet/>
      <dgm:spPr/>
      <dgm:t>
        <a:bodyPr/>
        <a:lstStyle/>
        <a:p>
          <a:endParaRPr lang="en-US"/>
        </a:p>
      </dgm:t>
    </dgm:pt>
    <dgm:pt modelId="{A049837E-AC39-4BF9-B1FF-8366D293733F}" type="sibTrans" cxnId="{15E09ED7-8879-4F0D-A55E-D646EEA35198}">
      <dgm:prSet/>
      <dgm:spPr/>
      <dgm:t>
        <a:bodyPr/>
        <a:lstStyle/>
        <a:p>
          <a:endParaRPr lang="en-US"/>
        </a:p>
      </dgm:t>
    </dgm:pt>
    <dgm:pt modelId="{1A7324A2-10D3-4B81-8CA3-46B24C56A3AB}">
      <dgm:prSet/>
      <dgm:spPr/>
      <dgm:t>
        <a:bodyPr/>
        <a:lstStyle/>
        <a:p>
          <a:r>
            <a:rPr lang="fr-FR" dirty="0" err="1"/>
            <a:t>Modéles</a:t>
          </a:r>
          <a:r>
            <a:rPr lang="fr-FR" dirty="0"/>
            <a:t> Graphiques</a:t>
          </a:r>
          <a:endParaRPr lang="en-US" dirty="0"/>
        </a:p>
      </dgm:t>
    </dgm:pt>
    <dgm:pt modelId="{4451BF64-B8B9-4C1F-A989-F2632D86127E}" type="parTrans" cxnId="{D8F907F6-160A-4101-9D5D-F31BC24D18EB}">
      <dgm:prSet/>
      <dgm:spPr/>
      <dgm:t>
        <a:bodyPr/>
        <a:lstStyle/>
        <a:p>
          <a:endParaRPr lang="en-US"/>
        </a:p>
      </dgm:t>
    </dgm:pt>
    <dgm:pt modelId="{F30B0E44-27AB-4CD1-8310-C4F48278543F}" type="sibTrans" cxnId="{D8F907F6-160A-4101-9D5D-F31BC24D18EB}">
      <dgm:prSet/>
      <dgm:spPr/>
      <dgm:t>
        <a:bodyPr/>
        <a:lstStyle/>
        <a:p>
          <a:endParaRPr lang="en-US"/>
        </a:p>
      </dgm:t>
    </dgm:pt>
    <dgm:pt modelId="{8FCFB3C6-9453-433F-B579-64DD0E96DBD7}">
      <dgm:prSet/>
      <dgm:spPr/>
      <dgm:t>
        <a:bodyPr/>
        <a:lstStyle/>
        <a:p>
          <a:r>
            <a:rPr lang="fr-FR"/>
            <a:t>GAN’s</a:t>
          </a:r>
          <a:endParaRPr lang="en-US"/>
        </a:p>
      </dgm:t>
    </dgm:pt>
    <dgm:pt modelId="{5A8430E0-9ECC-46AA-84CD-EEC1433235F4}" type="parTrans" cxnId="{075162EF-9045-4665-8871-76A38965E531}">
      <dgm:prSet/>
      <dgm:spPr/>
      <dgm:t>
        <a:bodyPr/>
        <a:lstStyle/>
        <a:p>
          <a:endParaRPr lang="en-US"/>
        </a:p>
      </dgm:t>
    </dgm:pt>
    <dgm:pt modelId="{66689863-DE67-47E7-B0EC-B1596ACECD59}" type="sibTrans" cxnId="{075162EF-9045-4665-8871-76A38965E531}">
      <dgm:prSet/>
      <dgm:spPr/>
      <dgm:t>
        <a:bodyPr/>
        <a:lstStyle/>
        <a:p>
          <a:endParaRPr lang="en-US"/>
        </a:p>
      </dgm:t>
    </dgm:pt>
    <dgm:pt modelId="{EA95ECBB-D3D3-41ED-8A19-D85502BD42BA}" type="pres">
      <dgm:prSet presAssocID="{B5E1CAEA-2DAB-442D-9186-2C160A118086}" presName="linear" presStyleCnt="0">
        <dgm:presLayoutVars>
          <dgm:dir/>
          <dgm:animLvl val="lvl"/>
          <dgm:resizeHandles val="exact"/>
        </dgm:presLayoutVars>
      </dgm:prSet>
      <dgm:spPr/>
    </dgm:pt>
    <dgm:pt modelId="{127A2D4A-6804-4B63-93DD-4EA61EB375E8}" type="pres">
      <dgm:prSet presAssocID="{25F4DDF3-91B9-40BD-9856-79E4BA573E5A}" presName="parentLin" presStyleCnt="0"/>
      <dgm:spPr/>
    </dgm:pt>
    <dgm:pt modelId="{D5BD31A1-F5F2-43C2-AC4E-57C4E42D522C}" type="pres">
      <dgm:prSet presAssocID="{25F4DDF3-91B9-40BD-9856-79E4BA573E5A}" presName="parentLeftMargin" presStyleLbl="node1" presStyleIdx="0" presStyleCnt="3"/>
      <dgm:spPr/>
    </dgm:pt>
    <dgm:pt modelId="{0CDAD169-5892-404E-94A9-ED9FC6863D6A}" type="pres">
      <dgm:prSet presAssocID="{25F4DDF3-91B9-40BD-9856-79E4BA573E5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B726A286-B0DB-4604-947F-68BB97D771A2}" type="pres">
      <dgm:prSet presAssocID="{25F4DDF3-91B9-40BD-9856-79E4BA573E5A}" presName="negativeSpace" presStyleCnt="0"/>
      <dgm:spPr/>
    </dgm:pt>
    <dgm:pt modelId="{8F4A73A1-E18C-4501-9ED2-F6E9DDB57778}" type="pres">
      <dgm:prSet presAssocID="{25F4DDF3-91B9-40BD-9856-79E4BA573E5A}" presName="childText" presStyleLbl="conFgAcc1" presStyleIdx="0" presStyleCnt="3">
        <dgm:presLayoutVars>
          <dgm:bulletEnabled val="1"/>
        </dgm:presLayoutVars>
      </dgm:prSet>
      <dgm:spPr/>
    </dgm:pt>
    <dgm:pt modelId="{BAA3BA96-22B4-43E3-A820-7CC943EFE6F5}" type="pres">
      <dgm:prSet presAssocID="{A049837E-AC39-4BF9-B1FF-8366D293733F}" presName="spaceBetweenRectangles" presStyleCnt="0"/>
      <dgm:spPr/>
    </dgm:pt>
    <dgm:pt modelId="{E27AACFF-9F61-49D8-89A6-D08E2C139DE4}" type="pres">
      <dgm:prSet presAssocID="{1A7324A2-10D3-4B81-8CA3-46B24C56A3AB}" presName="parentLin" presStyleCnt="0"/>
      <dgm:spPr/>
    </dgm:pt>
    <dgm:pt modelId="{CF97EFE1-C6FE-4E31-B251-DB03C1904749}" type="pres">
      <dgm:prSet presAssocID="{1A7324A2-10D3-4B81-8CA3-46B24C56A3AB}" presName="parentLeftMargin" presStyleLbl="node1" presStyleIdx="0" presStyleCnt="3"/>
      <dgm:spPr/>
    </dgm:pt>
    <dgm:pt modelId="{88EA6E2C-1B93-4AAC-B652-5BB847209A04}" type="pres">
      <dgm:prSet presAssocID="{1A7324A2-10D3-4B81-8CA3-46B24C56A3A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F68629-9955-497F-82B4-38430A3DAC29}" type="pres">
      <dgm:prSet presAssocID="{1A7324A2-10D3-4B81-8CA3-46B24C56A3AB}" presName="negativeSpace" presStyleCnt="0"/>
      <dgm:spPr/>
    </dgm:pt>
    <dgm:pt modelId="{4BA86D57-B2CD-4B01-96AE-A6759107930A}" type="pres">
      <dgm:prSet presAssocID="{1A7324A2-10D3-4B81-8CA3-46B24C56A3AB}" presName="childText" presStyleLbl="conFgAcc1" presStyleIdx="1" presStyleCnt="3">
        <dgm:presLayoutVars>
          <dgm:bulletEnabled val="1"/>
        </dgm:presLayoutVars>
      </dgm:prSet>
      <dgm:spPr/>
    </dgm:pt>
    <dgm:pt modelId="{AFEF0DE0-967B-4FB1-9BD2-E9532D5D75F1}" type="pres">
      <dgm:prSet presAssocID="{F30B0E44-27AB-4CD1-8310-C4F48278543F}" presName="spaceBetweenRectangles" presStyleCnt="0"/>
      <dgm:spPr/>
    </dgm:pt>
    <dgm:pt modelId="{D8489B99-1819-48FC-9644-F6CCB9075E20}" type="pres">
      <dgm:prSet presAssocID="{8FCFB3C6-9453-433F-B579-64DD0E96DBD7}" presName="parentLin" presStyleCnt="0"/>
      <dgm:spPr/>
    </dgm:pt>
    <dgm:pt modelId="{7F57D8D1-2315-45BB-B3B5-2B10B3A2D2A0}" type="pres">
      <dgm:prSet presAssocID="{8FCFB3C6-9453-433F-B579-64DD0E96DBD7}" presName="parentLeftMargin" presStyleLbl="node1" presStyleIdx="1" presStyleCnt="3"/>
      <dgm:spPr/>
    </dgm:pt>
    <dgm:pt modelId="{79459235-F900-4B23-9ADE-41BAA889C75E}" type="pres">
      <dgm:prSet presAssocID="{8FCFB3C6-9453-433F-B579-64DD0E96DBD7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44F99022-C7EC-4C83-B9EF-B958D2C5AD21}" type="pres">
      <dgm:prSet presAssocID="{8FCFB3C6-9453-433F-B579-64DD0E96DBD7}" presName="negativeSpace" presStyleCnt="0"/>
      <dgm:spPr/>
    </dgm:pt>
    <dgm:pt modelId="{5438BC3F-EDE1-435B-B74A-523FE71B6D62}" type="pres">
      <dgm:prSet presAssocID="{8FCFB3C6-9453-433F-B579-64DD0E96DBD7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91AEF513-8256-4DD7-89B3-0923BC6BE6EC}" type="presOf" srcId="{1A7324A2-10D3-4B81-8CA3-46B24C56A3AB}" destId="{88EA6E2C-1B93-4AAC-B652-5BB847209A04}" srcOrd="1" destOrd="0" presId="urn:microsoft.com/office/officeart/2005/8/layout/list1"/>
    <dgm:cxn modelId="{C3AA2E24-782D-4049-B34E-A1D342E5CFA9}" type="presOf" srcId="{25F4DDF3-91B9-40BD-9856-79E4BA573E5A}" destId="{0CDAD169-5892-404E-94A9-ED9FC6863D6A}" srcOrd="1" destOrd="0" presId="urn:microsoft.com/office/officeart/2005/8/layout/list1"/>
    <dgm:cxn modelId="{DBB58660-29CB-45AD-8873-02BFE491480A}" type="presOf" srcId="{B5E1CAEA-2DAB-442D-9186-2C160A118086}" destId="{EA95ECBB-D3D3-41ED-8A19-D85502BD42BA}" srcOrd="0" destOrd="0" presId="urn:microsoft.com/office/officeart/2005/8/layout/list1"/>
    <dgm:cxn modelId="{33FF51AF-D564-4F12-B9F9-0F546E3F29E2}" type="presOf" srcId="{8FCFB3C6-9453-433F-B579-64DD0E96DBD7}" destId="{7F57D8D1-2315-45BB-B3B5-2B10B3A2D2A0}" srcOrd="0" destOrd="0" presId="urn:microsoft.com/office/officeart/2005/8/layout/list1"/>
    <dgm:cxn modelId="{CEB4BEBA-5553-43E5-9DC7-79D65D69E244}" type="presOf" srcId="{8FCFB3C6-9453-433F-B579-64DD0E96DBD7}" destId="{79459235-F900-4B23-9ADE-41BAA889C75E}" srcOrd="1" destOrd="0" presId="urn:microsoft.com/office/officeart/2005/8/layout/list1"/>
    <dgm:cxn modelId="{15E09ED7-8879-4F0D-A55E-D646EEA35198}" srcId="{B5E1CAEA-2DAB-442D-9186-2C160A118086}" destId="{25F4DDF3-91B9-40BD-9856-79E4BA573E5A}" srcOrd="0" destOrd="0" parTransId="{1417D67E-4E5C-4A4C-A885-A930BBC732A8}" sibTransId="{A049837E-AC39-4BF9-B1FF-8366D293733F}"/>
    <dgm:cxn modelId="{EC0F49E2-FEA5-4D57-A0F4-39D8F0463850}" type="presOf" srcId="{25F4DDF3-91B9-40BD-9856-79E4BA573E5A}" destId="{D5BD31A1-F5F2-43C2-AC4E-57C4E42D522C}" srcOrd="0" destOrd="0" presId="urn:microsoft.com/office/officeart/2005/8/layout/list1"/>
    <dgm:cxn modelId="{075162EF-9045-4665-8871-76A38965E531}" srcId="{B5E1CAEA-2DAB-442D-9186-2C160A118086}" destId="{8FCFB3C6-9453-433F-B579-64DD0E96DBD7}" srcOrd="2" destOrd="0" parTransId="{5A8430E0-9ECC-46AA-84CD-EEC1433235F4}" sibTransId="{66689863-DE67-47E7-B0EC-B1596ACECD59}"/>
    <dgm:cxn modelId="{CFB9DEF0-86A5-4749-8F1D-25ABA5EB65F9}" type="presOf" srcId="{1A7324A2-10D3-4B81-8CA3-46B24C56A3AB}" destId="{CF97EFE1-C6FE-4E31-B251-DB03C1904749}" srcOrd="0" destOrd="0" presId="urn:microsoft.com/office/officeart/2005/8/layout/list1"/>
    <dgm:cxn modelId="{D8F907F6-160A-4101-9D5D-F31BC24D18EB}" srcId="{B5E1CAEA-2DAB-442D-9186-2C160A118086}" destId="{1A7324A2-10D3-4B81-8CA3-46B24C56A3AB}" srcOrd="1" destOrd="0" parTransId="{4451BF64-B8B9-4C1F-A989-F2632D86127E}" sibTransId="{F30B0E44-27AB-4CD1-8310-C4F48278543F}"/>
    <dgm:cxn modelId="{4CB1CFDE-F714-4D4A-952B-6C390746F76D}" type="presParOf" srcId="{EA95ECBB-D3D3-41ED-8A19-D85502BD42BA}" destId="{127A2D4A-6804-4B63-93DD-4EA61EB375E8}" srcOrd="0" destOrd="0" presId="urn:microsoft.com/office/officeart/2005/8/layout/list1"/>
    <dgm:cxn modelId="{B744FA3F-F04B-4226-AAD5-5FFDBF7528A0}" type="presParOf" srcId="{127A2D4A-6804-4B63-93DD-4EA61EB375E8}" destId="{D5BD31A1-F5F2-43C2-AC4E-57C4E42D522C}" srcOrd="0" destOrd="0" presId="urn:microsoft.com/office/officeart/2005/8/layout/list1"/>
    <dgm:cxn modelId="{21F8509E-2B97-452C-AAB9-DA663AC7E5BF}" type="presParOf" srcId="{127A2D4A-6804-4B63-93DD-4EA61EB375E8}" destId="{0CDAD169-5892-404E-94A9-ED9FC6863D6A}" srcOrd="1" destOrd="0" presId="urn:microsoft.com/office/officeart/2005/8/layout/list1"/>
    <dgm:cxn modelId="{2F48B205-D070-4BFD-A2D1-FD13837B1FC7}" type="presParOf" srcId="{EA95ECBB-D3D3-41ED-8A19-D85502BD42BA}" destId="{B726A286-B0DB-4604-947F-68BB97D771A2}" srcOrd="1" destOrd="0" presId="urn:microsoft.com/office/officeart/2005/8/layout/list1"/>
    <dgm:cxn modelId="{AAA1F22B-D9DF-4F34-8B24-21B48055B752}" type="presParOf" srcId="{EA95ECBB-D3D3-41ED-8A19-D85502BD42BA}" destId="{8F4A73A1-E18C-4501-9ED2-F6E9DDB57778}" srcOrd="2" destOrd="0" presId="urn:microsoft.com/office/officeart/2005/8/layout/list1"/>
    <dgm:cxn modelId="{5C5926F9-52ED-403C-9C28-D5A7B9FC0798}" type="presParOf" srcId="{EA95ECBB-D3D3-41ED-8A19-D85502BD42BA}" destId="{BAA3BA96-22B4-43E3-A820-7CC943EFE6F5}" srcOrd="3" destOrd="0" presId="urn:microsoft.com/office/officeart/2005/8/layout/list1"/>
    <dgm:cxn modelId="{7F700814-3B6B-4641-9078-FD522CD3D514}" type="presParOf" srcId="{EA95ECBB-D3D3-41ED-8A19-D85502BD42BA}" destId="{E27AACFF-9F61-49D8-89A6-D08E2C139DE4}" srcOrd="4" destOrd="0" presId="urn:microsoft.com/office/officeart/2005/8/layout/list1"/>
    <dgm:cxn modelId="{E9B85A60-D8E5-4738-8EDC-985E0B8D4803}" type="presParOf" srcId="{E27AACFF-9F61-49D8-89A6-D08E2C139DE4}" destId="{CF97EFE1-C6FE-4E31-B251-DB03C1904749}" srcOrd="0" destOrd="0" presId="urn:microsoft.com/office/officeart/2005/8/layout/list1"/>
    <dgm:cxn modelId="{CAF3BD69-89DB-47CF-80DF-FD0482ABA528}" type="presParOf" srcId="{E27AACFF-9F61-49D8-89A6-D08E2C139DE4}" destId="{88EA6E2C-1B93-4AAC-B652-5BB847209A04}" srcOrd="1" destOrd="0" presId="urn:microsoft.com/office/officeart/2005/8/layout/list1"/>
    <dgm:cxn modelId="{AA92DAFC-4AA1-4817-9FE6-C332561079C3}" type="presParOf" srcId="{EA95ECBB-D3D3-41ED-8A19-D85502BD42BA}" destId="{AEF68629-9955-497F-82B4-38430A3DAC29}" srcOrd="5" destOrd="0" presId="urn:microsoft.com/office/officeart/2005/8/layout/list1"/>
    <dgm:cxn modelId="{21038E60-8EDF-4502-8617-677E08FC12A2}" type="presParOf" srcId="{EA95ECBB-D3D3-41ED-8A19-D85502BD42BA}" destId="{4BA86D57-B2CD-4B01-96AE-A6759107930A}" srcOrd="6" destOrd="0" presId="urn:microsoft.com/office/officeart/2005/8/layout/list1"/>
    <dgm:cxn modelId="{1A09597C-401B-4DCC-A21D-259D200B53DF}" type="presParOf" srcId="{EA95ECBB-D3D3-41ED-8A19-D85502BD42BA}" destId="{AFEF0DE0-967B-4FB1-9BD2-E9532D5D75F1}" srcOrd="7" destOrd="0" presId="urn:microsoft.com/office/officeart/2005/8/layout/list1"/>
    <dgm:cxn modelId="{D33E2645-8B36-411A-B204-9945FE7D5341}" type="presParOf" srcId="{EA95ECBB-D3D3-41ED-8A19-D85502BD42BA}" destId="{D8489B99-1819-48FC-9644-F6CCB9075E20}" srcOrd="8" destOrd="0" presId="urn:microsoft.com/office/officeart/2005/8/layout/list1"/>
    <dgm:cxn modelId="{5286A9EC-7D98-441A-97C4-B6854E10C0F9}" type="presParOf" srcId="{D8489B99-1819-48FC-9644-F6CCB9075E20}" destId="{7F57D8D1-2315-45BB-B3B5-2B10B3A2D2A0}" srcOrd="0" destOrd="0" presId="urn:microsoft.com/office/officeart/2005/8/layout/list1"/>
    <dgm:cxn modelId="{5DF8929C-BEFB-402B-8352-0FB0C9F51162}" type="presParOf" srcId="{D8489B99-1819-48FC-9644-F6CCB9075E20}" destId="{79459235-F900-4B23-9ADE-41BAA889C75E}" srcOrd="1" destOrd="0" presId="urn:microsoft.com/office/officeart/2005/8/layout/list1"/>
    <dgm:cxn modelId="{55744E6C-E411-42F7-BCF2-D5EE6057969A}" type="presParOf" srcId="{EA95ECBB-D3D3-41ED-8A19-D85502BD42BA}" destId="{44F99022-C7EC-4C83-B9EF-B958D2C5AD21}" srcOrd="9" destOrd="0" presId="urn:microsoft.com/office/officeart/2005/8/layout/list1"/>
    <dgm:cxn modelId="{C8CE8F9A-58A0-4C66-B14A-295D55948D16}" type="presParOf" srcId="{EA95ECBB-D3D3-41ED-8A19-D85502BD42BA}" destId="{5438BC3F-EDE1-435B-B74A-523FE71B6D62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AECE2B-2273-4143-8305-E4D351ED2994}">
      <dsp:nvSpPr>
        <dsp:cNvPr id="0" name=""/>
        <dsp:cNvSpPr/>
      </dsp:nvSpPr>
      <dsp:spPr>
        <a:xfrm>
          <a:off x="82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09DBD9-5D6D-4237-B6C8-B66DBCEBA4AF}">
      <dsp:nvSpPr>
        <dsp:cNvPr id="0" name=""/>
        <dsp:cNvSpPr/>
      </dsp:nvSpPr>
      <dsp:spPr>
        <a:xfrm>
          <a:off x="33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kern="1200" dirty="0"/>
            <a:t>Fusion</a:t>
          </a:r>
          <a:r>
            <a:rPr lang="fr-FR" sz="2000" kern="1200" dirty="0"/>
            <a:t> </a:t>
          </a:r>
          <a:endParaRPr lang="en-US" sz="2000" kern="1200" dirty="0"/>
        </a:p>
      </dsp:txBody>
      <dsp:txXfrm>
        <a:off x="333914" y="2049612"/>
        <a:ext cx="1800000" cy="720000"/>
      </dsp:txXfrm>
    </dsp:sp>
    <dsp:sp modelId="{EDD65A80-8423-4DF1-8E79-6EDF70057F8A}">
      <dsp:nvSpPr>
        <dsp:cNvPr id="0" name=""/>
        <dsp:cNvSpPr/>
      </dsp:nvSpPr>
      <dsp:spPr>
        <a:xfrm>
          <a:off x="294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99234B-9CF4-4102-A132-90645053C218}">
      <dsp:nvSpPr>
        <dsp:cNvPr id="0" name=""/>
        <dsp:cNvSpPr/>
      </dsp:nvSpPr>
      <dsp:spPr>
        <a:xfrm>
          <a:off x="244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Représentation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2448914" y="2049612"/>
        <a:ext cx="1800000" cy="720000"/>
      </dsp:txXfrm>
    </dsp:sp>
    <dsp:sp modelId="{3EF79444-47EA-47DA-AE09-DD57D8E9623F}">
      <dsp:nvSpPr>
        <dsp:cNvPr id="0" name=""/>
        <dsp:cNvSpPr/>
      </dsp:nvSpPr>
      <dsp:spPr>
        <a:xfrm>
          <a:off x="505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2143A5-8353-4652-BB68-409B3B0CE23D}">
      <dsp:nvSpPr>
        <dsp:cNvPr id="0" name=""/>
        <dsp:cNvSpPr/>
      </dsp:nvSpPr>
      <dsp:spPr>
        <a:xfrm>
          <a:off x="456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Traduction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4563914" y="2049612"/>
        <a:ext cx="1800000" cy="720000"/>
      </dsp:txXfrm>
    </dsp:sp>
    <dsp:sp modelId="{7FA499EB-A690-47AE-877C-1F6C506686C9}">
      <dsp:nvSpPr>
        <dsp:cNvPr id="0" name=""/>
        <dsp:cNvSpPr/>
      </dsp:nvSpPr>
      <dsp:spPr>
        <a:xfrm>
          <a:off x="7173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E6B2CE-5C63-42C8-AB97-2BD91D6255CF}">
      <dsp:nvSpPr>
        <dsp:cNvPr id="0" name=""/>
        <dsp:cNvSpPr/>
      </dsp:nvSpPr>
      <dsp:spPr>
        <a:xfrm>
          <a:off x="6678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/>
            <a:t>Alignement</a:t>
          </a:r>
          <a:r>
            <a:rPr lang="fr-FR" sz="2000" b="0" i="0" kern="1200" baseline="0"/>
            <a:t> </a:t>
          </a:r>
          <a:endParaRPr lang="en-US" sz="2000" kern="1200"/>
        </a:p>
      </dsp:txBody>
      <dsp:txXfrm>
        <a:off x="6678914" y="2049612"/>
        <a:ext cx="1800000" cy="720000"/>
      </dsp:txXfrm>
    </dsp:sp>
    <dsp:sp modelId="{96CFD845-DAFC-4FB3-BB8D-D7DDB2659D25}">
      <dsp:nvSpPr>
        <dsp:cNvPr id="0" name=""/>
        <dsp:cNvSpPr/>
      </dsp:nvSpPr>
      <dsp:spPr>
        <a:xfrm>
          <a:off x="9288914" y="969477"/>
          <a:ext cx="810000" cy="81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47FA4E-43E5-4878-91F1-1A5FDF3FE69D}">
      <dsp:nvSpPr>
        <dsp:cNvPr id="0" name=""/>
        <dsp:cNvSpPr/>
      </dsp:nvSpPr>
      <dsp:spPr>
        <a:xfrm>
          <a:off x="8793914" y="204961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000" b="1" i="0" kern="1200" baseline="0" dirty="0"/>
            <a:t>Co-Learning</a:t>
          </a:r>
          <a:endParaRPr lang="en-US" sz="2000" kern="1200" dirty="0"/>
        </a:p>
      </dsp:txBody>
      <dsp:txXfrm>
        <a:off x="8793914" y="2049612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04B9820-C6E7-40C3-A8A9-4077E82E1BE3}">
      <dsp:nvSpPr>
        <dsp:cNvPr id="0" name=""/>
        <dsp:cNvSpPr/>
      </dsp:nvSpPr>
      <dsp:spPr>
        <a:xfrm>
          <a:off x="3201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09D03-147D-4B99-A308-985C86BA825E}">
      <dsp:nvSpPr>
        <dsp:cNvPr id="0" name=""/>
        <dsp:cNvSpPr/>
      </dsp:nvSpPr>
      <dsp:spPr>
        <a:xfrm>
          <a:off x="257188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Early fusion</a:t>
          </a:r>
          <a:endParaRPr lang="en-US" sz="3800" kern="1200"/>
        </a:p>
      </dsp:txBody>
      <dsp:txXfrm>
        <a:off x="299702" y="1282093"/>
        <a:ext cx="2200851" cy="1366505"/>
      </dsp:txXfrm>
    </dsp:sp>
    <dsp:sp modelId="{6E200CAE-02F4-435A-9F5F-8DF8FDD57B96}">
      <dsp:nvSpPr>
        <dsp:cNvPr id="0" name=""/>
        <dsp:cNvSpPr/>
      </dsp:nvSpPr>
      <dsp:spPr>
        <a:xfrm>
          <a:off x="2797054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73F807-594E-445B-A3C2-798643BA863A}">
      <dsp:nvSpPr>
        <dsp:cNvPr id="0" name=""/>
        <dsp:cNvSpPr/>
      </dsp:nvSpPr>
      <dsp:spPr>
        <a:xfrm>
          <a:off x="3051041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Deep fusion</a:t>
          </a:r>
          <a:endParaRPr lang="en-US" sz="3800" kern="1200"/>
        </a:p>
      </dsp:txBody>
      <dsp:txXfrm>
        <a:off x="3093555" y="1282093"/>
        <a:ext cx="2200851" cy="1366505"/>
      </dsp:txXfrm>
    </dsp:sp>
    <dsp:sp modelId="{D7478AB1-966C-4088-8B4A-DB1B22BAD9AA}">
      <dsp:nvSpPr>
        <dsp:cNvPr id="0" name=""/>
        <dsp:cNvSpPr/>
      </dsp:nvSpPr>
      <dsp:spPr>
        <a:xfrm>
          <a:off x="5590907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01BF02-69BF-48E1-A46E-6A96A31B9220}">
      <dsp:nvSpPr>
        <dsp:cNvPr id="0" name=""/>
        <dsp:cNvSpPr/>
      </dsp:nvSpPr>
      <dsp:spPr>
        <a:xfrm>
          <a:off x="5844894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Late fusion</a:t>
          </a:r>
          <a:endParaRPr lang="en-US" sz="3800" kern="1200"/>
        </a:p>
      </dsp:txBody>
      <dsp:txXfrm>
        <a:off x="5887408" y="1282093"/>
        <a:ext cx="2200851" cy="1366505"/>
      </dsp:txXfrm>
    </dsp:sp>
    <dsp:sp modelId="{33D76180-5F3B-41E8-83B5-CC336F994BA3}">
      <dsp:nvSpPr>
        <dsp:cNvPr id="0" name=""/>
        <dsp:cNvSpPr/>
      </dsp:nvSpPr>
      <dsp:spPr>
        <a:xfrm>
          <a:off x="8384760" y="998291"/>
          <a:ext cx="2285879" cy="1451533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FE338A-937A-4BAD-8783-FA5A337BD25A}">
      <dsp:nvSpPr>
        <dsp:cNvPr id="0" name=""/>
        <dsp:cNvSpPr/>
      </dsp:nvSpPr>
      <dsp:spPr>
        <a:xfrm>
          <a:off x="8638747" y="1239579"/>
          <a:ext cx="2285879" cy="1451533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800" kern="1200"/>
            <a:t>Hybrid fusion </a:t>
          </a:r>
          <a:endParaRPr lang="en-US" sz="3800" kern="1200"/>
        </a:p>
      </dsp:txBody>
      <dsp:txXfrm>
        <a:off x="8681261" y="1282093"/>
        <a:ext cx="2200851" cy="13665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FC9E05-6EA5-460D-AC12-599AC99C601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5C9F96-14F9-4935-A54F-70E53C7DF36C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représentation</a:t>
          </a:r>
          <a:endParaRPr lang="en-US" sz="3300" kern="1200" dirty="0"/>
        </a:p>
      </dsp:txBody>
      <dsp:txXfrm>
        <a:off x="398656" y="1088253"/>
        <a:ext cx="2959127" cy="1837317"/>
      </dsp:txXfrm>
    </dsp:sp>
    <dsp:sp modelId="{ED2A4AAE-5A1C-462D-8878-09B11FC049CE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A09759-FE6E-4769-AC9B-D52EFFBAF83C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/>
            <a:t>Data translation</a:t>
          </a:r>
          <a:endParaRPr lang="en-US" sz="3300" kern="1200"/>
        </a:p>
      </dsp:txBody>
      <dsp:txXfrm>
        <a:off x="4155097" y="1088253"/>
        <a:ext cx="2959127" cy="1837317"/>
      </dsp:txXfrm>
    </dsp:sp>
    <dsp:sp modelId="{3F40AA91-2C8C-45CE-A85F-BAC8DB16CC4D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78F5CD-AED8-4A06-AB3D-A9B3055275D2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300" kern="1200" dirty="0"/>
            <a:t>Data </a:t>
          </a:r>
          <a:r>
            <a:rPr lang="fr-FR" sz="3300" kern="1200" dirty="0" err="1"/>
            <a:t>Alignment</a:t>
          </a:r>
          <a:endParaRPr lang="en-US" sz="33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4A73A1-E18C-4501-9ED2-F6E9DDB57778}">
      <dsp:nvSpPr>
        <dsp:cNvPr id="0" name=""/>
        <dsp:cNvSpPr/>
      </dsp:nvSpPr>
      <dsp:spPr>
        <a:xfrm>
          <a:off x="0" y="906079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DAD169-5892-404E-94A9-ED9FC6863D6A}">
      <dsp:nvSpPr>
        <dsp:cNvPr id="0" name=""/>
        <dsp:cNvSpPr/>
      </dsp:nvSpPr>
      <dsp:spPr>
        <a:xfrm>
          <a:off x="333341" y="374719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Reseau</a:t>
          </a:r>
          <a:r>
            <a:rPr lang="fr-FR" sz="3600" kern="1200" dirty="0"/>
            <a:t> de </a:t>
          </a:r>
          <a:r>
            <a:rPr lang="fr-FR" sz="3600" kern="1200" dirty="0" err="1"/>
            <a:t>neuonnes</a:t>
          </a:r>
          <a:endParaRPr lang="en-US" sz="3600" kern="1200" dirty="0"/>
        </a:p>
      </dsp:txBody>
      <dsp:txXfrm>
        <a:off x="385219" y="426597"/>
        <a:ext cx="4563027" cy="958964"/>
      </dsp:txXfrm>
    </dsp:sp>
    <dsp:sp modelId="{4BA86D57-B2CD-4B01-96AE-A6759107930A}">
      <dsp:nvSpPr>
        <dsp:cNvPr id="0" name=""/>
        <dsp:cNvSpPr/>
      </dsp:nvSpPr>
      <dsp:spPr>
        <a:xfrm>
          <a:off x="0" y="253904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EA6E2C-1B93-4AAC-B652-5BB847209A04}">
      <dsp:nvSpPr>
        <dsp:cNvPr id="0" name=""/>
        <dsp:cNvSpPr/>
      </dsp:nvSpPr>
      <dsp:spPr>
        <a:xfrm>
          <a:off x="333341" y="200768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 dirty="0" err="1"/>
            <a:t>Modéles</a:t>
          </a:r>
          <a:r>
            <a:rPr lang="fr-FR" sz="3600" kern="1200" dirty="0"/>
            <a:t> Graphiques</a:t>
          </a:r>
          <a:endParaRPr lang="en-US" sz="3600" kern="1200" dirty="0"/>
        </a:p>
      </dsp:txBody>
      <dsp:txXfrm>
        <a:off x="385219" y="2059558"/>
        <a:ext cx="4563027" cy="958964"/>
      </dsp:txXfrm>
    </dsp:sp>
    <dsp:sp modelId="{5438BC3F-EDE1-435B-B74A-523FE71B6D62}">
      <dsp:nvSpPr>
        <dsp:cNvPr id="0" name=""/>
        <dsp:cNvSpPr/>
      </dsp:nvSpPr>
      <dsp:spPr>
        <a:xfrm>
          <a:off x="0" y="4172000"/>
          <a:ext cx="6666833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459235-F900-4B23-9ADE-41BAA889C75E}">
      <dsp:nvSpPr>
        <dsp:cNvPr id="0" name=""/>
        <dsp:cNvSpPr/>
      </dsp:nvSpPr>
      <dsp:spPr>
        <a:xfrm>
          <a:off x="333341" y="3640640"/>
          <a:ext cx="4666783" cy="106272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3600" kern="1200"/>
            <a:t>GAN’s</a:t>
          </a:r>
          <a:endParaRPr lang="en-US" sz="3600" kern="1200"/>
        </a:p>
      </dsp:txBody>
      <dsp:txXfrm>
        <a:off x="385219" y="3692518"/>
        <a:ext cx="4563027" cy="9589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D1E85C-B242-45CA-A591-1CB75F4C12E8}" type="datetimeFigureOut">
              <a:rPr lang="fr-FR" smtClean="0"/>
              <a:t>13/01/2026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39CAE-AB21-4710-80C8-BF7B7344CF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2401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combinaison de différents supports d'information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525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0204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 </a:t>
            </a:r>
            <a:r>
              <a:rPr lang="fr-F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combinaison de différents supports d'information</a:t>
            </a:r>
            <a:r>
              <a:rPr lang="fr-F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fr-FR" dirty="0"/>
          </a:p>
          <a:p>
            <a:r>
              <a:rPr lang="fr-FR" dirty="0"/>
              <a:t>Exemple:</a:t>
            </a:r>
          </a:p>
          <a:p>
            <a:r>
              <a:rPr lang="fr-FR" dirty="0"/>
              <a:t>Chat-GPT de la génération d’image ou de textes à partir de d’image et textes </a:t>
            </a:r>
          </a:p>
          <a:p>
            <a:r>
              <a:rPr lang="fr-FR" dirty="0"/>
              <a:t>Spécifier une question à  l’aide d’une image et  d’un texte -&gt; de quel  couleurs /où se trouve ? </a:t>
            </a:r>
          </a:p>
          <a:p>
            <a:endParaRPr lang="fr-FR" dirty="0"/>
          </a:p>
          <a:p>
            <a:r>
              <a:rPr lang="fr-FR" dirty="0"/>
              <a:t>Pour de l’identification d’une plante  fournir une photo + l’</a:t>
            </a:r>
            <a:r>
              <a:rPr lang="fr-FR" dirty="0" err="1"/>
              <a:t>endroie</a:t>
            </a:r>
            <a:r>
              <a:rPr lang="fr-FR" dirty="0"/>
              <a:t> et la date de la photo  en textuel  possibilité d’enlevé des ambiguïté :</a:t>
            </a:r>
          </a:p>
          <a:p>
            <a:r>
              <a:rPr lang="fr-FR" b="1" dirty="0"/>
              <a:t>Aloe </a:t>
            </a:r>
            <a:r>
              <a:rPr lang="fr-FR" b="1" dirty="0" err="1"/>
              <a:t>vera</a:t>
            </a:r>
            <a:r>
              <a:rPr lang="fr-FR" dirty="0"/>
              <a:t> : Afrique et péninsule arabique</a:t>
            </a:r>
          </a:p>
          <a:p>
            <a:r>
              <a:rPr lang="fr-FR" b="1" dirty="0"/>
              <a:t>Agave</a:t>
            </a:r>
            <a:r>
              <a:rPr lang="fr-FR" dirty="0"/>
              <a:t> : Amérique centrale et Mexique</a:t>
            </a:r>
          </a:p>
          <a:p>
            <a:endParaRPr lang="fr-FR" dirty="0"/>
          </a:p>
          <a:p>
            <a:r>
              <a:rPr lang="fr-FR" dirty="0"/>
              <a:t>Donne l’exemple des IA </a:t>
            </a:r>
            <a:r>
              <a:rPr lang="fr-FR" dirty="0" err="1"/>
              <a:t>generatives</a:t>
            </a:r>
            <a:r>
              <a:rPr lang="fr-FR" dirty="0"/>
              <a:t> 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5703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517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une transition pour la multimodalité </a:t>
            </a:r>
          </a:p>
          <a:p>
            <a:r>
              <a:rPr lang="fr-FR" dirty="0"/>
              <a:t>Les données multi modal </a:t>
            </a:r>
          </a:p>
          <a:p>
            <a:r>
              <a:rPr lang="fr-FR" dirty="0"/>
              <a:t>Solution Travailler </a:t>
            </a:r>
          </a:p>
          <a:p>
            <a:r>
              <a:rPr lang="fr-FR" dirty="0"/>
              <a:t>problèmes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79712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Si il y a plusieurs modalités il est nécessaire de les fusionnées, 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036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BBB98-C514-87F7-4A61-4F5861575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65595E7-5E40-EB12-F51A-113C991E8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2BCF12F-4FE4-6EED-FE4B-B29944FE9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Chargement</a:t>
            </a:r>
            <a:endParaRPr lang="fr-FR" dirty="0"/>
          </a:p>
          <a:p>
            <a:r>
              <a:rPr lang="fr-FR" dirty="0"/>
              <a:t>Lecture du fichier (JPEG/PNG) → image en mémoire.</a:t>
            </a:r>
          </a:p>
          <a:p>
            <a:r>
              <a:rPr lang="fr-FR" b="1" dirty="0" err="1"/>
              <a:t>Préprocessing</a:t>
            </a:r>
            <a:endParaRPr lang="fr-FR" dirty="0"/>
          </a:p>
          <a:p>
            <a:r>
              <a:rPr lang="fr-FR" b="1" dirty="0"/>
              <a:t>Redimensionnement</a:t>
            </a:r>
            <a:r>
              <a:rPr lang="fr-FR" dirty="0"/>
              <a:t> vers une taille fixe (ex. 224×224).</a:t>
            </a:r>
          </a:p>
          <a:p>
            <a:r>
              <a:rPr lang="fr-FR" b="1" dirty="0"/>
              <a:t>Conversion en tenseur</a:t>
            </a:r>
            <a:r>
              <a:rPr lang="fr-FR" dirty="0"/>
              <a:t> (souvent H×W×C → C×H×W).</a:t>
            </a:r>
          </a:p>
          <a:p>
            <a:r>
              <a:rPr lang="fr-FR" b="1" dirty="0"/>
              <a:t>Mise à l’échelle / normalisation</a:t>
            </a:r>
            <a:r>
              <a:rPr lang="fr-FR" dirty="0"/>
              <a:t> des pixels (ex. [0,255] → [0,1], puis éventuellement (x−mean)/std).</a:t>
            </a:r>
          </a:p>
          <a:p>
            <a:r>
              <a:rPr lang="fr-FR" dirty="0"/>
              <a:t>(En entraînement) </a:t>
            </a:r>
            <a:r>
              <a:rPr lang="fr-FR" b="1" dirty="0"/>
              <a:t>augmentations</a:t>
            </a:r>
            <a:r>
              <a:rPr lang="fr-FR" dirty="0"/>
              <a:t> : flip, </a:t>
            </a:r>
            <a:r>
              <a:rPr lang="fr-FR" dirty="0" err="1"/>
              <a:t>crop</a:t>
            </a:r>
            <a:r>
              <a:rPr lang="fr-FR" dirty="0"/>
              <a:t>, rotation légère, </a:t>
            </a:r>
            <a:r>
              <a:rPr lang="fr-FR" dirty="0" err="1"/>
              <a:t>jitter</a:t>
            </a:r>
            <a:r>
              <a:rPr lang="fr-FR" dirty="0"/>
              <a:t> couleur, etc.</a:t>
            </a:r>
          </a:p>
          <a:p>
            <a:r>
              <a:rPr lang="fr-FR" b="1" dirty="0"/>
              <a:t>Backbone CNN (extraction de features)</a:t>
            </a:r>
            <a:endParaRPr lang="fr-FR" dirty="0"/>
          </a:p>
          <a:p>
            <a:r>
              <a:rPr lang="fr-FR" dirty="0"/>
              <a:t>Suites de </a:t>
            </a:r>
            <a:r>
              <a:rPr lang="fr-FR" b="1" dirty="0"/>
              <a:t>convolutions + activation (</a:t>
            </a:r>
            <a:r>
              <a:rPr lang="fr-FR" b="1" dirty="0" err="1"/>
              <a:t>ReLU</a:t>
            </a:r>
            <a:r>
              <a:rPr lang="fr-FR" b="1" dirty="0"/>
              <a:t>) + (</a:t>
            </a:r>
            <a:r>
              <a:rPr lang="fr-FR" b="1" dirty="0" err="1"/>
              <a:t>BatchNorm</a:t>
            </a:r>
            <a:r>
              <a:rPr lang="fr-FR" b="1" dirty="0"/>
              <a:t>) + </a:t>
            </a:r>
            <a:r>
              <a:rPr lang="fr-FR" b="1" dirty="0" err="1"/>
              <a:t>pooling</a:t>
            </a:r>
            <a:r>
              <a:rPr lang="fr-FR" dirty="0"/>
              <a:t>.</a:t>
            </a:r>
          </a:p>
          <a:p>
            <a:r>
              <a:rPr lang="fr-FR" dirty="0"/>
              <a:t>L’image devient des </a:t>
            </a:r>
            <a:r>
              <a:rPr lang="fr-FR" b="1" dirty="0"/>
              <a:t>cartes de caractéristiques</a:t>
            </a:r>
            <a:r>
              <a:rPr lang="fr-FR" dirty="0"/>
              <a:t> de plus en plus abstraites, avec une résolution qui diminue et un nombre de canaux qui augmente.</a:t>
            </a:r>
          </a:p>
          <a:p>
            <a:r>
              <a:rPr lang="fr-FR" b="1" dirty="0"/>
              <a:t>Agrégation</a:t>
            </a:r>
            <a:endParaRPr lang="fr-FR" dirty="0"/>
          </a:p>
          <a:p>
            <a:r>
              <a:rPr lang="fr-FR" dirty="0"/>
              <a:t>Souvent </a:t>
            </a:r>
            <a:r>
              <a:rPr lang="fr-FR" b="1" dirty="0"/>
              <a:t>Global </a:t>
            </a:r>
            <a:r>
              <a:rPr lang="fr-FR" b="1" dirty="0" err="1"/>
              <a:t>Average</a:t>
            </a:r>
            <a:r>
              <a:rPr lang="fr-FR" b="1" dirty="0"/>
              <a:t> </a:t>
            </a:r>
            <a:r>
              <a:rPr lang="fr-FR" b="1" dirty="0" err="1"/>
              <a:t>Pooling</a:t>
            </a:r>
            <a:r>
              <a:rPr lang="fr-FR" dirty="0"/>
              <a:t> (ou </a:t>
            </a:r>
            <a:r>
              <a:rPr lang="fr-FR" dirty="0" err="1"/>
              <a:t>flatten</a:t>
            </a:r>
            <a:r>
              <a:rPr lang="fr-FR" dirty="0"/>
              <a:t>) pour passer des </a:t>
            </a:r>
            <a:r>
              <a:rPr lang="fr-FR" dirty="0" err="1"/>
              <a:t>feature</a:t>
            </a:r>
            <a:r>
              <a:rPr lang="fr-FR" dirty="0"/>
              <a:t> </a:t>
            </a:r>
            <a:r>
              <a:rPr lang="fr-FR" dirty="0" err="1"/>
              <a:t>maps</a:t>
            </a:r>
            <a:r>
              <a:rPr lang="fr-FR" dirty="0"/>
              <a:t> à un vecteur.</a:t>
            </a:r>
          </a:p>
          <a:p>
            <a:r>
              <a:rPr lang="fr-FR" b="1" dirty="0"/>
              <a:t>Head (prédiction)</a:t>
            </a:r>
            <a:endParaRPr lang="fr-FR" dirty="0"/>
          </a:p>
          <a:p>
            <a:r>
              <a:rPr lang="fr-FR" dirty="0"/>
              <a:t>Une ou quelques couches </a:t>
            </a:r>
            <a:r>
              <a:rPr lang="fr-FR" b="1" dirty="0" err="1"/>
              <a:t>fully-connected</a:t>
            </a:r>
            <a:r>
              <a:rPr lang="fr-FR" dirty="0"/>
              <a:t> (MLP) → sortie.</a:t>
            </a:r>
          </a:p>
          <a:p>
            <a:r>
              <a:rPr lang="fr-FR" b="1" dirty="0" err="1"/>
              <a:t>Softmax</a:t>
            </a:r>
            <a:r>
              <a:rPr lang="fr-FR" dirty="0"/>
              <a:t> (multi-classe) ou </a:t>
            </a:r>
            <a:r>
              <a:rPr lang="fr-FR" b="1" dirty="0" err="1"/>
              <a:t>sigmoid</a:t>
            </a:r>
            <a:r>
              <a:rPr lang="fr-FR" dirty="0"/>
              <a:t> (multi-label).</a:t>
            </a:r>
          </a:p>
          <a:p>
            <a:r>
              <a:rPr lang="fr-FR" b="1" dirty="0"/>
              <a:t>Post-traitement (selon la tâche)</a:t>
            </a:r>
            <a:endParaRPr lang="fr-FR" dirty="0"/>
          </a:p>
          <a:p>
            <a:r>
              <a:rPr lang="fr-FR" dirty="0"/>
              <a:t>Prendre la classe top-1/top-k, appliquer un seuil, etc.</a:t>
            </a:r>
          </a:p>
          <a:p>
            <a:r>
              <a:rPr lang="fr-FR" dirty="0"/>
              <a:t>En une ligne : </a:t>
            </a:r>
            <a:r>
              <a:rPr lang="fr-FR" b="1" dirty="0"/>
              <a:t>image → </a:t>
            </a:r>
            <a:r>
              <a:rPr lang="fr-FR" b="1" dirty="0" err="1"/>
              <a:t>preprocessing</a:t>
            </a:r>
            <a:r>
              <a:rPr lang="fr-FR" b="1" dirty="0"/>
              <a:t> → backbone (</a:t>
            </a:r>
            <a:r>
              <a:rPr lang="fr-FR" b="1" dirty="0" err="1"/>
              <a:t>conv</a:t>
            </a:r>
            <a:r>
              <a:rPr lang="fr-FR" b="1" dirty="0"/>
              <a:t>) → </a:t>
            </a:r>
            <a:r>
              <a:rPr lang="fr-FR" b="1" dirty="0" err="1"/>
              <a:t>pooling</a:t>
            </a:r>
            <a:r>
              <a:rPr lang="fr-FR" b="1" dirty="0"/>
              <a:t> → </a:t>
            </a:r>
            <a:r>
              <a:rPr lang="fr-FR" b="1" dirty="0" err="1"/>
              <a:t>head</a:t>
            </a:r>
            <a:r>
              <a:rPr lang="fr-FR" b="1" dirty="0"/>
              <a:t> (dense) → prédiction</a:t>
            </a:r>
            <a:r>
              <a:rPr lang="fr-FR" dirty="0"/>
              <a:t>.</a:t>
            </a:r>
          </a:p>
          <a:p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BEDF5C2-335C-2295-9B98-9289FABD77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342499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0150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Ajouter les sources des articles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634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 sont les outils de la Fusion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0134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se concentre sur l’intégration et l’interprétation d’informations provenant de différentes modalités, telles que le texte, les images, l’audio ou la vidéo, en les projetant dans un espace latent partagé.</a:t>
            </a:r>
          </a:p>
          <a:p>
            <a:endParaRPr lang="fr-FR" dirty="0"/>
          </a:p>
          <a:p>
            <a:r>
              <a:rPr lang="fr-FR" dirty="0"/>
              <a:t>Joint AV</a:t>
            </a:r>
          </a:p>
          <a:p>
            <a:r>
              <a:rPr lang="fr-FR" dirty="0"/>
              <a:t>Joint DV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76884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Prendre l’image des </a:t>
            </a:r>
            <a:r>
              <a:rPr lang="fr-FR" dirty="0" err="1"/>
              <a:t>embeding</a:t>
            </a:r>
            <a:r>
              <a:rPr lang="fr-FR" dirty="0"/>
              <a:t> pour donner l’</a:t>
            </a:r>
            <a:r>
              <a:rPr lang="fr-FR" dirty="0" err="1"/>
              <a:t>exmple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36859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0767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Revoir </a:t>
            </a:r>
            <a:r>
              <a:rPr lang="fr-FR" dirty="0" err="1"/>
              <a:t>Adptation</a:t>
            </a:r>
            <a:r>
              <a:rPr lang="fr-FR" dirty="0"/>
              <a:t> du  domaine d’</a:t>
            </a:r>
            <a:r>
              <a:rPr lang="fr-FR" dirty="0" err="1"/>
              <a:t>anomomalie</a:t>
            </a:r>
            <a:r>
              <a:rPr lang="fr-FR" dirty="0"/>
              <a:t> qui passe d’une autre méme </a:t>
            </a:r>
            <a:r>
              <a:rPr lang="fr-FR" dirty="0" err="1"/>
              <a:t>tehno</a:t>
            </a:r>
            <a:r>
              <a:rPr lang="fr-FR" dirty="0"/>
              <a:t> mais domaine </a:t>
            </a:r>
            <a:r>
              <a:rPr lang="fr-FR" dirty="0" err="1"/>
              <a:t>differants</a:t>
            </a:r>
            <a:r>
              <a:rPr lang="fr-FR" dirty="0"/>
              <a:t>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36238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Multimodal mettre slide à  la fin ou  possiblement au  début dans l’introduction 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639CAE-AB21-4710-80C8-BF7B7344CF34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7229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49EC7-1E45-4B92-8CEE-34A27939E1F4}" type="datetime1">
              <a:rPr lang="fr-FR" smtClean="0"/>
              <a:t>13/01/2026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7E50F-571E-494B-B4CE-77E83D7E47E8}" type="datetime1">
              <a:rPr lang="fr-FR" smtClean="0"/>
              <a:t>13/01/2026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22C4-77CF-4A86-AC51-B5CE7F512F29}" type="datetime1">
              <a:rPr lang="fr-FR" smtClean="0"/>
              <a:t>13/01/2026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65399-D4F4-4D78-94F2-63AE8CDE9AF3}" type="datetime1">
              <a:rPr lang="fr-FR" smtClean="0"/>
              <a:t>13/01/2026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4F939-6709-4AA3-BC18-6BB6E2CF0272}" type="datetime1">
              <a:rPr lang="fr-FR" smtClean="0"/>
              <a:t>13/01/2026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31BA1-3673-4B26-9F59-09009FF66F55}" type="datetime1">
              <a:rPr lang="fr-FR" smtClean="0"/>
              <a:t>13/01/2026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0A87D5-1206-4907-A63D-5F9C97305022}" type="datetime1">
              <a:rPr lang="fr-FR" smtClean="0"/>
              <a:t>13/01/2026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6D32FC-3487-4626-B0AB-758077298DBB}" type="datetime1">
              <a:rPr lang="fr-FR" smtClean="0"/>
              <a:t>13/01/2026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956D5-C346-4BE7-B8CE-EA7342E4326A}" type="datetime1">
              <a:rPr lang="fr-FR" smtClean="0"/>
              <a:t>13/01/2026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9F0827-085E-48B2-91AC-397A7F54E45C}" type="datetime1">
              <a:rPr lang="fr-FR" smtClean="0"/>
              <a:t>13/01/2026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E49E57-B78F-4632-8401-CF28C47E5D38}" type="datetime1">
              <a:rPr lang="fr-FR" smtClean="0"/>
              <a:t>13/01/2026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ED4BC0-C5B1-42D8-9BF7-7E77750D523E}" type="datetime1">
              <a:rPr lang="fr-FR" smtClean="0"/>
              <a:t>13/01/2026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262D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7AA2787-DF12-B504-D550-5DF90335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4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</a:t>
            </a:r>
            <a:r>
              <a:rPr lang="en-US" sz="24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multimodalité</a:t>
            </a:r>
            <a:endParaRPr lang="en-US" sz="24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FD1F2D0B-B7ED-1589-EC62-5E02DE4CA9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270846"/>
            <a:ext cx="7188199" cy="431291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1FCC933-B2F0-1BDA-8665-273FDC5D1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0257" y="6356350"/>
            <a:ext cx="56000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en-US">
                <a:solidFill>
                  <a:srgbClr val="898989"/>
                </a:solidFill>
              </a:rPr>
              <a:pPr>
                <a:spcAft>
                  <a:spcPts val="600"/>
                </a:spcAft>
              </a:pPr>
              <a:t>1</a:t>
            </a:fld>
            <a:endParaRPr lang="en-US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9195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rrière-plan de carte de circuit imprimé">
            <a:extLst>
              <a:ext uri="{FF2B5EF4-FFF2-40B4-BE49-F238E27FC236}">
                <a16:creationId xmlns:a16="http://schemas.microsoft.com/office/drawing/2014/main" id="{40DA87CF-CC19-9877-2794-4F5A3A05EC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46" r="40993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62B5EC8-D024-B2A3-AE7B-C5A7DCB34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La multimodalité</a:t>
            </a:r>
          </a:p>
          <a:p>
            <a:r>
              <a:rPr lang="fr-FR" sz="2000" dirty="0"/>
              <a:t>Les 5 clefs</a:t>
            </a:r>
          </a:p>
          <a:p>
            <a:r>
              <a:rPr lang="fr-FR" sz="2000" dirty="0"/>
              <a:t>La fusion</a:t>
            </a:r>
          </a:p>
          <a:p>
            <a:r>
              <a:rPr lang="fr-FR" sz="2000" dirty="0"/>
              <a:t>Les technologies de fusion</a:t>
            </a:r>
          </a:p>
          <a:p>
            <a:r>
              <a:rPr lang="fr-FR" sz="2000" dirty="0"/>
              <a:t>Le </a:t>
            </a:r>
            <a:r>
              <a:rPr lang="fr-FR" sz="2000" dirty="0" err="1"/>
              <a:t>co-learning</a:t>
            </a:r>
            <a:endParaRPr lang="fr-FR" sz="2000" dirty="0"/>
          </a:p>
          <a:p>
            <a:r>
              <a:rPr lang="fr-FR" sz="2000" dirty="0"/>
              <a:t>Domaines d’applications</a:t>
            </a:r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  <a:p>
            <a:endParaRPr lang="fr-FR" sz="20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D2A657-B0EB-5916-15EB-E333F724F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BBC07E23-5D66-4BDA-857C-D8615BC30D33}" type="slidenum">
              <a:rPr lang="fr-FR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</a:t>
            </a:fld>
            <a:endParaRPr lang="fr-FR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9975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53D618-21D5-B52D-6309-A78358376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multimodalité: </a:t>
            </a:r>
          </a:p>
        </p:txBody>
      </p:sp>
      <p:pic>
        <p:nvPicPr>
          <p:cNvPr id="6" name="Espace réservé du contenu 5" descr="Une image contenant cercle, text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91134F62-132F-D075-BEE8-7BE7B23C5E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046" y="1825625"/>
            <a:ext cx="7551908" cy="4351338"/>
          </a:xfr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77D760F-65A3-B682-D2A8-D583AA6DB5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49908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FB3C81-96AF-73E6-EE64-FCCBD7DDB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Trouver slide d’exemple rapide </a:t>
            </a:r>
            <a:endParaRPr lang="es-A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6C1FF8-E2CC-C7BD-9A78-D6520AF6B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20374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259912-2B72-B1D7-8A2E-C593972E6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Les 5 clefs de la multimodalité</a:t>
            </a:r>
          </a:p>
        </p:txBody>
      </p:sp>
      <p:graphicFrame>
        <p:nvGraphicFramePr>
          <p:cNvPr id="25" name="Rectangle 1">
            <a:extLst>
              <a:ext uri="{FF2B5EF4-FFF2-40B4-BE49-F238E27FC236}">
                <a16:creationId xmlns:a16="http://schemas.microsoft.com/office/drawing/2014/main" id="{B0752E3E-493A-A3E9-E38E-46AEC92DA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07252703"/>
              </p:ext>
            </p:extLst>
          </p:nvPr>
        </p:nvGraphicFramePr>
        <p:xfrm>
          <a:off x="644056" y="2615979"/>
          <a:ext cx="10927829" cy="3739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C41CF1-5808-22FC-DA02-ED4AA3817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1168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9DA5FD2-2F28-9B11-54FF-5A2FEAC21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 fusion</a:t>
            </a:r>
          </a:p>
        </p:txBody>
      </p:sp>
      <p:pic>
        <p:nvPicPr>
          <p:cNvPr id="4" name="Espace réservé du contenu 3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3C426D4D-4EF8-38AC-8A00-672CE547FB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02428" y="1396759"/>
            <a:ext cx="7225748" cy="4064482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D8B7B88-95CE-3785-7A81-E58EEA8F0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0646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72AF66E-B9AA-06A7-9A7D-EA6E5CCDE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méthodes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90679FC-A84E-3CDA-DCFD-B7F6B4E2C3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4958844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199317-AFC1-78B7-9E3E-933D8F309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7825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7CA16D-5769-48EF-CA4C-73F741AD1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8E2EEF1-A01C-8EFD-9DE0-E73F8FFB4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49E5A1-38A3-B04D-4025-5A2DB0135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C384252-5B83-F3BB-179D-53E730578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ED89E3-27EC-288E-7990-4131F037E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19A4C64-AB5F-42F9-2A44-7A5FD99EA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Model unimodal 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04B20A7-78C2-4A32-9AC5-27E03B20C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8</a:t>
            </a:fld>
            <a:endParaRPr lang="fr-FR"/>
          </a:p>
        </p:txBody>
      </p:sp>
      <p:pic>
        <p:nvPicPr>
          <p:cNvPr id="6" name="Image 5" descr="Une image contenant texte, chien, capture d’écran&#10;&#10;Le contenu généré par l’IA peut être incorrect.">
            <a:extLst>
              <a:ext uri="{FF2B5EF4-FFF2-40B4-BE49-F238E27FC236}">
                <a16:creationId xmlns:a16="http://schemas.microsoft.com/office/drawing/2014/main" id="{5871ACB1-8053-64C3-B495-F07C9AEDE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085" y="3289582"/>
            <a:ext cx="9135750" cy="173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003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ED729F-41EA-8387-A66D-AD9D5E5D5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Early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76BBDB-7C7F-A1A1-C862-90EE7BE43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9</a:t>
            </a:fld>
            <a:endParaRPr lang="fr-FR"/>
          </a:p>
        </p:txBody>
      </p:sp>
      <p:pic>
        <p:nvPicPr>
          <p:cNvPr id="8" name="Image 7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3A6D3E72-A02D-0855-21D5-47361B67D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780" y="1905908"/>
            <a:ext cx="10288436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8218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6F12F2-5CD7-B8F4-91DB-A78DB2DEE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FA296A9-3C03-C0D4-9712-0FB73BB85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Deep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AD0C1F-D5AB-3659-605B-20788BFA7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10</a:t>
            </a:fld>
            <a:endParaRPr lang="fr-FR"/>
          </a:p>
        </p:txBody>
      </p:sp>
      <p:pic>
        <p:nvPicPr>
          <p:cNvPr id="10" name="Image 9" descr="Une image contenant text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868D3721-CFC0-8973-EFF5-7DA3FA522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2807" y="1907554"/>
            <a:ext cx="9726382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688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BD2A36-0FDB-AD4C-283E-66EFC3BC0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A9CA998-3388-00F8-6082-DC640591A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Late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FDF3D5D-7F76-B069-32E8-D2E19570F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11</a:t>
            </a:fld>
            <a:endParaRPr lang="fr-FR"/>
          </a:p>
        </p:txBody>
      </p:sp>
      <p:pic>
        <p:nvPicPr>
          <p:cNvPr id="6" name="Image 5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27F67BC9-5F04-593E-C9F2-E698E02E2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123" y="1905908"/>
            <a:ext cx="9135750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06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DB575-138F-05A5-1719-D03AD3D0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DD3ADE-A832-94C0-CD21-41C726C36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Hybrid  Fusion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A99F0-374E-0D09-BF80-1BE333CA6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12</a:t>
            </a:fld>
            <a:endParaRPr lang="fr-FR"/>
          </a:p>
        </p:txBody>
      </p:sp>
      <p:pic>
        <p:nvPicPr>
          <p:cNvPr id="6" name="Image 5" descr="Une image contenant texte, capture d’écran, chien&#10;&#10;Le contenu généré par l’IA peut être incorrect.">
            <a:extLst>
              <a:ext uri="{FF2B5EF4-FFF2-40B4-BE49-F238E27FC236}">
                <a16:creationId xmlns:a16="http://schemas.microsoft.com/office/drawing/2014/main" id="{18BF3DFB-6C59-F2D6-B1DC-9001D6C9F7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123" y="1822348"/>
            <a:ext cx="9135750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814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EF3DD86-2D5A-9894-9452-C530E6394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Technologies de Fusion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FFC0724E-F78B-1599-0BE3-7BFA9B85D9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199672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41B5C15-A131-E598-A156-3BA90FE0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308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CD6DD8F-A0FA-BAE5-E36D-E2E238B0F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Representation: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DDC4E616-B944-E50B-DE25-D9491B703713}"/>
              </a:ext>
            </a:extLst>
          </p:cNvPr>
          <p:cNvSpPr txBox="1">
            <a:spLocks/>
          </p:cNvSpPr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100" dirty="0"/>
              <a:t>A pour but de réduire l’hétérogénéité entres les modalités.</a:t>
            </a:r>
            <a:endParaRPr lang="en-US" sz="2100" dirty="0"/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conjointe</a:t>
            </a:r>
            <a:endParaRPr lang="en-US" sz="2000" dirty="0"/>
          </a:p>
          <a:p>
            <a:pPr lvl="1"/>
            <a:r>
              <a:rPr lang="en-US" sz="2000" dirty="0" err="1"/>
              <a:t>fusionne</a:t>
            </a:r>
            <a:r>
              <a:rPr lang="en-US" sz="2000" dirty="0"/>
              <a:t> les </a:t>
            </a:r>
            <a:r>
              <a:rPr lang="en-US" sz="2000" dirty="0" err="1"/>
              <a:t>modalités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seule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, </a:t>
            </a:r>
            <a:r>
              <a:rPr lang="en-US" sz="2000" dirty="0" err="1"/>
              <a:t>ce</a:t>
            </a:r>
            <a:r>
              <a:rPr lang="en-US" sz="2000" dirty="0"/>
              <a:t> qui </a:t>
            </a:r>
            <a:r>
              <a:rPr lang="en-US" sz="2000" dirty="0" err="1"/>
              <a:t>simplifie</a:t>
            </a:r>
            <a:r>
              <a:rPr lang="en-US" sz="2000" dirty="0"/>
              <a:t> le </a:t>
            </a:r>
            <a:r>
              <a:rPr lang="en-US" sz="2000" dirty="0" err="1"/>
              <a:t>traitement</a:t>
            </a:r>
            <a:r>
              <a:rPr lang="en-US" sz="2000" dirty="0"/>
              <a:t> </a:t>
            </a:r>
            <a:r>
              <a:rPr lang="en-US" sz="2000" dirty="0" err="1"/>
              <a:t>mais</a:t>
            </a:r>
            <a:r>
              <a:rPr lang="en-US" sz="2000" dirty="0"/>
              <a:t> fait </a:t>
            </a:r>
            <a:r>
              <a:rPr lang="en-US" sz="2000" dirty="0" err="1"/>
              <a:t>perdre</a:t>
            </a:r>
            <a:r>
              <a:rPr lang="en-US" sz="2000" dirty="0"/>
              <a:t> la </a:t>
            </a:r>
            <a:r>
              <a:rPr lang="en-US" sz="2000" dirty="0" err="1"/>
              <a:t>granularité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.</a:t>
            </a:r>
          </a:p>
          <a:p>
            <a:r>
              <a:rPr lang="en-US" sz="2000" dirty="0" err="1"/>
              <a:t>Représentation</a:t>
            </a:r>
            <a:r>
              <a:rPr lang="en-US" sz="2000" dirty="0"/>
              <a:t> </a:t>
            </a:r>
            <a:r>
              <a:rPr lang="en-US" sz="2000" dirty="0" err="1"/>
              <a:t>coordonnée</a:t>
            </a:r>
            <a:endParaRPr lang="en-US" sz="2000" dirty="0"/>
          </a:p>
          <a:p>
            <a:pPr lvl="1"/>
            <a:r>
              <a:rPr lang="en-US" sz="2000" dirty="0" err="1"/>
              <a:t>garde</a:t>
            </a:r>
            <a:r>
              <a:rPr lang="en-US" sz="2000" dirty="0"/>
              <a:t> </a:t>
            </a:r>
            <a:r>
              <a:rPr lang="en-US" sz="2000" dirty="0" err="1"/>
              <a:t>une</a:t>
            </a:r>
            <a:r>
              <a:rPr lang="en-US" sz="2000" dirty="0"/>
              <a:t> </a:t>
            </a:r>
            <a:r>
              <a:rPr lang="en-US" sz="2000" dirty="0" err="1"/>
              <a:t>représentation</a:t>
            </a:r>
            <a:r>
              <a:rPr lang="en-US" sz="2000" dirty="0"/>
              <a:t> par </a:t>
            </a:r>
            <a:r>
              <a:rPr lang="en-US" sz="2000" dirty="0" err="1"/>
              <a:t>modalité</a:t>
            </a:r>
            <a:r>
              <a:rPr lang="en-US" sz="2000" dirty="0"/>
              <a:t>, </a:t>
            </a:r>
            <a:r>
              <a:rPr lang="en-US" sz="2000" dirty="0" err="1"/>
              <a:t>mieux</a:t>
            </a:r>
            <a:r>
              <a:rPr lang="en-US" sz="2000" dirty="0"/>
              <a:t> </a:t>
            </a:r>
            <a:r>
              <a:rPr lang="en-US" sz="2000" dirty="0" err="1"/>
              <a:t>contextualisée</a:t>
            </a:r>
            <a:r>
              <a:rPr lang="en-US" sz="2000" dirty="0"/>
              <a:t>, </a:t>
            </a:r>
            <a:r>
              <a:rPr lang="en-US" sz="2000" dirty="0" err="1"/>
              <a:t>mais</a:t>
            </a:r>
            <a:r>
              <a:rPr lang="en-US" sz="2000" dirty="0"/>
              <a:t> </a:t>
            </a:r>
            <a:r>
              <a:rPr lang="en-US" sz="2000" dirty="0" err="1"/>
              <a:t>devient</a:t>
            </a:r>
            <a:r>
              <a:rPr lang="en-US" sz="2000" dirty="0"/>
              <a:t> plus </a:t>
            </a:r>
            <a:r>
              <a:rPr lang="en-US" sz="2000" dirty="0" err="1"/>
              <a:t>lourde</a:t>
            </a:r>
            <a:r>
              <a:rPr lang="en-US" sz="2000" dirty="0"/>
              <a:t> et </a:t>
            </a:r>
            <a:r>
              <a:rPr lang="en-US" sz="2000" dirty="0" err="1"/>
              <a:t>dépendante</a:t>
            </a:r>
            <a:r>
              <a:rPr lang="en-US" sz="2000" dirty="0"/>
              <a:t> du </a:t>
            </a:r>
            <a:r>
              <a:rPr lang="en-US" sz="2000" dirty="0" err="1"/>
              <a:t>nombre</a:t>
            </a:r>
            <a:r>
              <a:rPr lang="en-US" sz="2000" dirty="0"/>
              <a:t> de </a:t>
            </a:r>
            <a:r>
              <a:rPr lang="en-US" sz="2000" dirty="0" err="1"/>
              <a:t>modalités</a:t>
            </a:r>
            <a:r>
              <a:rPr lang="en-US" sz="2000" dirty="0"/>
              <a:t>.</a:t>
            </a:r>
          </a:p>
          <a:p>
            <a:pPr lvl="1"/>
            <a:endParaRPr lang="en-US" sz="20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5B5B405-90BD-C2B1-9A65-BC8B3610B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14</a:t>
            </a:fld>
            <a:endParaRPr lang="fr-FR"/>
          </a:p>
        </p:txBody>
      </p:sp>
      <p:pic>
        <p:nvPicPr>
          <p:cNvPr id="9" name="Image 8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5AC5A39-8449-AFC0-DC3C-F0FBB16DC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239" y="2241055"/>
            <a:ext cx="5703902" cy="23758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6592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DC6D9FA-C277-77E7-D65A-B17143F45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fr-FR" sz="4000" dirty="0">
                <a:solidFill>
                  <a:srgbClr val="FFFFFF"/>
                </a:solidFill>
              </a:rPr>
              <a:t>Data Translation</a:t>
            </a: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3B087EC-B4A8-DD98-1E37-D03E1ABE2E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5851729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304715F-64A9-2798-4B43-0A182CEEB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435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52D1D10-957D-152C-376D-4F64001B4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fr-FR" sz="4000">
                <a:solidFill>
                  <a:srgbClr val="FFFFFF"/>
                </a:solidFill>
              </a:rPr>
              <a:t>Les réseaux de neurones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9405056-B8B9-1A17-5408-48D8592448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fr-FR" sz="2000" dirty="0"/>
              <a:t>En data translation, on utilise surtout les réseaux de neurones grâce à leur capacité d’apprentissage. Cette approche prend plusieurs modalités en entrée et les projette dans un même espace sémantique commun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87B079-388D-89B6-240A-0E1488441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43792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CEEB529-7112-BB0D-BDE5-C3ABEF8B9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Generative Adversarial Networks</a:t>
            </a:r>
            <a:b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GAN’s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6EF85F1C-8BB0-1D8F-F3D1-2C08DB6EE3D0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le </a:t>
            </a:r>
            <a:r>
              <a:rPr lang="en-US" sz="2000">
                <a:effectLst/>
              </a:rPr>
              <a:t>générateur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est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responsable</a:t>
            </a:r>
            <a:r>
              <a:rPr lang="en-US" sz="2000" dirty="0">
                <a:effectLst/>
              </a:rPr>
              <a:t> de la </a:t>
            </a:r>
            <a:r>
              <a:rPr lang="en-US" sz="2000">
                <a:effectLst/>
              </a:rPr>
              <a:t>représentation</a:t>
            </a:r>
            <a:r>
              <a:rPr lang="en-US" sz="2000" dirty="0">
                <a:effectLst/>
              </a:rPr>
              <a:t> des </a:t>
            </a:r>
            <a:r>
              <a:rPr lang="en-US" sz="2000">
                <a:effectLst/>
              </a:rPr>
              <a:t>différentes</a:t>
            </a:r>
            <a:r>
              <a:rPr lang="en-US" sz="2000" dirty="0">
                <a:effectLst/>
              </a:rPr>
              <a:t> </a:t>
            </a:r>
            <a:r>
              <a:rPr lang="en-US" sz="2000">
                <a:effectLst/>
              </a:rPr>
              <a:t>modalités</a:t>
            </a:r>
            <a:r>
              <a:rPr lang="en-US" sz="2000" dirty="0"/>
              <a:t>.</a:t>
            </a:r>
          </a:p>
          <a:p>
            <a:pPr marL="1143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>
              <a:effectLst/>
            </a:endParaRPr>
          </a:p>
          <a:p>
            <a:pPr marL="3429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Le discriminant quant à </a:t>
            </a:r>
            <a:r>
              <a:rPr lang="en-US" sz="2000"/>
              <a:t>lui</a:t>
            </a:r>
            <a:r>
              <a:rPr lang="en-US" sz="2000" dirty="0"/>
              <a:t> </a:t>
            </a:r>
            <a:r>
              <a:rPr lang="en-US" sz="2000"/>
              <a:t>va</a:t>
            </a:r>
            <a:r>
              <a:rPr lang="en-US" sz="2000" dirty="0"/>
              <a:t> juger du </a:t>
            </a:r>
            <a:r>
              <a:rPr lang="en-US" sz="2000"/>
              <a:t>niveau</a:t>
            </a:r>
            <a:r>
              <a:rPr lang="en-US" sz="2000" dirty="0"/>
              <a:t> de </a:t>
            </a:r>
            <a:r>
              <a:rPr lang="en-US" sz="2000"/>
              <a:t>précision</a:t>
            </a:r>
            <a:r>
              <a:rPr lang="en-US" sz="2000" dirty="0"/>
              <a:t> des données </a:t>
            </a:r>
            <a:r>
              <a:rPr lang="en-US" sz="2000"/>
              <a:t>généré</a:t>
            </a:r>
            <a:r>
              <a:rPr lang="en-US" sz="2000" dirty="0"/>
              <a:t>. 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diagramme, Police&#10;&#10;Le contenu généré par l’IA peut être incorrect.">
            <a:extLst>
              <a:ext uri="{FF2B5EF4-FFF2-40B4-BE49-F238E27FC236}">
                <a16:creationId xmlns:a16="http://schemas.microsoft.com/office/drawing/2014/main" id="{F246F431-4C66-0F74-E85A-E96D87E8A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967" y="1122836"/>
            <a:ext cx="4170530" cy="4644220"/>
          </a:xfrm>
          <a:prstGeom prst="rect">
            <a:avLst/>
          </a:prstGeom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2728A31-EE25-2A3C-96C8-7777BFD8A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9184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7427488-068E-4B55-AC8D-CD070B8CD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77C2DC4-03FC-4BF3-9F66-E9A3066EE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1999" cy="6858001"/>
            <a:chOff x="7467600" y="0"/>
            <a:chExt cx="4724400" cy="685800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3BD7D54-1B49-4AE3-89F2-EA4811619C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1BD4E27-98FF-430B-A77B-3BF03B5420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7E13C525-8EE3-4288-848F-C9B2A174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2" cy="6858000"/>
          </a:xfrm>
          <a:custGeom>
            <a:avLst/>
            <a:gdLst>
              <a:gd name="connsiteX0" fmla="*/ 369702 w 12192002"/>
              <a:gd name="connsiteY0" fmla="*/ 6712169 h 6858000"/>
              <a:gd name="connsiteX1" fmla="*/ 366575 w 12192002"/>
              <a:gd name="connsiteY1" fmla="*/ 6715556 h 6858000"/>
              <a:gd name="connsiteX2" fmla="*/ 371637 w 12192002"/>
              <a:gd name="connsiteY2" fmla="*/ 6713954 h 6858000"/>
              <a:gd name="connsiteX3" fmla="*/ 7392322 w 12192002"/>
              <a:gd name="connsiteY3" fmla="*/ 6658238 h 6858000"/>
              <a:gd name="connsiteX4" fmla="*/ 7611337 w 12192002"/>
              <a:gd name="connsiteY4" fmla="*/ 6732821 h 6858000"/>
              <a:gd name="connsiteX5" fmla="*/ 7955762 w 12192002"/>
              <a:gd name="connsiteY5" fmla="*/ 6842006 h 6858000"/>
              <a:gd name="connsiteX6" fmla="*/ 7512455 w 12192002"/>
              <a:gd name="connsiteY6" fmla="*/ 6674734 h 6858000"/>
              <a:gd name="connsiteX7" fmla="*/ 9928143 w 12192002"/>
              <a:gd name="connsiteY7" fmla="*/ 6515312 h 6858000"/>
              <a:gd name="connsiteX8" fmla="*/ 9753801 w 12192002"/>
              <a:gd name="connsiteY8" fmla="*/ 6525103 h 6858000"/>
              <a:gd name="connsiteX9" fmla="*/ 9578027 w 12192002"/>
              <a:gd name="connsiteY9" fmla="*/ 6532104 h 6858000"/>
              <a:gd name="connsiteX10" fmla="*/ 9424342 w 12192002"/>
              <a:gd name="connsiteY10" fmla="*/ 6528403 h 6858000"/>
              <a:gd name="connsiteX11" fmla="*/ 9001907 w 12192002"/>
              <a:gd name="connsiteY11" fmla="*/ 6560369 h 6858000"/>
              <a:gd name="connsiteX12" fmla="*/ 8922138 w 12192002"/>
              <a:gd name="connsiteY12" fmla="*/ 6591702 h 6858000"/>
              <a:gd name="connsiteX13" fmla="*/ 9087550 w 12192002"/>
              <a:gd name="connsiteY13" fmla="*/ 6599765 h 6858000"/>
              <a:gd name="connsiteX14" fmla="*/ 9512475 w 12192002"/>
              <a:gd name="connsiteY14" fmla="*/ 6563693 h 6858000"/>
              <a:gd name="connsiteX15" fmla="*/ 9928143 w 12192002"/>
              <a:gd name="connsiteY15" fmla="*/ 6515312 h 6858000"/>
              <a:gd name="connsiteX16" fmla="*/ 9351220 w 12192002"/>
              <a:gd name="connsiteY16" fmla="*/ 6459370 h 6858000"/>
              <a:gd name="connsiteX17" fmla="*/ 8999756 w 12192002"/>
              <a:gd name="connsiteY17" fmla="*/ 6529929 h 6858000"/>
              <a:gd name="connsiteX18" fmla="*/ 9425830 w 12192002"/>
              <a:gd name="connsiteY18" fmla="*/ 6498517 h 6858000"/>
              <a:gd name="connsiteX19" fmla="*/ 9578307 w 12192002"/>
              <a:gd name="connsiteY19" fmla="*/ 6502035 h 6858000"/>
              <a:gd name="connsiteX20" fmla="*/ 9752771 w 12192002"/>
              <a:gd name="connsiteY20" fmla="*/ 6495471 h 6858000"/>
              <a:gd name="connsiteX21" fmla="*/ 9852779 w 12192002"/>
              <a:gd name="connsiteY21" fmla="*/ 6489665 h 6858000"/>
              <a:gd name="connsiteX22" fmla="*/ 9694862 w 12192002"/>
              <a:gd name="connsiteY22" fmla="*/ 6473140 h 6858000"/>
              <a:gd name="connsiteX23" fmla="*/ 9351220 w 12192002"/>
              <a:gd name="connsiteY23" fmla="*/ 6459370 h 6858000"/>
              <a:gd name="connsiteX24" fmla="*/ 1019354 w 12192002"/>
              <a:gd name="connsiteY24" fmla="*/ 6315006 h 6858000"/>
              <a:gd name="connsiteX25" fmla="*/ 441046 w 12192002"/>
              <a:gd name="connsiteY25" fmla="*/ 6691153 h 6858000"/>
              <a:gd name="connsiteX26" fmla="*/ 1019354 w 12192002"/>
              <a:gd name="connsiteY26" fmla="*/ 6315006 h 6858000"/>
              <a:gd name="connsiteX27" fmla="*/ 991680 w 12192002"/>
              <a:gd name="connsiteY27" fmla="*/ 6298413 h 6858000"/>
              <a:gd name="connsiteX28" fmla="*/ 409060 w 12192002"/>
              <a:gd name="connsiteY28" fmla="*/ 6671470 h 6858000"/>
              <a:gd name="connsiteX29" fmla="*/ 991680 w 12192002"/>
              <a:gd name="connsiteY29" fmla="*/ 6298413 h 6858000"/>
              <a:gd name="connsiteX30" fmla="*/ 7254615 w 12192002"/>
              <a:gd name="connsiteY30" fmla="*/ 5911918 h 6858000"/>
              <a:gd name="connsiteX31" fmla="*/ 7312589 w 12192002"/>
              <a:gd name="connsiteY31" fmla="*/ 5982309 h 6858000"/>
              <a:gd name="connsiteX32" fmla="*/ 7580896 w 12192002"/>
              <a:gd name="connsiteY32" fmla="*/ 6402069 h 6858000"/>
              <a:gd name="connsiteX33" fmla="*/ 7990862 w 12192002"/>
              <a:gd name="connsiteY33" fmla="*/ 6807025 h 6858000"/>
              <a:gd name="connsiteX34" fmla="*/ 7871964 w 12192002"/>
              <a:gd name="connsiteY34" fmla="*/ 6649139 h 6858000"/>
              <a:gd name="connsiteX35" fmla="*/ 7859674 w 12192002"/>
              <a:gd name="connsiteY35" fmla="*/ 6636358 h 6858000"/>
              <a:gd name="connsiteX36" fmla="*/ 7545050 w 12192002"/>
              <a:gd name="connsiteY36" fmla="*/ 6260110 h 6858000"/>
              <a:gd name="connsiteX37" fmla="*/ 7254615 w 12192002"/>
              <a:gd name="connsiteY37" fmla="*/ 5911918 h 6858000"/>
              <a:gd name="connsiteX38" fmla="*/ 9078855 w 12192002"/>
              <a:gd name="connsiteY38" fmla="*/ 5884754 h 6858000"/>
              <a:gd name="connsiteX39" fmla="*/ 8825188 w 12192002"/>
              <a:gd name="connsiteY39" fmla="*/ 6496752 h 6858000"/>
              <a:gd name="connsiteX40" fmla="*/ 9078855 w 12192002"/>
              <a:gd name="connsiteY40" fmla="*/ 5884754 h 6858000"/>
              <a:gd name="connsiteX41" fmla="*/ 9113805 w 12192002"/>
              <a:gd name="connsiteY41" fmla="*/ 5883072 h 6858000"/>
              <a:gd name="connsiteX42" fmla="*/ 8855200 w 12192002"/>
              <a:gd name="connsiteY42" fmla="*/ 6494950 h 6858000"/>
              <a:gd name="connsiteX43" fmla="*/ 9113805 w 12192002"/>
              <a:gd name="connsiteY43" fmla="*/ 5883072 h 6858000"/>
              <a:gd name="connsiteX44" fmla="*/ 9123940 w 12192002"/>
              <a:gd name="connsiteY44" fmla="*/ 5825040 h 6858000"/>
              <a:gd name="connsiteX45" fmla="*/ 9120846 w 12192002"/>
              <a:gd name="connsiteY45" fmla="*/ 5829053 h 6858000"/>
              <a:gd name="connsiteX46" fmla="*/ 9123267 w 12192002"/>
              <a:gd name="connsiteY46" fmla="*/ 5829425 h 6858000"/>
              <a:gd name="connsiteX47" fmla="*/ 103333 w 12192002"/>
              <a:gd name="connsiteY47" fmla="*/ 5699602 h 6858000"/>
              <a:gd name="connsiteX48" fmla="*/ 233938 w 12192002"/>
              <a:gd name="connsiteY48" fmla="*/ 5809416 h 6858000"/>
              <a:gd name="connsiteX49" fmla="*/ 883580 w 12192002"/>
              <a:gd name="connsiteY49" fmla="*/ 6180710 h 6858000"/>
              <a:gd name="connsiteX50" fmla="*/ 487337 w 12192002"/>
              <a:gd name="connsiteY50" fmla="*/ 5950182 h 6858000"/>
              <a:gd name="connsiteX51" fmla="*/ 354051 w 12192002"/>
              <a:gd name="connsiteY51" fmla="*/ 5854912 h 6858000"/>
              <a:gd name="connsiteX52" fmla="*/ 195436 w 12192002"/>
              <a:gd name="connsiteY52" fmla="*/ 5755068 h 6858000"/>
              <a:gd name="connsiteX53" fmla="*/ 5539432 w 12192002"/>
              <a:gd name="connsiteY53" fmla="*/ 5642928 h 6858000"/>
              <a:gd name="connsiteX54" fmla="*/ 5555462 w 12192002"/>
              <a:gd name="connsiteY54" fmla="*/ 5694454 h 6858000"/>
              <a:gd name="connsiteX55" fmla="*/ 5828270 w 12192002"/>
              <a:gd name="connsiteY55" fmla="*/ 6320663 h 6858000"/>
              <a:gd name="connsiteX56" fmla="*/ 5947416 w 12192002"/>
              <a:gd name="connsiteY56" fmla="*/ 6574846 h 6858000"/>
              <a:gd name="connsiteX57" fmla="*/ 5539432 w 12192002"/>
              <a:gd name="connsiteY57" fmla="*/ 5642928 h 6858000"/>
              <a:gd name="connsiteX58" fmla="*/ 51253 w 12192002"/>
              <a:gd name="connsiteY58" fmla="*/ 5631825 h 6858000"/>
              <a:gd name="connsiteX59" fmla="*/ 211622 w 12192002"/>
              <a:gd name="connsiteY59" fmla="*/ 5728803 h 6858000"/>
              <a:gd name="connsiteX60" fmla="*/ 371652 w 12192002"/>
              <a:gd name="connsiteY60" fmla="*/ 5829062 h 6858000"/>
              <a:gd name="connsiteX61" fmla="*/ 505903 w 12192002"/>
              <a:gd name="connsiteY61" fmla="*/ 5925221 h 6858000"/>
              <a:gd name="connsiteX62" fmla="*/ 899240 w 12192002"/>
              <a:gd name="connsiteY62" fmla="*/ 6153068 h 6858000"/>
              <a:gd name="connsiteX63" fmla="*/ 988114 w 12192002"/>
              <a:gd name="connsiteY63" fmla="*/ 6174204 h 6858000"/>
              <a:gd name="connsiteX64" fmla="*/ 845971 w 12192002"/>
              <a:gd name="connsiteY64" fmla="*/ 6067177 h 6858000"/>
              <a:gd name="connsiteX65" fmla="*/ 448057 w 12192002"/>
              <a:gd name="connsiteY65" fmla="*/ 5841376 h 6858000"/>
              <a:gd name="connsiteX66" fmla="*/ 51253 w 12192002"/>
              <a:gd name="connsiteY66" fmla="*/ 5631825 h 6858000"/>
              <a:gd name="connsiteX67" fmla="*/ 2606687 w 12192002"/>
              <a:gd name="connsiteY67" fmla="*/ 5630718 h 6858000"/>
              <a:gd name="connsiteX68" fmla="*/ 2645658 w 12192002"/>
              <a:gd name="connsiteY68" fmla="*/ 6640259 h 6858000"/>
              <a:gd name="connsiteX69" fmla="*/ 2606687 w 12192002"/>
              <a:gd name="connsiteY69" fmla="*/ 5630718 h 6858000"/>
              <a:gd name="connsiteX70" fmla="*/ 10097724 w 12192002"/>
              <a:gd name="connsiteY70" fmla="*/ 5591852 h 6858000"/>
              <a:gd name="connsiteX71" fmla="*/ 9645248 w 12192002"/>
              <a:gd name="connsiteY71" fmla="*/ 5630119 h 6858000"/>
              <a:gd name="connsiteX72" fmla="*/ 9543858 w 12192002"/>
              <a:gd name="connsiteY72" fmla="*/ 5650510 h 6858000"/>
              <a:gd name="connsiteX73" fmla="*/ 9681648 w 12192002"/>
              <a:gd name="connsiteY73" fmla="*/ 5629828 h 6858000"/>
              <a:gd name="connsiteX74" fmla="*/ 10557846 w 12192002"/>
              <a:gd name="connsiteY74" fmla="*/ 5601337 h 6858000"/>
              <a:gd name="connsiteX75" fmla="*/ 10301704 w 12192002"/>
              <a:gd name="connsiteY75" fmla="*/ 5598847 h 6858000"/>
              <a:gd name="connsiteX76" fmla="*/ 10250553 w 12192002"/>
              <a:gd name="connsiteY76" fmla="*/ 5595539 h 6858000"/>
              <a:gd name="connsiteX77" fmla="*/ 10097724 w 12192002"/>
              <a:gd name="connsiteY77" fmla="*/ 5591852 h 6858000"/>
              <a:gd name="connsiteX78" fmla="*/ 3642057 w 12192002"/>
              <a:gd name="connsiteY78" fmla="*/ 5573487 h 6858000"/>
              <a:gd name="connsiteX79" fmla="*/ 3632981 w 12192002"/>
              <a:gd name="connsiteY79" fmla="*/ 5579437 h 6858000"/>
              <a:gd name="connsiteX80" fmla="*/ 3382436 w 12192002"/>
              <a:gd name="connsiteY80" fmla="*/ 5952726 h 6858000"/>
              <a:gd name="connsiteX81" fmla="*/ 3191929 w 12192002"/>
              <a:gd name="connsiteY81" fmla="*/ 6662669 h 6858000"/>
              <a:gd name="connsiteX82" fmla="*/ 3369898 w 12192002"/>
              <a:gd name="connsiteY82" fmla="*/ 6081771 h 6858000"/>
              <a:gd name="connsiteX83" fmla="*/ 3642057 w 12192002"/>
              <a:gd name="connsiteY83" fmla="*/ 5573487 h 6858000"/>
              <a:gd name="connsiteX84" fmla="*/ 7015907 w 12192002"/>
              <a:gd name="connsiteY84" fmla="*/ 5541548 h 6858000"/>
              <a:gd name="connsiteX85" fmla="*/ 7259646 w 12192002"/>
              <a:gd name="connsiteY85" fmla="*/ 5765985 h 6858000"/>
              <a:gd name="connsiteX86" fmla="*/ 7741483 w 12192002"/>
              <a:gd name="connsiteY86" fmla="*/ 6279980 h 6858000"/>
              <a:gd name="connsiteX87" fmla="*/ 8008941 w 12192002"/>
              <a:gd name="connsiteY87" fmla="*/ 6733560 h 6858000"/>
              <a:gd name="connsiteX88" fmla="*/ 7999234 w 12192002"/>
              <a:gd name="connsiteY88" fmla="*/ 6610993 h 6858000"/>
              <a:gd name="connsiteX89" fmla="*/ 7715154 w 12192002"/>
              <a:gd name="connsiteY89" fmla="*/ 6197148 h 6858000"/>
              <a:gd name="connsiteX90" fmla="*/ 7271900 w 12192002"/>
              <a:gd name="connsiteY90" fmla="*/ 5734551 h 6858000"/>
              <a:gd name="connsiteX91" fmla="*/ 7015907 w 12192002"/>
              <a:gd name="connsiteY91" fmla="*/ 5541548 h 6858000"/>
              <a:gd name="connsiteX92" fmla="*/ 2650666 w 12192002"/>
              <a:gd name="connsiteY92" fmla="*/ 5530686 h 6858000"/>
              <a:gd name="connsiteX93" fmla="*/ 2650249 w 12192002"/>
              <a:gd name="connsiteY93" fmla="*/ 5532101 h 6858000"/>
              <a:gd name="connsiteX94" fmla="*/ 2663808 w 12192002"/>
              <a:gd name="connsiteY94" fmla="*/ 6535215 h 6858000"/>
              <a:gd name="connsiteX95" fmla="*/ 2665418 w 12192002"/>
              <a:gd name="connsiteY95" fmla="*/ 6132756 h 6858000"/>
              <a:gd name="connsiteX96" fmla="*/ 2650666 w 12192002"/>
              <a:gd name="connsiteY96" fmla="*/ 5530686 h 6858000"/>
              <a:gd name="connsiteX97" fmla="*/ 10218664 w 12192002"/>
              <a:gd name="connsiteY97" fmla="*/ 5525300 h 6858000"/>
              <a:gd name="connsiteX98" fmla="*/ 10086154 w 12192002"/>
              <a:gd name="connsiteY98" fmla="*/ 5525937 h 6858000"/>
              <a:gd name="connsiteX99" fmla="*/ 9778614 w 12192002"/>
              <a:gd name="connsiteY99" fmla="*/ 5550189 h 6858000"/>
              <a:gd name="connsiteX100" fmla="*/ 9601703 w 12192002"/>
              <a:gd name="connsiteY100" fmla="*/ 5605852 h 6858000"/>
              <a:gd name="connsiteX101" fmla="*/ 9641684 w 12192002"/>
              <a:gd name="connsiteY101" fmla="*/ 5600203 h 6858000"/>
              <a:gd name="connsiteX102" fmla="*/ 10252799 w 12192002"/>
              <a:gd name="connsiteY102" fmla="*/ 5564971 h 6858000"/>
              <a:gd name="connsiteX103" fmla="*/ 10304297 w 12192002"/>
              <a:gd name="connsiteY103" fmla="*/ 5568822 h 6858000"/>
              <a:gd name="connsiteX104" fmla="*/ 10533945 w 12192002"/>
              <a:gd name="connsiteY104" fmla="*/ 5573703 h 6858000"/>
              <a:gd name="connsiteX105" fmla="*/ 10446061 w 12192002"/>
              <a:gd name="connsiteY105" fmla="*/ 5555562 h 6858000"/>
              <a:gd name="connsiteX106" fmla="*/ 10360877 w 12192002"/>
              <a:gd name="connsiteY106" fmla="*/ 5538004 h 6858000"/>
              <a:gd name="connsiteX107" fmla="*/ 10218664 w 12192002"/>
              <a:gd name="connsiteY107" fmla="*/ 5525300 h 6858000"/>
              <a:gd name="connsiteX108" fmla="*/ 6946849 w 12192002"/>
              <a:gd name="connsiteY108" fmla="*/ 5523271 h 6858000"/>
              <a:gd name="connsiteX109" fmla="*/ 6946972 w 12192002"/>
              <a:gd name="connsiteY109" fmla="*/ 5526491 h 6858000"/>
              <a:gd name="connsiteX110" fmla="*/ 7105827 w 12192002"/>
              <a:gd name="connsiteY110" fmla="*/ 5718700 h 6858000"/>
              <a:gd name="connsiteX111" fmla="*/ 7126431 w 12192002"/>
              <a:gd name="connsiteY111" fmla="*/ 5737872 h 6858000"/>
              <a:gd name="connsiteX112" fmla="*/ 7567269 w 12192002"/>
              <a:gd name="connsiteY112" fmla="*/ 6240461 h 6858000"/>
              <a:gd name="connsiteX113" fmla="*/ 7880270 w 12192002"/>
              <a:gd name="connsiteY113" fmla="*/ 6615176 h 6858000"/>
              <a:gd name="connsiteX114" fmla="*/ 7892560 w 12192002"/>
              <a:gd name="connsiteY114" fmla="*/ 6627949 h 6858000"/>
              <a:gd name="connsiteX115" fmla="*/ 7971643 w 12192002"/>
              <a:gd name="connsiteY115" fmla="*/ 6718236 h 6858000"/>
              <a:gd name="connsiteX116" fmla="*/ 7719359 w 12192002"/>
              <a:gd name="connsiteY116" fmla="*/ 6299011 h 6858000"/>
              <a:gd name="connsiteX117" fmla="*/ 7240170 w 12192002"/>
              <a:gd name="connsiteY117" fmla="*/ 5787985 h 6858000"/>
              <a:gd name="connsiteX118" fmla="*/ 6946849 w 12192002"/>
              <a:gd name="connsiteY118" fmla="*/ 5523271 h 6858000"/>
              <a:gd name="connsiteX119" fmla="*/ 2680277 w 12192002"/>
              <a:gd name="connsiteY119" fmla="*/ 5479204 h 6858000"/>
              <a:gd name="connsiteX120" fmla="*/ 2678972 w 12192002"/>
              <a:gd name="connsiteY120" fmla="*/ 5481582 h 6858000"/>
              <a:gd name="connsiteX121" fmla="*/ 2696666 w 12192002"/>
              <a:gd name="connsiteY121" fmla="*/ 6133836 h 6858000"/>
              <a:gd name="connsiteX122" fmla="*/ 2695769 w 12192002"/>
              <a:gd name="connsiteY122" fmla="*/ 6390955 h 6858000"/>
              <a:gd name="connsiteX123" fmla="*/ 2739893 w 12192002"/>
              <a:gd name="connsiteY123" fmla="*/ 6108357 h 6858000"/>
              <a:gd name="connsiteX124" fmla="*/ 2680277 w 12192002"/>
              <a:gd name="connsiteY124" fmla="*/ 5479204 h 6858000"/>
              <a:gd name="connsiteX125" fmla="*/ 1132195 w 12192002"/>
              <a:gd name="connsiteY125" fmla="*/ 5467980 h 6858000"/>
              <a:gd name="connsiteX126" fmla="*/ 1679056 w 12192002"/>
              <a:gd name="connsiteY126" fmla="*/ 5516907 h 6858000"/>
              <a:gd name="connsiteX127" fmla="*/ 2128648 w 12192002"/>
              <a:gd name="connsiteY127" fmla="*/ 5474249 h 6858000"/>
              <a:gd name="connsiteX128" fmla="*/ 1825619 w 12192002"/>
              <a:gd name="connsiteY128" fmla="*/ 5478447 h 6858000"/>
              <a:gd name="connsiteX129" fmla="*/ 1737798 w 12192002"/>
              <a:gd name="connsiteY129" fmla="*/ 5483353 h 6858000"/>
              <a:gd name="connsiteX130" fmla="*/ 1132195 w 12192002"/>
              <a:gd name="connsiteY130" fmla="*/ 5467980 h 6858000"/>
              <a:gd name="connsiteX131" fmla="*/ 10104407 w 12192002"/>
              <a:gd name="connsiteY131" fmla="*/ 5458317 h 6858000"/>
              <a:gd name="connsiteX132" fmla="*/ 9704375 w 12192002"/>
              <a:gd name="connsiteY132" fmla="*/ 5536349 h 6858000"/>
              <a:gd name="connsiteX133" fmla="*/ 9773804 w 12192002"/>
              <a:gd name="connsiteY133" fmla="*/ 5519543 h 6858000"/>
              <a:gd name="connsiteX134" fmla="*/ 10086605 w 12192002"/>
              <a:gd name="connsiteY134" fmla="*/ 5494992 h 6858000"/>
              <a:gd name="connsiteX135" fmla="*/ 10367276 w 12192002"/>
              <a:gd name="connsiteY135" fmla="*/ 5507848 h 6858000"/>
              <a:gd name="connsiteX136" fmla="*/ 10454262 w 12192002"/>
              <a:gd name="connsiteY136" fmla="*/ 5525798 h 6858000"/>
              <a:gd name="connsiteX137" fmla="*/ 10569223 w 12192002"/>
              <a:gd name="connsiteY137" fmla="*/ 5547311 h 6858000"/>
              <a:gd name="connsiteX138" fmla="*/ 10104407 w 12192002"/>
              <a:gd name="connsiteY138" fmla="*/ 5458317 h 6858000"/>
              <a:gd name="connsiteX139" fmla="*/ 6861797 w 12192002"/>
              <a:gd name="connsiteY139" fmla="*/ 5419899 h 6858000"/>
              <a:gd name="connsiteX140" fmla="*/ 6879594 w 12192002"/>
              <a:gd name="connsiteY140" fmla="*/ 5424547 h 6858000"/>
              <a:gd name="connsiteX141" fmla="*/ 7789028 w 12192002"/>
              <a:gd name="connsiteY141" fmla="*/ 6212316 h 6858000"/>
              <a:gd name="connsiteX142" fmla="*/ 8093600 w 12192002"/>
              <a:gd name="connsiteY142" fmla="*/ 6710671 h 6858000"/>
              <a:gd name="connsiteX143" fmla="*/ 8129425 w 12192002"/>
              <a:gd name="connsiteY143" fmla="*/ 6854298 h 6858000"/>
              <a:gd name="connsiteX144" fmla="*/ 8130898 w 12192002"/>
              <a:gd name="connsiteY144" fmla="*/ 6857998 h 6858000"/>
              <a:gd name="connsiteX145" fmla="*/ 7899365 w 12192002"/>
              <a:gd name="connsiteY145" fmla="*/ 6857998 h 6858000"/>
              <a:gd name="connsiteX146" fmla="*/ 7761176 w 12192002"/>
              <a:gd name="connsiteY146" fmla="*/ 6816656 h 6858000"/>
              <a:gd name="connsiteX147" fmla="*/ 7602080 w 12192002"/>
              <a:gd name="connsiteY147" fmla="*/ 6760867 h 6858000"/>
              <a:gd name="connsiteX148" fmla="*/ 7289862 w 12192002"/>
              <a:gd name="connsiteY148" fmla="*/ 6659827 h 6858000"/>
              <a:gd name="connsiteX149" fmla="*/ 7582411 w 12192002"/>
              <a:gd name="connsiteY149" fmla="*/ 6784122 h 6858000"/>
              <a:gd name="connsiteX150" fmla="*/ 7605759 w 12192002"/>
              <a:gd name="connsiteY150" fmla="*/ 6793465 h 6858000"/>
              <a:gd name="connsiteX151" fmla="*/ 7737910 w 12192002"/>
              <a:gd name="connsiteY151" fmla="*/ 6840638 h 6858000"/>
              <a:gd name="connsiteX152" fmla="*/ 7826532 w 12192002"/>
              <a:gd name="connsiteY152" fmla="*/ 6857999 h 6858000"/>
              <a:gd name="connsiteX153" fmla="*/ 7696096 w 12192002"/>
              <a:gd name="connsiteY153" fmla="*/ 6857999 h 6858000"/>
              <a:gd name="connsiteX154" fmla="*/ 7594081 w 12192002"/>
              <a:gd name="connsiteY154" fmla="*/ 6821149 h 6858000"/>
              <a:gd name="connsiteX155" fmla="*/ 7570734 w 12192002"/>
              <a:gd name="connsiteY155" fmla="*/ 6811799 h 6858000"/>
              <a:gd name="connsiteX156" fmla="*/ 7271814 w 12192002"/>
              <a:gd name="connsiteY156" fmla="*/ 6684601 h 6858000"/>
              <a:gd name="connsiteX157" fmla="*/ 7585232 w 12192002"/>
              <a:gd name="connsiteY157" fmla="*/ 6850060 h 6858000"/>
              <a:gd name="connsiteX158" fmla="*/ 7613775 w 12192002"/>
              <a:gd name="connsiteY158" fmla="*/ 6857998 h 6858000"/>
              <a:gd name="connsiteX159" fmla="*/ 7522197 w 12192002"/>
              <a:gd name="connsiteY159" fmla="*/ 6857998 h 6858000"/>
              <a:gd name="connsiteX160" fmla="*/ 7410696 w 12192002"/>
              <a:gd name="connsiteY160" fmla="*/ 6803861 h 6858000"/>
              <a:gd name="connsiteX161" fmla="*/ 7088673 w 12192002"/>
              <a:gd name="connsiteY161" fmla="*/ 6610396 h 6858000"/>
              <a:gd name="connsiteX162" fmla="*/ 7090188 w 12192002"/>
              <a:gd name="connsiteY162" fmla="*/ 6584365 h 6858000"/>
              <a:gd name="connsiteX163" fmla="*/ 7780046 w 12192002"/>
              <a:gd name="connsiteY163" fmla="*/ 6711283 h 6858000"/>
              <a:gd name="connsiteX164" fmla="*/ 7944957 w 12192002"/>
              <a:gd name="connsiteY164" fmla="*/ 6799347 h 6858000"/>
              <a:gd name="connsiteX165" fmla="*/ 7601828 w 12192002"/>
              <a:gd name="connsiteY165" fmla="*/ 6503934 h 6858000"/>
              <a:gd name="connsiteX166" fmla="*/ 7042773 w 12192002"/>
              <a:gd name="connsiteY166" fmla="*/ 5734011 h 6858000"/>
              <a:gd name="connsiteX167" fmla="*/ 6844835 w 12192002"/>
              <a:gd name="connsiteY167" fmla="*/ 5424988 h 6858000"/>
              <a:gd name="connsiteX168" fmla="*/ 6861797 w 12192002"/>
              <a:gd name="connsiteY168" fmla="*/ 5419899 h 6858000"/>
              <a:gd name="connsiteX169" fmla="*/ 1456157 w 12192002"/>
              <a:gd name="connsiteY169" fmla="*/ 5371404 h 6858000"/>
              <a:gd name="connsiteX170" fmla="*/ 1244432 w 12192002"/>
              <a:gd name="connsiteY170" fmla="*/ 5385601 h 6858000"/>
              <a:gd name="connsiteX171" fmla="*/ 973990 w 12192002"/>
              <a:gd name="connsiteY171" fmla="*/ 5424940 h 6858000"/>
              <a:gd name="connsiteX172" fmla="*/ 1103809 w 12192002"/>
              <a:gd name="connsiteY172" fmla="*/ 5433720 h 6858000"/>
              <a:gd name="connsiteX173" fmla="*/ 1123454 w 12192002"/>
              <a:gd name="connsiteY173" fmla="*/ 5435727 h 6858000"/>
              <a:gd name="connsiteX174" fmla="*/ 1737017 w 12192002"/>
              <a:gd name="connsiteY174" fmla="*/ 5452183 h 6858000"/>
              <a:gd name="connsiteX175" fmla="*/ 1824397 w 12192002"/>
              <a:gd name="connsiteY175" fmla="*/ 5447757 h 6858000"/>
              <a:gd name="connsiteX176" fmla="*/ 2070059 w 12192002"/>
              <a:gd name="connsiteY176" fmla="*/ 5441660 h 6858000"/>
              <a:gd name="connsiteX177" fmla="*/ 1456157 w 12192002"/>
              <a:gd name="connsiteY177" fmla="*/ 5371404 h 6858000"/>
              <a:gd name="connsiteX178" fmla="*/ 4988186 w 12192002"/>
              <a:gd name="connsiteY178" fmla="*/ 5216467 h 6858000"/>
              <a:gd name="connsiteX179" fmla="*/ 4777334 w 12192002"/>
              <a:gd name="connsiteY179" fmla="*/ 5406072 h 6858000"/>
              <a:gd name="connsiteX180" fmla="*/ 4718341 w 12192002"/>
              <a:gd name="connsiteY180" fmla="*/ 5468043 h 6858000"/>
              <a:gd name="connsiteX181" fmla="*/ 4604655 w 12192002"/>
              <a:gd name="connsiteY181" fmla="*/ 5583434 h 6858000"/>
              <a:gd name="connsiteX182" fmla="*/ 4565074 w 12192002"/>
              <a:gd name="connsiteY182" fmla="*/ 5618550 h 6858000"/>
              <a:gd name="connsiteX183" fmla="*/ 4988186 w 12192002"/>
              <a:gd name="connsiteY183" fmla="*/ 5216467 h 6858000"/>
              <a:gd name="connsiteX184" fmla="*/ 4978032 w 12192002"/>
              <a:gd name="connsiteY184" fmla="*/ 5183809 h 6858000"/>
              <a:gd name="connsiteX185" fmla="*/ 4463413 w 12192002"/>
              <a:gd name="connsiteY185" fmla="*/ 5615162 h 6858000"/>
              <a:gd name="connsiteX186" fmla="*/ 4358134 w 12192002"/>
              <a:gd name="connsiteY186" fmla="*/ 5742791 h 6858000"/>
              <a:gd name="connsiteX187" fmla="*/ 4376219 w 12192002"/>
              <a:gd name="connsiteY187" fmla="*/ 5729027 h 6858000"/>
              <a:gd name="connsiteX188" fmla="*/ 4582340 w 12192002"/>
              <a:gd name="connsiteY188" fmla="*/ 5561037 h 6858000"/>
              <a:gd name="connsiteX189" fmla="*/ 4694684 w 12192002"/>
              <a:gd name="connsiteY189" fmla="*/ 5447098 h 6858000"/>
              <a:gd name="connsiteX190" fmla="*/ 4754123 w 12192002"/>
              <a:gd name="connsiteY190" fmla="*/ 5384643 h 6858000"/>
              <a:gd name="connsiteX191" fmla="*/ 4978032 w 12192002"/>
              <a:gd name="connsiteY191" fmla="*/ 5183809 h 6858000"/>
              <a:gd name="connsiteX192" fmla="*/ 7427076 w 12192002"/>
              <a:gd name="connsiteY192" fmla="*/ 5142684 h 6858000"/>
              <a:gd name="connsiteX193" fmla="*/ 7485963 w 12192002"/>
              <a:gd name="connsiteY193" fmla="*/ 5174783 h 6858000"/>
              <a:gd name="connsiteX194" fmla="*/ 7719410 w 12192002"/>
              <a:gd name="connsiteY194" fmla="*/ 5357281 h 6858000"/>
              <a:gd name="connsiteX195" fmla="*/ 7907163 w 12192002"/>
              <a:gd name="connsiteY195" fmla="*/ 5546863 h 6858000"/>
              <a:gd name="connsiteX196" fmla="*/ 7956656 w 12192002"/>
              <a:gd name="connsiteY196" fmla="*/ 5615961 h 6858000"/>
              <a:gd name="connsiteX197" fmla="*/ 8023445 w 12192002"/>
              <a:gd name="connsiteY197" fmla="*/ 5705642 h 6858000"/>
              <a:gd name="connsiteX198" fmla="*/ 7754656 w 12192002"/>
              <a:gd name="connsiteY198" fmla="*/ 5341546 h 6858000"/>
              <a:gd name="connsiteX199" fmla="*/ 7427076 w 12192002"/>
              <a:gd name="connsiteY199" fmla="*/ 5142684 h 6858000"/>
              <a:gd name="connsiteX200" fmla="*/ 7312201 w 12192002"/>
              <a:gd name="connsiteY200" fmla="*/ 5128278 h 6858000"/>
              <a:gd name="connsiteX201" fmla="*/ 7343603 w 12192002"/>
              <a:gd name="connsiteY201" fmla="*/ 5149746 h 6858000"/>
              <a:gd name="connsiteX202" fmla="*/ 7791759 w 12192002"/>
              <a:gd name="connsiteY202" fmla="*/ 5515717 h 6858000"/>
              <a:gd name="connsiteX203" fmla="*/ 7825280 w 12192002"/>
              <a:gd name="connsiteY203" fmla="*/ 5551608 h 6858000"/>
              <a:gd name="connsiteX204" fmla="*/ 7982410 w 12192002"/>
              <a:gd name="connsiteY204" fmla="*/ 5702551 h 6858000"/>
              <a:gd name="connsiteX205" fmla="*/ 7932408 w 12192002"/>
              <a:gd name="connsiteY205" fmla="*/ 5632736 h 6858000"/>
              <a:gd name="connsiteX206" fmla="*/ 7883927 w 12192002"/>
              <a:gd name="connsiteY206" fmla="*/ 5565087 h 6858000"/>
              <a:gd name="connsiteX207" fmla="*/ 7699832 w 12192002"/>
              <a:gd name="connsiteY207" fmla="*/ 5379904 h 6858000"/>
              <a:gd name="connsiteX208" fmla="*/ 7470240 w 12192002"/>
              <a:gd name="connsiteY208" fmla="*/ 5200559 h 6858000"/>
              <a:gd name="connsiteX209" fmla="*/ 7312201 w 12192002"/>
              <a:gd name="connsiteY209" fmla="*/ 5128278 h 6858000"/>
              <a:gd name="connsiteX210" fmla="*/ 7244057 w 12192002"/>
              <a:gd name="connsiteY210" fmla="*/ 5124233 h 6858000"/>
              <a:gd name="connsiteX211" fmla="*/ 7353035 w 12192002"/>
              <a:gd name="connsiteY211" fmla="*/ 5197318 h 6858000"/>
              <a:gd name="connsiteX212" fmla="*/ 7981878 w 12192002"/>
              <a:gd name="connsiteY212" fmla="*/ 5738345 h 6858000"/>
              <a:gd name="connsiteX213" fmla="*/ 7804780 w 12192002"/>
              <a:gd name="connsiteY213" fmla="*/ 5572174 h 6858000"/>
              <a:gd name="connsiteX214" fmla="*/ 7771164 w 12192002"/>
              <a:gd name="connsiteY214" fmla="*/ 5536908 h 6858000"/>
              <a:gd name="connsiteX215" fmla="*/ 7327465 w 12192002"/>
              <a:gd name="connsiteY215" fmla="*/ 5174181 h 6858000"/>
              <a:gd name="connsiteX216" fmla="*/ 7244057 w 12192002"/>
              <a:gd name="connsiteY216" fmla="*/ 5124233 h 6858000"/>
              <a:gd name="connsiteX217" fmla="*/ 7133363 w 12192002"/>
              <a:gd name="connsiteY217" fmla="*/ 5050246 h 6858000"/>
              <a:gd name="connsiteX218" fmla="*/ 8128687 w 12192002"/>
              <a:gd name="connsiteY218" fmla="*/ 5790959 h 6858000"/>
              <a:gd name="connsiteX219" fmla="*/ 8497002 w 12192002"/>
              <a:gd name="connsiteY219" fmla="*/ 6204913 h 6858000"/>
              <a:gd name="connsiteX220" fmla="*/ 8514292 w 12192002"/>
              <a:gd name="connsiteY220" fmla="*/ 6015372 h 6858000"/>
              <a:gd name="connsiteX221" fmla="*/ 8491838 w 12192002"/>
              <a:gd name="connsiteY221" fmla="*/ 5336275 h 6858000"/>
              <a:gd name="connsiteX222" fmla="*/ 8605731 w 12192002"/>
              <a:gd name="connsiteY222" fmla="*/ 5600804 h 6858000"/>
              <a:gd name="connsiteX223" fmla="*/ 8594880 w 12192002"/>
              <a:gd name="connsiteY223" fmla="*/ 6039262 h 6858000"/>
              <a:gd name="connsiteX224" fmla="*/ 8494242 w 12192002"/>
              <a:gd name="connsiteY224" fmla="*/ 6792600 h 6858000"/>
              <a:gd name="connsiteX225" fmla="*/ 8794675 w 12192002"/>
              <a:gd name="connsiteY225" fmla="*/ 6590735 h 6858000"/>
              <a:gd name="connsiteX226" fmla="*/ 8800448 w 12192002"/>
              <a:gd name="connsiteY226" fmla="*/ 6581371 h 6858000"/>
              <a:gd name="connsiteX227" fmla="*/ 8788186 w 12192002"/>
              <a:gd name="connsiteY227" fmla="*/ 6572441 h 6858000"/>
              <a:gd name="connsiteX228" fmla="*/ 9137232 w 12192002"/>
              <a:gd name="connsiteY228" fmla="*/ 5665639 h 6858000"/>
              <a:gd name="connsiteX229" fmla="*/ 9216765 w 12192002"/>
              <a:gd name="connsiteY229" fmla="*/ 5696416 h 6858000"/>
              <a:gd name="connsiteX230" fmla="*/ 8969849 w 12192002"/>
              <a:gd name="connsiteY230" fmla="*/ 6466405 h 6858000"/>
              <a:gd name="connsiteX231" fmla="*/ 9706237 w 12192002"/>
              <a:gd name="connsiteY231" fmla="*/ 6419148 h 6858000"/>
              <a:gd name="connsiteX232" fmla="*/ 10110375 w 12192002"/>
              <a:gd name="connsiteY232" fmla="*/ 6563116 h 6858000"/>
              <a:gd name="connsiteX233" fmla="*/ 10096281 w 12192002"/>
              <a:gd name="connsiteY233" fmla="*/ 6578254 h 6858000"/>
              <a:gd name="connsiteX234" fmla="*/ 9067672 w 12192002"/>
              <a:gd name="connsiteY234" fmla="*/ 6648608 h 6858000"/>
              <a:gd name="connsiteX235" fmla="*/ 8859441 w 12192002"/>
              <a:gd name="connsiteY235" fmla="*/ 6641028 h 6858000"/>
              <a:gd name="connsiteX236" fmla="*/ 8857528 w 12192002"/>
              <a:gd name="connsiteY236" fmla="*/ 6641375 h 6858000"/>
              <a:gd name="connsiteX237" fmla="*/ 8848579 w 12192002"/>
              <a:gd name="connsiteY237" fmla="*/ 6643204 h 6858000"/>
              <a:gd name="connsiteX238" fmla="*/ 8576285 w 12192002"/>
              <a:gd name="connsiteY238" fmla="*/ 6824788 h 6858000"/>
              <a:gd name="connsiteX239" fmla="*/ 8519159 w 12192002"/>
              <a:gd name="connsiteY239" fmla="*/ 6857998 h 6858000"/>
              <a:gd name="connsiteX240" fmla="*/ 8393540 w 12192002"/>
              <a:gd name="connsiteY240" fmla="*/ 6857998 h 6858000"/>
              <a:gd name="connsiteX241" fmla="*/ 8417346 w 12192002"/>
              <a:gd name="connsiteY241" fmla="*/ 6745652 h 6858000"/>
              <a:gd name="connsiteX242" fmla="*/ 8485502 w 12192002"/>
              <a:gd name="connsiteY242" fmla="*/ 6308216 h 6858000"/>
              <a:gd name="connsiteX243" fmla="*/ 8480214 w 12192002"/>
              <a:gd name="connsiteY243" fmla="*/ 6302278 h 6858000"/>
              <a:gd name="connsiteX244" fmla="*/ 8112215 w 12192002"/>
              <a:gd name="connsiteY244" fmla="*/ 5837768 h 6858000"/>
              <a:gd name="connsiteX245" fmla="*/ 8095146 w 12192002"/>
              <a:gd name="connsiteY245" fmla="*/ 5831943 h 6858000"/>
              <a:gd name="connsiteX246" fmla="*/ 7131946 w 12192002"/>
              <a:gd name="connsiteY246" fmla="*/ 5075653 h 6858000"/>
              <a:gd name="connsiteX247" fmla="*/ 7133363 w 12192002"/>
              <a:gd name="connsiteY247" fmla="*/ 5050246 h 6858000"/>
              <a:gd name="connsiteX248" fmla="*/ 1903353 w 12192002"/>
              <a:gd name="connsiteY248" fmla="*/ 5044827 h 6858000"/>
              <a:gd name="connsiteX249" fmla="*/ 1936931 w 12192002"/>
              <a:gd name="connsiteY249" fmla="*/ 5093954 h 6858000"/>
              <a:gd name="connsiteX250" fmla="*/ 2195868 w 12192002"/>
              <a:gd name="connsiteY250" fmla="*/ 5396574 h 6858000"/>
              <a:gd name="connsiteX251" fmla="*/ 2088852 w 12192002"/>
              <a:gd name="connsiteY251" fmla="*/ 5166123 h 6858000"/>
              <a:gd name="connsiteX252" fmla="*/ 1958241 w 12192002"/>
              <a:gd name="connsiteY252" fmla="*/ 5067955 h 6858000"/>
              <a:gd name="connsiteX253" fmla="*/ 1903353 w 12192002"/>
              <a:gd name="connsiteY253" fmla="*/ 5044827 h 6858000"/>
              <a:gd name="connsiteX254" fmla="*/ 11544294 w 12192002"/>
              <a:gd name="connsiteY254" fmla="*/ 4944364 h 6858000"/>
              <a:gd name="connsiteX255" fmla="*/ 11755210 w 12192002"/>
              <a:gd name="connsiteY255" fmla="*/ 5588157 h 6858000"/>
              <a:gd name="connsiteX256" fmla="*/ 11544294 w 12192002"/>
              <a:gd name="connsiteY256" fmla="*/ 4944364 h 6858000"/>
              <a:gd name="connsiteX257" fmla="*/ 11571408 w 12192002"/>
              <a:gd name="connsiteY257" fmla="*/ 4918599 h 6858000"/>
              <a:gd name="connsiteX258" fmla="*/ 11778250 w 12192002"/>
              <a:gd name="connsiteY258" fmla="*/ 5565760 h 6858000"/>
              <a:gd name="connsiteX259" fmla="*/ 11571408 w 12192002"/>
              <a:gd name="connsiteY259" fmla="*/ 4918599 h 6858000"/>
              <a:gd name="connsiteX260" fmla="*/ 11540154 w 12192002"/>
              <a:gd name="connsiteY260" fmla="*/ 4867303 h 6858000"/>
              <a:gd name="connsiteX261" fmla="*/ 11540380 w 12192002"/>
              <a:gd name="connsiteY261" fmla="*/ 4872526 h 6858000"/>
              <a:gd name="connsiteX262" fmla="*/ 11542590 w 12192002"/>
              <a:gd name="connsiteY262" fmla="*/ 4871112 h 6858000"/>
              <a:gd name="connsiteX263" fmla="*/ 10567662 w 12192002"/>
              <a:gd name="connsiteY263" fmla="*/ 4866948 h 6858000"/>
              <a:gd name="connsiteX264" fmla="*/ 10431225 w 12192002"/>
              <a:gd name="connsiteY264" fmla="*/ 4877568 h 6858000"/>
              <a:gd name="connsiteX265" fmla="*/ 10277556 w 12192002"/>
              <a:gd name="connsiteY265" fmla="*/ 4889247 h 6858000"/>
              <a:gd name="connsiteX266" fmla="*/ 10155875 w 12192002"/>
              <a:gd name="connsiteY266" fmla="*/ 4882769 h 6858000"/>
              <a:gd name="connsiteX267" fmla="*/ 10072733 w 12192002"/>
              <a:gd name="connsiteY267" fmla="*/ 4876924 h 6858000"/>
              <a:gd name="connsiteX268" fmla="*/ 9882500 w 12192002"/>
              <a:gd name="connsiteY268" fmla="*/ 4881330 h 6858000"/>
              <a:gd name="connsiteX269" fmla="*/ 9685205 w 12192002"/>
              <a:gd name="connsiteY269" fmla="*/ 4885650 h 6858000"/>
              <a:gd name="connsiteX270" fmla="*/ 9666932 w 12192002"/>
              <a:gd name="connsiteY270" fmla="*/ 4885075 h 6858000"/>
              <a:gd name="connsiteX271" fmla="*/ 9608662 w 12192002"/>
              <a:gd name="connsiteY271" fmla="*/ 4884027 h 6858000"/>
              <a:gd name="connsiteX272" fmla="*/ 10026230 w 12192002"/>
              <a:gd name="connsiteY272" fmla="*/ 4938088 h 6858000"/>
              <a:gd name="connsiteX273" fmla="*/ 10567662 w 12192002"/>
              <a:gd name="connsiteY273" fmla="*/ 4866948 h 6858000"/>
              <a:gd name="connsiteX274" fmla="*/ 10221015 w 12192002"/>
              <a:gd name="connsiteY274" fmla="*/ 4783657 h 6858000"/>
              <a:gd name="connsiteX275" fmla="*/ 10107121 w 12192002"/>
              <a:gd name="connsiteY275" fmla="*/ 4785091 h 6858000"/>
              <a:gd name="connsiteX276" fmla="*/ 9660668 w 12192002"/>
              <a:gd name="connsiteY276" fmla="*/ 4854595 h 6858000"/>
              <a:gd name="connsiteX277" fmla="*/ 9669531 w 12192002"/>
              <a:gd name="connsiteY277" fmla="*/ 4855057 h 6858000"/>
              <a:gd name="connsiteX278" fmla="*/ 9687254 w 12192002"/>
              <a:gd name="connsiteY278" fmla="*/ 4855986 h 6858000"/>
              <a:gd name="connsiteX279" fmla="*/ 9881290 w 12192002"/>
              <a:gd name="connsiteY279" fmla="*/ 4851445 h 6858000"/>
              <a:gd name="connsiteX280" fmla="*/ 10074432 w 12192002"/>
              <a:gd name="connsiteY280" fmla="*/ 4846715 h 6858000"/>
              <a:gd name="connsiteX281" fmla="*/ 10159369 w 12192002"/>
              <a:gd name="connsiteY281" fmla="*/ 4852935 h 6858000"/>
              <a:gd name="connsiteX282" fmla="*/ 10278706 w 12192002"/>
              <a:gd name="connsiteY282" fmla="*/ 4859393 h 6858000"/>
              <a:gd name="connsiteX283" fmla="*/ 10429120 w 12192002"/>
              <a:gd name="connsiteY283" fmla="*/ 4847493 h 6858000"/>
              <a:gd name="connsiteX284" fmla="*/ 10538565 w 12192002"/>
              <a:gd name="connsiteY284" fmla="*/ 4837270 h 6858000"/>
              <a:gd name="connsiteX285" fmla="*/ 10221015 w 12192002"/>
              <a:gd name="connsiteY285" fmla="*/ 4783657 h 6858000"/>
              <a:gd name="connsiteX286" fmla="*/ 1979378 w 12192002"/>
              <a:gd name="connsiteY286" fmla="*/ 4769504 h 6858000"/>
              <a:gd name="connsiteX287" fmla="*/ 2882120 w 12192002"/>
              <a:gd name="connsiteY287" fmla="*/ 5064547 h 6858000"/>
              <a:gd name="connsiteX288" fmla="*/ 2793103 w 12192002"/>
              <a:gd name="connsiteY288" fmla="*/ 5039699 h 6858000"/>
              <a:gd name="connsiteX289" fmla="*/ 2770041 w 12192002"/>
              <a:gd name="connsiteY289" fmla="*/ 5033634 h 6858000"/>
              <a:gd name="connsiteX290" fmla="*/ 1979378 w 12192002"/>
              <a:gd name="connsiteY290" fmla="*/ 4769504 h 6858000"/>
              <a:gd name="connsiteX291" fmla="*/ 1927410 w 12192002"/>
              <a:gd name="connsiteY291" fmla="*/ 4716164 h 6858000"/>
              <a:gd name="connsiteX292" fmla="*/ 1959587 w 12192002"/>
              <a:gd name="connsiteY292" fmla="*/ 4728849 h 6858000"/>
              <a:gd name="connsiteX293" fmla="*/ 2777707 w 12192002"/>
              <a:gd name="connsiteY293" fmla="*/ 5003991 h 6858000"/>
              <a:gd name="connsiteX294" fmla="*/ 2800768 w 12192002"/>
              <a:gd name="connsiteY294" fmla="*/ 5010056 h 6858000"/>
              <a:gd name="connsiteX295" fmla="*/ 2879408 w 12192002"/>
              <a:gd name="connsiteY295" fmla="*/ 5031590 h 6858000"/>
              <a:gd name="connsiteX296" fmla="*/ 2862295 w 12192002"/>
              <a:gd name="connsiteY296" fmla="*/ 5022958 h 6858000"/>
              <a:gd name="connsiteX297" fmla="*/ 2813343 w 12192002"/>
              <a:gd name="connsiteY297" fmla="*/ 4998369 h 6858000"/>
              <a:gd name="connsiteX298" fmla="*/ 2646245 w 12192002"/>
              <a:gd name="connsiteY298" fmla="*/ 4930999 h 6858000"/>
              <a:gd name="connsiteX299" fmla="*/ 1999243 w 12192002"/>
              <a:gd name="connsiteY299" fmla="*/ 4730524 h 6858000"/>
              <a:gd name="connsiteX300" fmla="*/ 1979527 w 12192002"/>
              <a:gd name="connsiteY300" fmla="*/ 4726651 h 6858000"/>
              <a:gd name="connsiteX301" fmla="*/ 1997014 w 12192002"/>
              <a:gd name="connsiteY301" fmla="*/ 4698007 h 6858000"/>
              <a:gd name="connsiteX302" fmla="*/ 2005458 w 12192002"/>
              <a:gd name="connsiteY302" fmla="*/ 4699540 h 6858000"/>
              <a:gd name="connsiteX303" fmla="*/ 2657186 w 12192002"/>
              <a:gd name="connsiteY303" fmla="*/ 4901687 h 6858000"/>
              <a:gd name="connsiteX304" fmla="*/ 2826662 w 12192002"/>
              <a:gd name="connsiteY304" fmla="*/ 4970362 h 6858000"/>
              <a:gd name="connsiteX305" fmla="*/ 2876100 w 12192002"/>
              <a:gd name="connsiteY305" fmla="*/ 4995397 h 6858000"/>
              <a:gd name="connsiteX306" fmla="*/ 3042600 w 12192002"/>
              <a:gd name="connsiteY306" fmla="*/ 5059532 h 6858000"/>
              <a:gd name="connsiteX307" fmla="*/ 1997014 w 12192002"/>
              <a:gd name="connsiteY307" fmla="*/ 4698007 h 6858000"/>
              <a:gd name="connsiteX308" fmla="*/ 9857254 w 12192002"/>
              <a:gd name="connsiteY308" fmla="*/ 4275904 h 6858000"/>
              <a:gd name="connsiteX309" fmla="*/ 8989866 w 12192002"/>
              <a:gd name="connsiteY309" fmla="*/ 4472742 h 6858000"/>
              <a:gd name="connsiteX310" fmla="*/ 8931614 w 12192002"/>
              <a:gd name="connsiteY310" fmla="*/ 4498508 h 6858000"/>
              <a:gd name="connsiteX311" fmla="*/ 8843711 w 12192002"/>
              <a:gd name="connsiteY311" fmla="*/ 4536334 h 6858000"/>
              <a:gd name="connsiteX312" fmla="*/ 8966093 w 12192002"/>
              <a:gd name="connsiteY312" fmla="*/ 4502509 h 6858000"/>
              <a:gd name="connsiteX313" fmla="*/ 9299227 w 12192002"/>
              <a:gd name="connsiteY313" fmla="*/ 4454994 h 6858000"/>
              <a:gd name="connsiteX314" fmla="*/ 9857254 w 12192002"/>
              <a:gd name="connsiteY314" fmla="*/ 4275904 h 6858000"/>
              <a:gd name="connsiteX315" fmla="*/ 9615182 w 12192002"/>
              <a:gd name="connsiteY315" fmla="*/ 4220499 h 6858000"/>
              <a:gd name="connsiteX316" fmla="*/ 9023688 w 12192002"/>
              <a:gd name="connsiteY316" fmla="*/ 4425819 h 6858000"/>
              <a:gd name="connsiteX317" fmla="*/ 9814527 w 12192002"/>
              <a:gd name="connsiteY317" fmla="*/ 4248048 h 6858000"/>
              <a:gd name="connsiteX318" fmla="*/ 9615182 w 12192002"/>
              <a:gd name="connsiteY318" fmla="*/ 4220499 h 6858000"/>
              <a:gd name="connsiteX319" fmla="*/ 2305292 w 12192002"/>
              <a:gd name="connsiteY319" fmla="*/ 4219492 h 6858000"/>
              <a:gd name="connsiteX320" fmla="*/ 3360922 w 12192002"/>
              <a:gd name="connsiteY320" fmla="*/ 4529373 h 6858000"/>
              <a:gd name="connsiteX321" fmla="*/ 3492420 w 12192002"/>
              <a:gd name="connsiteY321" fmla="*/ 4510145 h 6858000"/>
              <a:gd name="connsiteX322" fmla="*/ 3364086 w 12192002"/>
              <a:gd name="connsiteY322" fmla="*/ 4480340 h 6858000"/>
              <a:gd name="connsiteX323" fmla="*/ 3225818 w 12192002"/>
              <a:gd name="connsiteY323" fmla="*/ 4411822 h 6858000"/>
              <a:gd name="connsiteX324" fmla="*/ 3129696 w 12192002"/>
              <a:gd name="connsiteY324" fmla="*/ 4360704 h 6858000"/>
              <a:gd name="connsiteX325" fmla="*/ 2814545 w 12192002"/>
              <a:gd name="connsiteY325" fmla="*/ 4282955 h 6858000"/>
              <a:gd name="connsiteX326" fmla="*/ 2305292 w 12192002"/>
              <a:gd name="connsiteY326" fmla="*/ 4219492 h 6858000"/>
              <a:gd name="connsiteX327" fmla="*/ 2626982 w 12192002"/>
              <a:gd name="connsiteY327" fmla="*/ 4206450 h 6858000"/>
              <a:gd name="connsiteX328" fmla="*/ 2490617 w 12192002"/>
              <a:gd name="connsiteY328" fmla="*/ 4206951 h 6858000"/>
              <a:gd name="connsiteX329" fmla="*/ 2819869 w 12192002"/>
              <a:gd name="connsiteY329" fmla="*/ 4252936 h 6858000"/>
              <a:gd name="connsiteX330" fmla="*/ 3143018 w 12192002"/>
              <a:gd name="connsiteY330" fmla="*/ 4332698 h 6858000"/>
              <a:gd name="connsiteX331" fmla="*/ 3241520 w 12192002"/>
              <a:gd name="connsiteY331" fmla="*/ 4385112 h 6858000"/>
              <a:gd name="connsiteX332" fmla="*/ 3374575 w 12192002"/>
              <a:gd name="connsiteY332" fmla="*/ 4451517 h 6858000"/>
              <a:gd name="connsiteX333" fmla="*/ 3505221 w 12192002"/>
              <a:gd name="connsiteY333" fmla="*/ 4480757 h 6858000"/>
              <a:gd name="connsiteX334" fmla="*/ 2626982 w 12192002"/>
              <a:gd name="connsiteY334" fmla="*/ 4206450 h 6858000"/>
              <a:gd name="connsiteX335" fmla="*/ 9258094 w 12192002"/>
              <a:gd name="connsiteY335" fmla="*/ 3958602 h 6858000"/>
              <a:gd name="connsiteX336" fmla="*/ 8526712 w 12192002"/>
              <a:gd name="connsiteY336" fmla="*/ 4119804 h 6858000"/>
              <a:gd name="connsiteX337" fmla="*/ 9258094 w 12192002"/>
              <a:gd name="connsiteY337" fmla="*/ 3958602 h 6858000"/>
              <a:gd name="connsiteX338" fmla="*/ 1310106 w 12192002"/>
              <a:gd name="connsiteY338" fmla="*/ 3943217 h 6858000"/>
              <a:gd name="connsiteX339" fmla="*/ 854994 w 12192002"/>
              <a:gd name="connsiteY339" fmla="*/ 4399136 h 6858000"/>
              <a:gd name="connsiteX340" fmla="*/ 742462 w 12192002"/>
              <a:gd name="connsiteY340" fmla="*/ 4594648 h 6858000"/>
              <a:gd name="connsiteX341" fmla="*/ 820602 w 12192002"/>
              <a:gd name="connsiteY341" fmla="*/ 4485915 h 6858000"/>
              <a:gd name="connsiteX342" fmla="*/ 878295 w 12192002"/>
              <a:gd name="connsiteY342" fmla="*/ 4403594 h 6858000"/>
              <a:gd name="connsiteX343" fmla="*/ 1240607 w 12192002"/>
              <a:gd name="connsiteY343" fmla="*/ 4010401 h 6858000"/>
              <a:gd name="connsiteX344" fmla="*/ 11225213 w 12192002"/>
              <a:gd name="connsiteY344" fmla="*/ 3936722 h 6858000"/>
              <a:gd name="connsiteX345" fmla="*/ 11182914 w 12192002"/>
              <a:gd name="connsiteY345" fmla="*/ 4196771 h 6858000"/>
              <a:gd name="connsiteX346" fmla="*/ 11099211 w 12192002"/>
              <a:gd name="connsiteY346" fmla="*/ 4613594 h 6858000"/>
              <a:gd name="connsiteX347" fmla="*/ 11064509 w 12192002"/>
              <a:gd name="connsiteY347" fmla="*/ 4707830 h 6858000"/>
              <a:gd name="connsiteX348" fmla="*/ 11049349 w 12192002"/>
              <a:gd name="connsiteY348" fmla="*/ 4747418 h 6858000"/>
              <a:gd name="connsiteX349" fmla="*/ 10978260 w 12192002"/>
              <a:gd name="connsiteY349" fmla="*/ 4966094 h 6858000"/>
              <a:gd name="connsiteX350" fmla="*/ 11225213 w 12192002"/>
              <a:gd name="connsiteY350" fmla="*/ 3936722 h 6858000"/>
              <a:gd name="connsiteX351" fmla="*/ 9168987 w 12192002"/>
              <a:gd name="connsiteY351" fmla="*/ 3919232 h 6858000"/>
              <a:gd name="connsiteX352" fmla="*/ 8603910 w 12192002"/>
              <a:gd name="connsiteY352" fmla="*/ 4068895 h 6858000"/>
              <a:gd name="connsiteX353" fmla="*/ 9252382 w 12192002"/>
              <a:gd name="connsiteY353" fmla="*/ 3927759 h 6858000"/>
              <a:gd name="connsiteX354" fmla="*/ 9168987 w 12192002"/>
              <a:gd name="connsiteY354" fmla="*/ 3919232 h 6858000"/>
              <a:gd name="connsiteX355" fmla="*/ 11201005 w 12192002"/>
              <a:gd name="connsiteY355" fmla="*/ 3900089 h 6858000"/>
              <a:gd name="connsiteX356" fmla="*/ 10968432 w 12192002"/>
              <a:gd name="connsiteY356" fmla="*/ 4885010 h 6858000"/>
              <a:gd name="connsiteX357" fmla="*/ 11019967 w 12192002"/>
              <a:gd name="connsiteY357" fmla="*/ 4735553 h 6858000"/>
              <a:gd name="connsiteX358" fmla="*/ 11035125 w 12192002"/>
              <a:gd name="connsiteY358" fmla="*/ 4695966 h 6858000"/>
              <a:gd name="connsiteX359" fmla="*/ 11069972 w 12192002"/>
              <a:gd name="connsiteY359" fmla="*/ 4603168 h 6858000"/>
              <a:gd name="connsiteX360" fmla="*/ 11152239 w 12192002"/>
              <a:gd name="connsiteY360" fmla="*/ 4192628 h 6858000"/>
              <a:gd name="connsiteX361" fmla="*/ 11201005 w 12192002"/>
              <a:gd name="connsiteY361" fmla="*/ 3900089 h 6858000"/>
              <a:gd name="connsiteX362" fmla="*/ 1423113 w 12192002"/>
              <a:gd name="connsiteY362" fmla="*/ 3874565 h 6858000"/>
              <a:gd name="connsiteX363" fmla="*/ 1260565 w 12192002"/>
              <a:gd name="connsiteY363" fmla="*/ 4031982 h 6858000"/>
              <a:gd name="connsiteX364" fmla="*/ 901900 w 12192002"/>
              <a:gd name="connsiteY364" fmla="*/ 4421236 h 6858000"/>
              <a:gd name="connsiteX365" fmla="*/ 845044 w 12192002"/>
              <a:gd name="connsiteY365" fmla="*/ 4502436 h 6858000"/>
              <a:gd name="connsiteX366" fmla="*/ 685926 w 12192002"/>
              <a:gd name="connsiteY366" fmla="*/ 4703069 h 6858000"/>
              <a:gd name="connsiteX367" fmla="*/ 684248 w 12192002"/>
              <a:gd name="connsiteY367" fmla="*/ 4706721 h 6858000"/>
              <a:gd name="connsiteX368" fmla="*/ 1423113 w 12192002"/>
              <a:gd name="connsiteY368" fmla="*/ 3874565 h 6858000"/>
              <a:gd name="connsiteX369" fmla="*/ 3316479 w 12192002"/>
              <a:gd name="connsiteY369" fmla="*/ 3872136 h 6858000"/>
              <a:gd name="connsiteX370" fmla="*/ 3546806 w 12192002"/>
              <a:gd name="connsiteY370" fmla="*/ 4356139 h 6858000"/>
              <a:gd name="connsiteX371" fmla="*/ 3364433 w 12192002"/>
              <a:gd name="connsiteY371" fmla="*/ 3953121 h 6858000"/>
              <a:gd name="connsiteX372" fmla="*/ 10268559 w 12192002"/>
              <a:gd name="connsiteY372" fmla="*/ 3871054 h 6858000"/>
              <a:gd name="connsiteX373" fmla="*/ 10494169 w 12192002"/>
              <a:gd name="connsiteY373" fmla="*/ 4520780 h 6858000"/>
              <a:gd name="connsiteX374" fmla="*/ 10356661 w 12192002"/>
              <a:gd name="connsiteY374" fmla="*/ 4157302 h 6858000"/>
              <a:gd name="connsiteX375" fmla="*/ 10268559 w 12192002"/>
              <a:gd name="connsiteY375" fmla="*/ 3871054 h 6858000"/>
              <a:gd name="connsiteX376" fmla="*/ 3291335 w 12192002"/>
              <a:gd name="connsiteY376" fmla="*/ 3767420 h 6858000"/>
              <a:gd name="connsiteX377" fmla="*/ 3390805 w 12192002"/>
              <a:gd name="connsiteY377" fmla="*/ 3937163 h 6858000"/>
              <a:gd name="connsiteX378" fmla="*/ 3579062 w 12192002"/>
              <a:gd name="connsiteY378" fmla="*/ 4359040 h 6858000"/>
              <a:gd name="connsiteX379" fmla="*/ 3467355 w 12192002"/>
              <a:gd name="connsiteY379" fmla="*/ 3988130 h 6858000"/>
              <a:gd name="connsiteX380" fmla="*/ 3310753 w 12192002"/>
              <a:gd name="connsiteY380" fmla="*/ 3787140 h 6858000"/>
              <a:gd name="connsiteX381" fmla="*/ 3291335 w 12192002"/>
              <a:gd name="connsiteY381" fmla="*/ 3767420 h 6858000"/>
              <a:gd name="connsiteX382" fmla="*/ 1635889 w 12192002"/>
              <a:gd name="connsiteY382" fmla="*/ 3709494 h 6858000"/>
              <a:gd name="connsiteX383" fmla="*/ 1634800 w 12192002"/>
              <a:gd name="connsiteY383" fmla="*/ 3731111 h 6858000"/>
              <a:gd name="connsiteX384" fmla="*/ 1635889 w 12192002"/>
              <a:gd name="connsiteY384" fmla="*/ 3709494 h 6858000"/>
              <a:gd name="connsiteX385" fmla="*/ 10277529 w 12192002"/>
              <a:gd name="connsiteY385" fmla="*/ 3701307 h 6858000"/>
              <a:gd name="connsiteX386" fmla="*/ 10276797 w 12192002"/>
              <a:gd name="connsiteY386" fmla="*/ 3708672 h 6858000"/>
              <a:gd name="connsiteX387" fmla="*/ 10385906 w 12192002"/>
              <a:gd name="connsiteY387" fmla="*/ 4147031 h 6858000"/>
              <a:gd name="connsiteX388" fmla="*/ 10536458 w 12192002"/>
              <a:gd name="connsiteY388" fmla="*/ 4544310 h 6858000"/>
              <a:gd name="connsiteX389" fmla="*/ 10436479 w 12192002"/>
              <a:gd name="connsiteY389" fmla="*/ 4144570 h 6858000"/>
              <a:gd name="connsiteX390" fmla="*/ 10277529 w 12192002"/>
              <a:gd name="connsiteY390" fmla="*/ 3701307 h 6858000"/>
              <a:gd name="connsiteX391" fmla="*/ 1510397 w 12192002"/>
              <a:gd name="connsiteY391" fmla="*/ 3684705 h 6858000"/>
              <a:gd name="connsiteX392" fmla="*/ 1146550 w 12192002"/>
              <a:gd name="connsiteY392" fmla="*/ 3802012 h 6858000"/>
              <a:gd name="connsiteX393" fmla="*/ 698834 w 12192002"/>
              <a:gd name="connsiteY393" fmla="*/ 3952272 h 6858000"/>
              <a:gd name="connsiteX394" fmla="*/ 34256 w 12192002"/>
              <a:gd name="connsiteY394" fmla="*/ 4347603 h 6858000"/>
              <a:gd name="connsiteX395" fmla="*/ 527241 w 12192002"/>
              <a:gd name="connsiteY395" fmla="*/ 4065078 h 6858000"/>
              <a:gd name="connsiteX396" fmla="*/ 1510397 w 12192002"/>
              <a:gd name="connsiteY396" fmla="*/ 3684705 h 6858000"/>
              <a:gd name="connsiteX397" fmla="*/ 1313114 w 12192002"/>
              <a:gd name="connsiteY397" fmla="*/ 3655216 h 6858000"/>
              <a:gd name="connsiteX398" fmla="*/ 1109304 w 12192002"/>
              <a:gd name="connsiteY398" fmla="*/ 3669030 h 6858000"/>
              <a:gd name="connsiteX399" fmla="*/ 8129 w 12192002"/>
              <a:gd name="connsiteY399" fmla="*/ 4330519 h 6858000"/>
              <a:gd name="connsiteX400" fmla="*/ 687572 w 12192002"/>
              <a:gd name="connsiteY400" fmla="*/ 3925629 h 6858000"/>
              <a:gd name="connsiteX401" fmla="*/ 1138365 w 12192002"/>
              <a:gd name="connsiteY401" fmla="*/ 3774515 h 6858000"/>
              <a:gd name="connsiteX402" fmla="*/ 1505579 w 12192002"/>
              <a:gd name="connsiteY402" fmla="*/ 3655526 h 6858000"/>
              <a:gd name="connsiteX403" fmla="*/ 1313114 w 12192002"/>
              <a:gd name="connsiteY403" fmla="*/ 3655216 h 6858000"/>
              <a:gd name="connsiteX404" fmla="*/ 3655073 w 12192002"/>
              <a:gd name="connsiteY404" fmla="*/ 3650884 h 6858000"/>
              <a:gd name="connsiteX405" fmla="*/ 3989938 w 12192002"/>
              <a:gd name="connsiteY405" fmla="*/ 3991685 h 6858000"/>
              <a:gd name="connsiteX406" fmla="*/ 4393907 w 12192002"/>
              <a:gd name="connsiteY406" fmla="*/ 4261258 h 6858000"/>
              <a:gd name="connsiteX407" fmla="*/ 4648051 w 12192002"/>
              <a:gd name="connsiteY407" fmla="*/ 4374051 h 6858000"/>
              <a:gd name="connsiteX408" fmla="*/ 4383389 w 12192002"/>
              <a:gd name="connsiteY408" fmla="*/ 4184369 h 6858000"/>
              <a:gd name="connsiteX409" fmla="*/ 4165508 w 12192002"/>
              <a:gd name="connsiteY409" fmla="*/ 4035196 h 6858000"/>
              <a:gd name="connsiteX410" fmla="*/ 4068162 w 12192002"/>
              <a:gd name="connsiteY410" fmla="*/ 3953394 h 6858000"/>
              <a:gd name="connsiteX411" fmla="*/ 3981416 w 12192002"/>
              <a:gd name="connsiteY411" fmla="*/ 3880482 h 6858000"/>
              <a:gd name="connsiteX412" fmla="*/ 3800147 w 12192002"/>
              <a:gd name="connsiteY412" fmla="*/ 3749872 h 6858000"/>
              <a:gd name="connsiteX413" fmla="*/ 3670252 w 12192002"/>
              <a:gd name="connsiteY413" fmla="*/ 3622798 h 6858000"/>
              <a:gd name="connsiteX414" fmla="*/ 3817258 w 12192002"/>
              <a:gd name="connsiteY414" fmla="*/ 3723577 h 6858000"/>
              <a:gd name="connsiteX415" fmla="*/ 4000461 w 12192002"/>
              <a:gd name="connsiteY415" fmla="*/ 3855966 h 6858000"/>
              <a:gd name="connsiteX416" fmla="*/ 4088180 w 12192002"/>
              <a:gd name="connsiteY416" fmla="*/ 3929774 h 6858000"/>
              <a:gd name="connsiteX417" fmla="*/ 4184555 w 12192002"/>
              <a:gd name="connsiteY417" fmla="*/ 4010683 h 6858000"/>
              <a:gd name="connsiteX418" fmla="*/ 4399563 w 12192002"/>
              <a:gd name="connsiteY418" fmla="*/ 4158106 h 6858000"/>
              <a:gd name="connsiteX419" fmla="*/ 4684469 w 12192002"/>
              <a:gd name="connsiteY419" fmla="*/ 4364680 h 6858000"/>
              <a:gd name="connsiteX420" fmla="*/ 4690271 w 12192002"/>
              <a:gd name="connsiteY420" fmla="*/ 4370034 h 6858000"/>
              <a:gd name="connsiteX421" fmla="*/ 4136093 w 12192002"/>
              <a:gd name="connsiteY421" fmla="*/ 3858466 h 6858000"/>
              <a:gd name="connsiteX422" fmla="*/ 3670252 w 12192002"/>
              <a:gd name="connsiteY422" fmla="*/ 3622798 h 6858000"/>
              <a:gd name="connsiteX423" fmla="*/ 9334796 w 12192002"/>
              <a:gd name="connsiteY423" fmla="*/ 3456584 h 6858000"/>
              <a:gd name="connsiteX424" fmla="*/ 9651570 w 12192002"/>
              <a:gd name="connsiteY424" fmla="*/ 3826505 h 6858000"/>
              <a:gd name="connsiteX425" fmla="*/ 9334796 w 12192002"/>
              <a:gd name="connsiteY425" fmla="*/ 3456584 h 6858000"/>
              <a:gd name="connsiteX426" fmla="*/ 4440129 w 12192002"/>
              <a:gd name="connsiteY426" fmla="*/ 3448571 h 6858000"/>
              <a:gd name="connsiteX427" fmla="*/ 4856525 w 12192002"/>
              <a:gd name="connsiteY427" fmla="*/ 3915351 h 6858000"/>
              <a:gd name="connsiteX428" fmla="*/ 5059055 w 12192002"/>
              <a:gd name="connsiteY428" fmla="*/ 4108918 h 6858000"/>
              <a:gd name="connsiteX429" fmla="*/ 5290070 w 12192002"/>
              <a:gd name="connsiteY429" fmla="*/ 4263619 h 6858000"/>
              <a:gd name="connsiteX430" fmla="*/ 4834991 w 12192002"/>
              <a:gd name="connsiteY430" fmla="*/ 3830985 h 6858000"/>
              <a:gd name="connsiteX431" fmla="*/ 4440129 w 12192002"/>
              <a:gd name="connsiteY431" fmla="*/ 3448571 h 6858000"/>
              <a:gd name="connsiteX432" fmla="*/ 4441737 w 12192002"/>
              <a:gd name="connsiteY432" fmla="*/ 3399734 h 6858000"/>
              <a:gd name="connsiteX433" fmla="*/ 4431236 w 12192002"/>
              <a:gd name="connsiteY433" fmla="*/ 3400954 h 6858000"/>
              <a:gd name="connsiteX434" fmla="*/ 4557150 w 12192002"/>
              <a:gd name="connsiteY434" fmla="*/ 3510023 h 6858000"/>
              <a:gd name="connsiteX435" fmla="*/ 4856936 w 12192002"/>
              <a:gd name="connsiteY435" fmla="*/ 3809146 h 6858000"/>
              <a:gd name="connsiteX436" fmla="*/ 5111996 w 12192002"/>
              <a:gd name="connsiteY436" fmla="*/ 4065759 h 6858000"/>
              <a:gd name="connsiteX437" fmla="*/ 5388877 w 12192002"/>
              <a:gd name="connsiteY437" fmla="*/ 4300185 h 6858000"/>
              <a:gd name="connsiteX438" fmla="*/ 5425556 w 12192002"/>
              <a:gd name="connsiteY438" fmla="*/ 4308967 h 6858000"/>
              <a:gd name="connsiteX439" fmla="*/ 4943646 w 12192002"/>
              <a:gd name="connsiteY439" fmla="*/ 3822916 h 6858000"/>
              <a:gd name="connsiteX440" fmla="*/ 4594837 w 12192002"/>
              <a:gd name="connsiteY440" fmla="*/ 3532274 h 6858000"/>
              <a:gd name="connsiteX441" fmla="*/ 4441737 w 12192002"/>
              <a:gd name="connsiteY441" fmla="*/ 3399734 h 6858000"/>
              <a:gd name="connsiteX442" fmla="*/ 5425834 w 12192002"/>
              <a:gd name="connsiteY442" fmla="*/ 3162785 h 6858000"/>
              <a:gd name="connsiteX443" fmla="*/ 5401644 w 12192002"/>
              <a:gd name="connsiteY443" fmla="*/ 3617847 h 6858000"/>
              <a:gd name="connsiteX444" fmla="*/ 5467256 w 12192002"/>
              <a:gd name="connsiteY444" fmla="*/ 4175494 h 6858000"/>
              <a:gd name="connsiteX445" fmla="*/ 5448069 w 12192002"/>
              <a:gd name="connsiteY445" fmla="*/ 3567554 h 6858000"/>
              <a:gd name="connsiteX446" fmla="*/ 1318687 w 12192002"/>
              <a:gd name="connsiteY446" fmla="*/ 3113840 h 6858000"/>
              <a:gd name="connsiteX447" fmla="*/ 1066793 w 12192002"/>
              <a:gd name="connsiteY447" fmla="*/ 3212171 h 6858000"/>
              <a:gd name="connsiteX448" fmla="*/ 993319 w 12192002"/>
              <a:gd name="connsiteY448" fmla="*/ 3247648 h 6858000"/>
              <a:gd name="connsiteX449" fmla="*/ 853081 w 12192002"/>
              <a:gd name="connsiteY449" fmla="*/ 3312410 h 6858000"/>
              <a:gd name="connsiteX450" fmla="*/ 805957 w 12192002"/>
              <a:gd name="connsiteY450" fmla="*/ 3330443 h 6858000"/>
              <a:gd name="connsiteX451" fmla="*/ 1318687 w 12192002"/>
              <a:gd name="connsiteY451" fmla="*/ 3113840 h 6858000"/>
              <a:gd name="connsiteX452" fmla="*/ 5453701 w 12192002"/>
              <a:gd name="connsiteY452" fmla="*/ 3090882 h 6858000"/>
              <a:gd name="connsiteX453" fmla="*/ 5480135 w 12192002"/>
              <a:gd name="connsiteY453" fmla="*/ 3565802 h 6858000"/>
              <a:gd name="connsiteX454" fmla="*/ 5499022 w 12192002"/>
              <a:gd name="connsiteY454" fmla="*/ 4166310 h 6858000"/>
              <a:gd name="connsiteX455" fmla="*/ 5547022 w 12192002"/>
              <a:gd name="connsiteY455" fmla="*/ 3607838 h 6858000"/>
              <a:gd name="connsiteX456" fmla="*/ 5515964 w 12192002"/>
              <a:gd name="connsiteY456" fmla="*/ 3378541 h 6858000"/>
              <a:gd name="connsiteX457" fmla="*/ 5453701 w 12192002"/>
              <a:gd name="connsiteY457" fmla="*/ 3090882 h 6858000"/>
              <a:gd name="connsiteX458" fmla="*/ 9790480 w 12192002"/>
              <a:gd name="connsiteY458" fmla="*/ 3078533 h 6858000"/>
              <a:gd name="connsiteX459" fmla="*/ 9763295 w 12192002"/>
              <a:gd name="connsiteY459" fmla="*/ 3245370 h 6858000"/>
              <a:gd name="connsiteX460" fmla="*/ 9736458 w 12192002"/>
              <a:gd name="connsiteY460" fmla="*/ 3758413 h 6858000"/>
              <a:gd name="connsiteX461" fmla="*/ 9763499 w 12192002"/>
              <a:gd name="connsiteY461" fmla="*/ 3528057 h 6858000"/>
              <a:gd name="connsiteX462" fmla="*/ 9793906 w 12192002"/>
              <a:gd name="connsiteY462" fmla="*/ 3231157 h 6858000"/>
              <a:gd name="connsiteX463" fmla="*/ 9791874 w 12192002"/>
              <a:gd name="connsiteY463" fmla="*/ 3142788 h 6858000"/>
              <a:gd name="connsiteX464" fmla="*/ 9790480 w 12192002"/>
              <a:gd name="connsiteY464" fmla="*/ 3078533 h 6858000"/>
              <a:gd name="connsiteX465" fmla="*/ 1238695 w 12192002"/>
              <a:gd name="connsiteY465" fmla="*/ 3076820 h 6858000"/>
              <a:gd name="connsiteX466" fmla="*/ 716371 w 12192002"/>
              <a:gd name="connsiteY466" fmla="*/ 3293249 h 6858000"/>
              <a:gd name="connsiteX467" fmla="*/ 579522 w 12192002"/>
              <a:gd name="connsiteY467" fmla="*/ 3371759 h 6858000"/>
              <a:gd name="connsiteX468" fmla="*/ 600288 w 12192002"/>
              <a:gd name="connsiteY468" fmla="*/ 3365555 h 6858000"/>
              <a:gd name="connsiteX469" fmla="*/ 840692 w 12192002"/>
              <a:gd name="connsiteY469" fmla="*/ 3284921 h 6858000"/>
              <a:gd name="connsiteX470" fmla="*/ 979248 w 12192002"/>
              <a:gd name="connsiteY470" fmla="*/ 3221003 h 6858000"/>
              <a:gd name="connsiteX471" fmla="*/ 1053282 w 12192002"/>
              <a:gd name="connsiteY471" fmla="*/ 3185247 h 6858000"/>
              <a:gd name="connsiteX472" fmla="*/ 1320603 w 12192002"/>
              <a:gd name="connsiteY472" fmla="*/ 3081281 h 6858000"/>
              <a:gd name="connsiteX473" fmla="*/ 1238695 w 12192002"/>
              <a:gd name="connsiteY473" fmla="*/ 3076820 h 6858000"/>
              <a:gd name="connsiteX474" fmla="*/ 5425627 w 12192002"/>
              <a:gd name="connsiteY474" fmla="*/ 2954192 h 6858000"/>
              <a:gd name="connsiteX475" fmla="*/ 5470769 w 12192002"/>
              <a:gd name="connsiteY475" fmla="*/ 3005435 h 6858000"/>
              <a:gd name="connsiteX476" fmla="*/ 5519779 w 12192002"/>
              <a:gd name="connsiteY476" fmla="*/ 4359223 h 6858000"/>
              <a:gd name="connsiteX477" fmla="*/ 5520293 w 12192002"/>
              <a:gd name="connsiteY477" fmla="*/ 4360602 h 6858000"/>
              <a:gd name="connsiteX478" fmla="*/ 5767221 w 12192002"/>
              <a:gd name="connsiteY478" fmla="*/ 4665564 h 6858000"/>
              <a:gd name="connsiteX479" fmla="*/ 6937169 w 12192002"/>
              <a:gd name="connsiteY479" fmla="*/ 4815941 h 6858000"/>
              <a:gd name="connsiteX480" fmla="*/ 6953922 w 12192002"/>
              <a:gd name="connsiteY480" fmla="*/ 4890068 h 6858000"/>
              <a:gd name="connsiteX481" fmla="*/ 6071359 w 12192002"/>
              <a:gd name="connsiteY481" fmla="*/ 4770770 h 6858000"/>
              <a:gd name="connsiteX482" fmla="*/ 6038839 w 12192002"/>
              <a:gd name="connsiteY482" fmla="*/ 4764474 h 6858000"/>
              <a:gd name="connsiteX483" fmla="*/ 6038705 w 12192002"/>
              <a:gd name="connsiteY483" fmla="*/ 4763847 h 6858000"/>
              <a:gd name="connsiteX484" fmla="*/ 6037783 w 12192002"/>
              <a:gd name="connsiteY484" fmla="*/ 4764270 h 6858000"/>
              <a:gd name="connsiteX485" fmla="*/ 6038839 w 12192002"/>
              <a:gd name="connsiteY485" fmla="*/ 4764474 h 6858000"/>
              <a:gd name="connsiteX486" fmla="*/ 6040338 w 12192002"/>
              <a:gd name="connsiteY486" fmla="*/ 4771418 h 6858000"/>
              <a:gd name="connsiteX487" fmla="*/ 6024488 w 12192002"/>
              <a:gd name="connsiteY487" fmla="*/ 4809903 h 6858000"/>
              <a:gd name="connsiteX488" fmla="*/ 5599771 w 12192002"/>
              <a:gd name="connsiteY488" fmla="*/ 5509652 h 6858000"/>
              <a:gd name="connsiteX489" fmla="*/ 5548843 w 12192002"/>
              <a:gd name="connsiteY489" fmla="*/ 5563845 h 6858000"/>
              <a:gd name="connsiteX490" fmla="*/ 5940952 w 12192002"/>
              <a:gd name="connsiteY490" fmla="*/ 6250028 h 6858000"/>
              <a:gd name="connsiteX491" fmla="*/ 6043441 w 12192002"/>
              <a:gd name="connsiteY491" fmla="*/ 6665847 h 6858000"/>
              <a:gd name="connsiteX492" fmla="*/ 6093432 w 12192002"/>
              <a:gd name="connsiteY492" fmla="*/ 6858000 h 6858000"/>
              <a:gd name="connsiteX493" fmla="*/ 6034344 w 12192002"/>
              <a:gd name="connsiteY493" fmla="*/ 6858000 h 6858000"/>
              <a:gd name="connsiteX494" fmla="*/ 6026679 w 12192002"/>
              <a:gd name="connsiteY494" fmla="*/ 6836959 h 6858000"/>
              <a:gd name="connsiteX495" fmla="*/ 5800441 w 12192002"/>
              <a:gd name="connsiteY495" fmla="*/ 6335286 h 6858000"/>
              <a:gd name="connsiteX496" fmla="*/ 5526562 w 12192002"/>
              <a:gd name="connsiteY496" fmla="*/ 5705388 h 6858000"/>
              <a:gd name="connsiteX497" fmla="*/ 5519640 w 12192002"/>
              <a:gd name="connsiteY497" fmla="*/ 5683774 h 6858000"/>
              <a:gd name="connsiteX498" fmla="*/ 5844559 w 12192002"/>
              <a:gd name="connsiteY498" fmla="*/ 6553349 h 6858000"/>
              <a:gd name="connsiteX499" fmla="*/ 5975994 w 12192002"/>
              <a:gd name="connsiteY499" fmla="*/ 6858000 h 6858000"/>
              <a:gd name="connsiteX500" fmla="*/ 5898547 w 12192002"/>
              <a:gd name="connsiteY500" fmla="*/ 6858000 h 6858000"/>
              <a:gd name="connsiteX501" fmla="*/ 5682041 w 12192002"/>
              <a:gd name="connsiteY501" fmla="*/ 6355860 h 6858000"/>
              <a:gd name="connsiteX502" fmla="*/ 5461758 w 12192002"/>
              <a:gd name="connsiteY502" fmla="*/ 5820220 h 6858000"/>
              <a:gd name="connsiteX503" fmla="*/ 5237282 w 12192002"/>
              <a:gd name="connsiteY503" fmla="*/ 6579086 h 6858000"/>
              <a:gd name="connsiteX504" fmla="*/ 5115009 w 12192002"/>
              <a:gd name="connsiteY504" fmla="*/ 6858000 h 6858000"/>
              <a:gd name="connsiteX505" fmla="*/ 5028074 w 12192002"/>
              <a:gd name="connsiteY505" fmla="*/ 6858000 h 6858000"/>
              <a:gd name="connsiteX506" fmla="*/ 5079508 w 12192002"/>
              <a:gd name="connsiteY506" fmla="*/ 6749074 h 6858000"/>
              <a:gd name="connsiteX507" fmla="*/ 5371846 w 12192002"/>
              <a:gd name="connsiteY507" fmla="*/ 5924413 h 6858000"/>
              <a:gd name="connsiteX508" fmla="*/ 5270512 w 12192002"/>
              <a:gd name="connsiteY508" fmla="*/ 6138975 h 6858000"/>
              <a:gd name="connsiteX509" fmla="*/ 5062409 w 12192002"/>
              <a:gd name="connsiteY509" fmla="*/ 6653544 h 6858000"/>
              <a:gd name="connsiteX510" fmla="*/ 5036628 w 12192002"/>
              <a:gd name="connsiteY510" fmla="*/ 6754247 h 6858000"/>
              <a:gd name="connsiteX511" fmla="*/ 5009112 w 12192002"/>
              <a:gd name="connsiteY511" fmla="*/ 6858000 h 6858000"/>
              <a:gd name="connsiteX512" fmla="*/ 4976679 w 12192002"/>
              <a:gd name="connsiteY512" fmla="*/ 6858000 h 6858000"/>
              <a:gd name="connsiteX513" fmla="*/ 5006536 w 12192002"/>
              <a:gd name="connsiteY513" fmla="*/ 6747068 h 6858000"/>
              <a:gd name="connsiteX514" fmla="*/ 5032723 w 12192002"/>
              <a:gd name="connsiteY514" fmla="*/ 6644957 h 6858000"/>
              <a:gd name="connsiteX515" fmla="*/ 5242949 w 12192002"/>
              <a:gd name="connsiteY515" fmla="*/ 6125175 h 6858000"/>
              <a:gd name="connsiteX516" fmla="*/ 5286321 w 12192002"/>
              <a:gd name="connsiteY516" fmla="*/ 6033555 h 6858000"/>
              <a:gd name="connsiteX517" fmla="*/ 5008210 w 12192002"/>
              <a:gd name="connsiteY517" fmla="*/ 6649194 h 6858000"/>
              <a:gd name="connsiteX518" fmla="*/ 4986321 w 12192002"/>
              <a:gd name="connsiteY518" fmla="*/ 6765687 h 6858000"/>
              <a:gd name="connsiteX519" fmla="*/ 4973474 w 12192002"/>
              <a:gd name="connsiteY519" fmla="*/ 6858000 h 6858000"/>
              <a:gd name="connsiteX520" fmla="*/ 4907178 w 12192002"/>
              <a:gd name="connsiteY520" fmla="*/ 6858000 h 6858000"/>
              <a:gd name="connsiteX521" fmla="*/ 4910810 w 12192002"/>
              <a:gd name="connsiteY521" fmla="*/ 6829660 h 6858000"/>
              <a:gd name="connsiteX522" fmla="*/ 4987461 w 12192002"/>
              <a:gd name="connsiteY522" fmla="*/ 6432994 h 6858000"/>
              <a:gd name="connsiteX523" fmla="*/ 5179262 w 12192002"/>
              <a:gd name="connsiteY523" fmla="*/ 6035044 h 6858000"/>
              <a:gd name="connsiteX524" fmla="*/ 4689678 w 12192002"/>
              <a:gd name="connsiteY524" fmla="*/ 6440241 h 6858000"/>
              <a:gd name="connsiteX525" fmla="*/ 4477543 w 12192002"/>
              <a:gd name="connsiteY525" fmla="*/ 6674836 h 6858000"/>
              <a:gd name="connsiteX526" fmla="*/ 4329957 w 12192002"/>
              <a:gd name="connsiteY526" fmla="*/ 6858000 h 6858000"/>
              <a:gd name="connsiteX527" fmla="*/ 4218595 w 12192002"/>
              <a:gd name="connsiteY527" fmla="*/ 6858000 h 6858000"/>
              <a:gd name="connsiteX528" fmla="*/ 4368888 w 12192002"/>
              <a:gd name="connsiteY528" fmla="*/ 6668412 h 6858000"/>
              <a:gd name="connsiteX529" fmla="*/ 4563091 w 12192002"/>
              <a:gd name="connsiteY529" fmla="*/ 6442508 h 6858000"/>
              <a:gd name="connsiteX530" fmla="*/ 5387324 w 12192002"/>
              <a:gd name="connsiteY530" fmla="*/ 5705830 h 6858000"/>
              <a:gd name="connsiteX531" fmla="*/ 5073620 w 12192002"/>
              <a:gd name="connsiteY531" fmla="*/ 5955437 h 6858000"/>
              <a:gd name="connsiteX532" fmla="*/ 4689789 w 12192002"/>
              <a:gd name="connsiteY532" fmla="*/ 6268382 h 6858000"/>
              <a:gd name="connsiteX533" fmla="*/ 4418722 w 12192002"/>
              <a:gd name="connsiteY533" fmla="*/ 6570886 h 6858000"/>
              <a:gd name="connsiteX534" fmla="*/ 4214944 w 12192002"/>
              <a:gd name="connsiteY534" fmla="*/ 6858000 h 6858000"/>
              <a:gd name="connsiteX535" fmla="*/ 4177898 w 12192002"/>
              <a:gd name="connsiteY535" fmla="*/ 6858000 h 6858000"/>
              <a:gd name="connsiteX536" fmla="*/ 4391597 w 12192002"/>
              <a:gd name="connsiteY536" fmla="*/ 6556370 h 6858000"/>
              <a:gd name="connsiteX537" fmla="*/ 4668889 w 12192002"/>
              <a:gd name="connsiteY537" fmla="*/ 6246399 h 6858000"/>
              <a:gd name="connsiteX538" fmla="*/ 5055427 w 12192002"/>
              <a:gd name="connsiteY538" fmla="*/ 5931476 h 6858000"/>
              <a:gd name="connsiteX539" fmla="*/ 5371813 w 12192002"/>
              <a:gd name="connsiteY539" fmla="*/ 5678975 h 6858000"/>
              <a:gd name="connsiteX540" fmla="*/ 4987918 w 12192002"/>
              <a:gd name="connsiteY540" fmla="*/ 5838701 h 6858000"/>
              <a:gd name="connsiteX541" fmla="*/ 4317146 w 12192002"/>
              <a:gd name="connsiteY541" fmla="*/ 6587716 h 6858000"/>
              <a:gd name="connsiteX542" fmla="*/ 4171627 w 12192002"/>
              <a:gd name="connsiteY542" fmla="*/ 6858000 h 6858000"/>
              <a:gd name="connsiteX543" fmla="*/ 4081585 w 12192002"/>
              <a:gd name="connsiteY543" fmla="*/ 6858000 h 6858000"/>
              <a:gd name="connsiteX544" fmla="*/ 4238603 w 12192002"/>
              <a:gd name="connsiteY544" fmla="*/ 6559341 h 6858000"/>
              <a:gd name="connsiteX545" fmla="*/ 4778333 w 12192002"/>
              <a:gd name="connsiteY545" fmla="*/ 5873626 h 6858000"/>
              <a:gd name="connsiteX546" fmla="*/ 5414185 w 12192002"/>
              <a:gd name="connsiteY546" fmla="*/ 5573882 h 6858000"/>
              <a:gd name="connsiteX547" fmla="*/ 5959648 w 12192002"/>
              <a:gd name="connsiteY547" fmla="*/ 4760797 h 6858000"/>
              <a:gd name="connsiteX548" fmla="*/ 5355019 w 12192002"/>
              <a:gd name="connsiteY548" fmla="*/ 4734672 h 6858000"/>
              <a:gd name="connsiteX549" fmla="*/ 5083565 w 12192002"/>
              <a:gd name="connsiteY549" fmla="*/ 5179121 h 6858000"/>
              <a:gd name="connsiteX550" fmla="*/ 4713577 w 12192002"/>
              <a:gd name="connsiteY550" fmla="*/ 5616803 h 6858000"/>
              <a:gd name="connsiteX551" fmla="*/ 3989559 w 12192002"/>
              <a:gd name="connsiteY551" fmla="*/ 6145945 h 6858000"/>
              <a:gd name="connsiteX552" fmla="*/ 3939824 w 12192002"/>
              <a:gd name="connsiteY552" fmla="*/ 6066900 h 6858000"/>
              <a:gd name="connsiteX553" fmla="*/ 4584537 w 12192002"/>
              <a:gd name="connsiteY553" fmla="*/ 5324826 h 6858000"/>
              <a:gd name="connsiteX554" fmla="*/ 5037105 w 12192002"/>
              <a:gd name="connsiteY554" fmla="*/ 5088765 h 6858000"/>
              <a:gd name="connsiteX555" fmla="*/ 5039930 w 12192002"/>
              <a:gd name="connsiteY555" fmla="*/ 5089585 h 6858000"/>
              <a:gd name="connsiteX556" fmla="*/ 5263764 w 12192002"/>
              <a:gd name="connsiteY556" fmla="*/ 4735525 h 6858000"/>
              <a:gd name="connsiteX557" fmla="*/ 4086300 w 12192002"/>
              <a:gd name="connsiteY557" fmla="*/ 4884599 h 6858000"/>
              <a:gd name="connsiteX558" fmla="*/ 4085485 w 12192002"/>
              <a:gd name="connsiteY558" fmla="*/ 4899070 h 6858000"/>
              <a:gd name="connsiteX559" fmla="*/ 3871915 w 12192002"/>
              <a:gd name="connsiteY559" fmla="*/ 5253645 h 6858000"/>
              <a:gd name="connsiteX560" fmla="*/ 3799374 w 12192002"/>
              <a:gd name="connsiteY560" fmla="*/ 5466127 h 6858000"/>
              <a:gd name="connsiteX561" fmla="*/ 3498850 w 12192002"/>
              <a:gd name="connsiteY561" fmla="*/ 6661888 h 6858000"/>
              <a:gd name="connsiteX562" fmla="*/ 3399216 w 12192002"/>
              <a:gd name="connsiteY562" fmla="*/ 6858000 h 6858000"/>
              <a:gd name="connsiteX563" fmla="*/ 3303688 w 12192002"/>
              <a:gd name="connsiteY563" fmla="*/ 6858000 h 6858000"/>
              <a:gd name="connsiteX564" fmla="*/ 3391774 w 12192002"/>
              <a:gd name="connsiteY564" fmla="*/ 6697181 h 6858000"/>
              <a:gd name="connsiteX565" fmla="*/ 3735540 w 12192002"/>
              <a:gd name="connsiteY565" fmla="*/ 5546923 h 6858000"/>
              <a:gd name="connsiteX566" fmla="*/ 3729438 w 12192002"/>
              <a:gd name="connsiteY566" fmla="*/ 5569058 h 6858000"/>
              <a:gd name="connsiteX567" fmla="*/ 3707782 w 12192002"/>
              <a:gd name="connsiteY567" fmla="*/ 5644908 h 6858000"/>
              <a:gd name="connsiteX568" fmla="*/ 3583827 w 12192002"/>
              <a:gd name="connsiteY568" fmla="*/ 6039215 h 6858000"/>
              <a:gd name="connsiteX569" fmla="*/ 3547861 w 12192002"/>
              <a:gd name="connsiteY569" fmla="*/ 6129609 h 6858000"/>
              <a:gd name="connsiteX570" fmla="*/ 3490905 w 12192002"/>
              <a:gd name="connsiteY570" fmla="*/ 6277660 h 6858000"/>
              <a:gd name="connsiteX571" fmla="*/ 3455859 w 12192002"/>
              <a:gd name="connsiteY571" fmla="*/ 6391301 h 6858000"/>
              <a:gd name="connsiteX572" fmla="*/ 3429112 w 12192002"/>
              <a:gd name="connsiteY572" fmla="*/ 6479469 h 6858000"/>
              <a:gd name="connsiteX573" fmla="*/ 3304862 w 12192002"/>
              <a:gd name="connsiteY573" fmla="*/ 6796476 h 6858000"/>
              <a:gd name="connsiteX574" fmla="*/ 3276071 w 12192002"/>
              <a:gd name="connsiteY574" fmla="*/ 6858000 h 6858000"/>
              <a:gd name="connsiteX575" fmla="*/ 3240805 w 12192002"/>
              <a:gd name="connsiteY575" fmla="*/ 6858000 h 6858000"/>
              <a:gd name="connsiteX576" fmla="*/ 3275917 w 12192002"/>
              <a:gd name="connsiteY576" fmla="*/ 6783192 h 6858000"/>
              <a:gd name="connsiteX577" fmla="*/ 3399358 w 12192002"/>
              <a:gd name="connsiteY577" fmla="*/ 6469011 h 6858000"/>
              <a:gd name="connsiteX578" fmla="*/ 3425650 w 12192002"/>
              <a:gd name="connsiteY578" fmla="*/ 6381333 h 6858000"/>
              <a:gd name="connsiteX579" fmla="*/ 3460661 w 12192002"/>
              <a:gd name="connsiteY579" fmla="*/ 6266763 h 6858000"/>
              <a:gd name="connsiteX580" fmla="*/ 3518021 w 12192002"/>
              <a:gd name="connsiteY580" fmla="*/ 6117298 h 6858000"/>
              <a:gd name="connsiteX581" fmla="*/ 3554035 w 12192002"/>
              <a:gd name="connsiteY581" fmla="*/ 6027832 h 6858000"/>
              <a:gd name="connsiteX582" fmla="*/ 3677174 w 12192002"/>
              <a:gd name="connsiteY582" fmla="*/ 5636351 h 6858000"/>
              <a:gd name="connsiteX583" fmla="*/ 3698819 w 12192002"/>
              <a:gd name="connsiteY583" fmla="*/ 5560503 h 6858000"/>
              <a:gd name="connsiteX584" fmla="*/ 3702094 w 12192002"/>
              <a:gd name="connsiteY584" fmla="*/ 5549194 h 6858000"/>
              <a:gd name="connsiteX585" fmla="*/ 3398355 w 12192002"/>
              <a:gd name="connsiteY585" fmla="*/ 6094603 h 6858000"/>
              <a:gd name="connsiteX586" fmla="*/ 3193941 w 12192002"/>
              <a:gd name="connsiteY586" fmla="*/ 6798775 h 6858000"/>
              <a:gd name="connsiteX587" fmla="*/ 3184140 w 12192002"/>
              <a:gd name="connsiteY587" fmla="*/ 6858000 h 6858000"/>
              <a:gd name="connsiteX588" fmla="*/ 3099978 w 12192002"/>
              <a:gd name="connsiteY588" fmla="*/ 6858000 h 6858000"/>
              <a:gd name="connsiteX589" fmla="*/ 3101556 w 12192002"/>
              <a:gd name="connsiteY589" fmla="*/ 6843337 h 6858000"/>
              <a:gd name="connsiteX590" fmla="*/ 3370162 w 12192002"/>
              <a:gd name="connsiteY590" fmla="*/ 5785550 h 6858000"/>
              <a:gd name="connsiteX591" fmla="*/ 3746477 w 12192002"/>
              <a:gd name="connsiteY591" fmla="*/ 5377889 h 6858000"/>
              <a:gd name="connsiteX592" fmla="*/ 3863399 w 12192002"/>
              <a:gd name="connsiteY592" fmla="*/ 5087257 h 6858000"/>
              <a:gd name="connsiteX593" fmla="*/ 3968712 w 12192002"/>
              <a:gd name="connsiteY593" fmla="*/ 4913989 h 6858000"/>
              <a:gd name="connsiteX594" fmla="*/ 2792390 w 12192002"/>
              <a:gd name="connsiteY594" fmla="*/ 5382974 h 6858000"/>
              <a:gd name="connsiteX595" fmla="*/ 2714982 w 12192002"/>
              <a:gd name="connsiteY595" fmla="*/ 5427051 h 6858000"/>
              <a:gd name="connsiteX596" fmla="*/ 2813361 w 12192002"/>
              <a:gd name="connsiteY596" fmla="*/ 6023912 h 6858000"/>
              <a:gd name="connsiteX597" fmla="*/ 2688430 w 12192002"/>
              <a:gd name="connsiteY597" fmla="*/ 6801564 h 6858000"/>
              <a:gd name="connsiteX598" fmla="*/ 2629626 w 12192002"/>
              <a:gd name="connsiteY598" fmla="*/ 6763394 h 6858000"/>
              <a:gd name="connsiteX599" fmla="*/ 2565328 w 12192002"/>
              <a:gd name="connsiteY599" fmla="*/ 5516399 h 6858000"/>
              <a:gd name="connsiteX600" fmla="*/ 1922999 w 12192002"/>
              <a:gd name="connsiteY600" fmla="*/ 5980343 h 6858000"/>
              <a:gd name="connsiteX601" fmla="*/ 1950261 w 12192002"/>
              <a:gd name="connsiteY601" fmla="*/ 6405858 h 6858000"/>
              <a:gd name="connsiteX602" fmla="*/ 2365554 w 12192002"/>
              <a:gd name="connsiteY602" fmla="*/ 6759107 h 6858000"/>
              <a:gd name="connsiteX603" fmla="*/ 2424142 w 12192002"/>
              <a:gd name="connsiteY603" fmla="*/ 6858000 h 6858000"/>
              <a:gd name="connsiteX604" fmla="*/ 2395994 w 12192002"/>
              <a:gd name="connsiteY604" fmla="*/ 6858000 h 6858000"/>
              <a:gd name="connsiteX605" fmla="*/ 2392863 w 12192002"/>
              <a:gd name="connsiteY605" fmla="*/ 6852964 h 6858000"/>
              <a:gd name="connsiteX606" fmla="*/ 2017589 w 12192002"/>
              <a:gd name="connsiteY606" fmla="*/ 6493982 h 6858000"/>
              <a:gd name="connsiteX607" fmla="*/ 2147336 w 12192002"/>
              <a:gd name="connsiteY607" fmla="*/ 6594052 h 6858000"/>
              <a:gd name="connsiteX608" fmla="*/ 2207047 w 12192002"/>
              <a:gd name="connsiteY608" fmla="*/ 6654540 h 6858000"/>
              <a:gd name="connsiteX609" fmla="*/ 2299106 w 12192002"/>
              <a:gd name="connsiteY609" fmla="*/ 6778931 h 6858000"/>
              <a:gd name="connsiteX610" fmla="*/ 2314430 w 12192002"/>
              <a:gd name="connsiteY610" fmla="*/ 6801144 h 6858000"/>
              <a:gd name="connsiteX611" fmla="*/ 2352406 w 12192002"/>
              <a:gd name="connsiteY611" fmla="*/ 6858000 h 6858000"/>
              <a:gd name="connsiteX612" fmla="*/ 2314492 w 12192002"/>
              <a:gd name="connsiteY612" fmla="*/ 6858000 h 6858000"/>
              <a:gd name="connsiteX613" fmla="*/ 2288095 w 12192002"/>
              <a:gd name="connsiteY613" fmla="*/ 6818030 h 6858000"/>
              <a:gd name="connsiteX614" fmla="*/ 2272768 w 12192002"/>
              <a:gd name="connsiteY614" fmla="*/ 6795822 h 6858000"/>
              <a:gd name="connsiteX615" fmla="*/ 2182715 w 12192002"/>
              <a:gd name="connsiteY615" fmla="*/ 6675071 h 6858000"/>
              <a:gd name="connsiteX616" fmla="*/ 2032061 w 12192002"/>
              <a:gd name="connsiteY616" fmla="*/ 6541380 h 6858000"/>
              <a:gd name="connsiteX617" fmla="*/ 2257220 w 12192002"/>
              <a:gd name="connsiteY617" fmla="*/ 6826257 h 6858000"/>
              <a:gd name="connsiteX618" fmla="*/ 2281324 w 12192002"/>
              <a:gd name="connsiteY618" fmla="*/ 6858000 h 6858000"/>
              <a:gd name="connsiteX619" fmla="*/ 2242860 w 12192002"/>
              <a:gd name="connsiteY619" fmla="*/ 6858000 h 6858000"/>
              <a:gd name="connsiteX620" fmla="*/ 2232818 w 12192002"/>
              <a:gd name="connsiteY620" fmla="*/ 6844926 h 6858000"/>
              <a:gd name="connsiteX621" fmla="*/ 1990172 w 12192002"/>
              <a:gd name="connsiteY621" fmla="*/ 6542121 h 6858000"/>
              <a:gd name="connsiteX622" fmla="*/ 2124090 w 12192002"/>
              <a:gd name="connsiteY622" fmla="*/ 6761017 h 6858000"/>
              <a:gd name="connsiteX623" fmla="*/ 2200380 w 12192002"/>
              <a:gd name="connsiteY623" fmla="*/ 6858000 h 6858000"/>
              <a:gd name="connsiteX624" fmla="*/ 2147507 w 12192002"/>
              <a:gd name="connsiteY624" fmla="*/ 6858000 h 6858000"/>
              <a:gd name="connsiteX625" fmla="*/ 2070668 w 12192002"/>
              <a:gd name="connsiteY625" fmla="*/ 6761520 h 6858000"/>
              <a:gd name="connsiteX626" fmla="*/ 1975142 w 12192002"/>
              <a:gd name="connsiteY626" fmla="*/ 6585570 h 6858000"/>
              <a:gd name="connsiteX627" fmla="*/ 2050035 w 12192002"/>
              <a:gd name="connsiteY627" fmla="*/ 6813345 h 6858000"/>
              <a:gd name="connsiteX628" fmla="*/ 2063025 w 12192002"/>
              <a:gd name="connsiteY628" fmla="*/ 6858000 h 6858000"/>
              <a:gd name="connsiteX629" fmla="*/ 2021675 w 12192002"/>
              <a:gd name="connsiteY629" fmla="*/ 6858000 h 6858000"/>
              <a:gd name="connsiteX630" fmla="*/ 2019308 w 12192002"/>
              <a:gd name="connsiteY630" fmla="*/ 6847118 h 6858000"/>
              <a:gd name="connsiteX631" fmla="*/ 1938835 w 12192002"/>
              <a:gd name="connsiteY631" fmla="*/ 6551160 h 6858000"/>
              <a:gd name="connsiteX632" fmla="*/ 1953230 w 12192002"/>
              <a:gd name="connsiteY632" fmla="*/ 6759699 h 6858000"/>
              <a:gd name="connsiteX633" fmla="*/ 1956763 w 12192002"/>
              <a:gd name="connsiteY633" fmla="*/ 6778191 h 6858000"/>
              <a:gd name="connsiteX634" fmla="*/ 1967925 w 12192002"/>
              <a:gd name="connsiteY634" fmla="*/ 6858000 h 6858000"/>
              <a:gd name="connsiteX635" fmla="*/ 1936622 w 12192002"/>
              <a:gd name="connsiteY635" fmla="*/ 6858000 h 6858000"/>
              <a:gd name="connsiteX636" fmla="*/ 1926261 w 12192002"/>
              <a:gd name="connsiteY636" fmla="*/ 6784064 h 6858000"/>
              <a:gd name="connsiteX637" fmla="*/ 1922724 w 12192002"/>
              <a:gd name="connsiteY637" fmla="*/ 6765577 h 6858000"/>
              <a:gd name="connsiteX638" fmla="*/ 1904650 w 12192002"/>
              <a:gd name="connsiteY638" fmla="*/ 6639616 h 6858000"/>
              <a:gd name="connsiteX639" fmla="*/ 1885273 w 12192002"/>
              <a:gd name="connsiteY639" fmla="*/ 6858000 h 6858000"/>
              <a:gd name="connsiteX640" fmla="*/ 1854363 w 12192002"/>
              <a:gd name="connsiteY640" fmla="*/ 6858000 h 6858000"/>
              <a:gd name="connsiteX641" fmla="*/ 1880391 w 12192002"/>
              <a:gd name="connsiteY641" fmla="*/ 6603796 h 6858000"/>
              <a:gd name="connsiteX642" fmla="*/ 1818273 w 12192002"/>
              <a:gd name="connsiteY642" fmla="*/ 6715729 h 6858000"/>
              <a:gd name="connsiteX643" fmla="*/ 1794691 w 12192002"/>
              <a:gd name="connsiteY643" fmla="*/ 6843239 h 6858000"/>
              <a:gd name="connsiteX644" fmla="*/ 1794914 w 12192002"/>
              <a:gd name="connsiteY644" fmla="*/ 6858000 h 6858000"/>
              <a:gd name="connsiteX645" fmla="*/ 1746128 w 12192002"/>
              <a:gd name="connsiteY645" fmla="*/ 6858000 h 6858000"/>
              <a:gd name="connsiteX646" fmla="*/ 1753934 w 12192002"/>
              <a:gd name="connsiteY646" fmla="*/ 6724796 h 6858000"/>
              <a:gd name="connsiteX647" fmla="*/ 1792053 w 12192002"/>
              <a:gd name="connsiteY647" fmla="*/ 6572396 h 6858000"/>
              <a:gd name="connsiteX648" fmla="*/ 1862248 w 12192002"/>
              <a:gd name="connsiteY648" fmla="*/ 6266397 h 6858000"/>
              <a:gd name="connsiteX649" fmla="*/ 1862250 w 12192002"/>
              <a:gd name="connsiteY649" fmla="*/ 6033531 h 6858000"/>
              <a:gd name="connsiteX650" fmla="*/ 1211999 w 12192002"/>
              <a:gd name="connsiteY650" fmla="*/ 6683610 h 6858000"/>
              <a:gd name="connsiteX651" fmla="*/ 1213266 w 12192002"/>
              <a:gd name="connsiteY651" fmla="*/ 6691947 h 6858000"/>
              <a:gd name="connsiteX652" fmla="*/ 1203370 w 12192002"/>
              <a:gd name="connsiteY652" fmla="*/ 6850676 h 6858000"/>
              <a:gd name="connsiteX653" fmla="*/ 1203671 w 12192002"/>
              <a:gd name="connsiteY653" fmla="*/ 6858000 h 6858000"/>
              <a:gd name="connsiteX654" fmla="*/ 1143180 w 12192002"/>
              <a:gd name="connsiteY654" fmla="*/ 6858000 h 6858000"/>
              <a:gd name="connsiteX655" fmla="*/ 1142176 w 12192002"/>
              <a:gd name="connsiteY655" fmla="*/ 6766045 h 6858000"/>
              <a:gd name="connsiteX656" fmla="*/ 1067484 w 12192002"/>
              <a:gd name="connsiteY656" fmla="*/ 6858000 h 6858000"/>
              <a:gd name="connsiteX657" fmla="*/ 953928 w 12192002"/>
              <a:gd name="connsiteY657" fmla="*/ 6858000 h 6858000"/>
              <a:gd name="connsiteX658" fmla="*/ 959715 w 12192002"/>
              <a:gd name="connsiteY658" fmla="*/ 6850185 h 6858000"/>
              <a:gd name="connsiteX659" fmla="*/ 1483788 w 12192002"/>
              <a:gd name="connsiteY659" fmla="*/ 6259174 h 6858000"/>
              <a:gd name="connsiteX660" fmla="*/ 1100671 w 12192002"/>
              <a:gd name="connsiteY660" fmla="*/ 6252137 h 6858000"/>
              <a:gd name="connsiteX661" fmla="*/ 1090144 w 12192002"/>
              <a:gd name="connsiteY661" fmla="*/ 6256748 h 6858000"/>
              <a:gd name="connsiteX662" fmla="*/ 1095872 w 12192002"/>
              <a:gd name="connsiteY662" fmla="*/ 6271892 h 6858000"/>
              <a:gd name="connsiteX663" fmla="*/ 262785 w 12192002"/>
              <a:gd name="connsiteY663" fmla="*/ 6845450 h 6858000"/>
              <a:gd name="connsiteX664" fmla="*/ 209968 w 12192002"/>
              <a:gd name="connsiteY664" fmla="*/ 6770713 h 6858000"/>
              <a:gd name="connsiteX665" fmla="*/ 873460 w 12192002"/>
              <a:gd name="connsiteY665" fmla="*/ 6253768 h 6858000"/>
              <a:gd name="connsiteX666" fmla="*/ 192686 w 12192002"/>
              <a:gd name="connsiteY666" fmla="*/ 5849257 h 6858000"/>
              <a:gd name="connsiteX667" fmla="*/ 4696 w 12192002"/>
              <a:gd name="connsiteY667" fmla="*/ 5697668 h 6858000"/>
              <a:gd name="connsiteX668" fmla="*/ 0 w 12192002"/>
              <a:gd name="connsiteY668" fmla="*/ 5689984 h 6858000"/>
              <a:gd name="connsiteX669" fmla="*/ 0 w 12192002"/>
              <a:gd name="connsiteY669" fmla="*/ 5513472 h 6858000"/>
              <a:gd name="connsiteX670" fmla="*/ 174101 w 12192002"/>
              <a:gd name="connsiteY670" fmla="*/ 5620277 h 6858000"/>
              <a:gd name="connsiteX671" fmla="*/ 891800 w 12192002"/>
              <a:gd name="connsiteY671" fmla="*/ 6036935 h 6858000"/>
              <a:gd name="connsiteX672" fmla="*/ 1072219 w 12192002"/>
              <a:gd name="connsiteY672" fmla="*/ 6169443 h 6858000"/>
              <a:gd name="connsiteX673" fmla="*/ 1074117 w 12192002"/>
              <a:gd name="connsiteY673" fmla="*/ 6170301 h 6858000"/>
              <a:gd name="connsiteX674" fmla="*/ 1083114 w 12192002"/>
              <a:gd name="connsiteY674" fmla="*/ 6174131 h 6858000"/>
              <a:gd name="connsiteX675" fmla="*/ 1543010 w 12192002"/>
              <a:gd name="connsiteY675" fmla="*/ 6191140 h 6858000"/>
              <a:gd name="connsiteX676" fmla="*/ 1551080 w 12192002"/>
              <a:gd name="connsiteY676" fmla="*/ 6195006 h 6858000"/>
              <a:gd name="connsiteX677" fmla="*/ 2345443 w 12192002"/>
              <a:gd name="connsiteY677" fmla="*/ 5549882 h 6858000"/>
              <a:gd name="connsiteX678" fmla="*/ 1721499 w 12192002"/>
              <a:gd name="connsiteY678" fmla="*/ 5599969 h 6858000"/>
              <a:gd name="connsiteX679" fmla="*/ 767716 w 12192002"/>
              <a:gd name="connsiteY679" fmla="*/ 5472768 h 6858000"/>
              <a:gd name="connsiteX680" fmla="*/ 722147 w 12192002"/>
              <a:gd name="connsiteY680" fmla="*/ 5393091 h 6858000"/>
              <a:gd name="connsiteX681" fmla="*/ 1485552 w 12192002"/>
              <a:gd name="connsiteY681" fmla="*/ 5313202 h 6858000"/>
              <a:gd name="connsiteX682" fmla="*/ 2143004 w 12192002"/>
              <a:gd name="connsiteY682" fmla="*/ 5402420 h 6858000"/>
              <a:gd name="connsiteX683" fmla="*/ 1933391 w 12192002"/>
              <a:gd name="connsiteY683" fmla="*/ 5156971 h 6858000"/>
              <a:gd name="connsiteX684" fmla="*/ 1827118 w 12192002"/>
              <a:gd name="connsiteY684" fmla="*/ 4968410 h 6858000"/>
              <a:gd name="connsiteX685" fmla="*/ 1837349 w 12192002"/>
              <a:gd name="connsiteY685" fmla="*/ 4956357 h 6858000"/>
              <a:gd name="connsiteX686" fmla="*/ 2162835 w 12192002"/>
              <a:gd name="connsiteY686" fmla="*/ 5187853 h 6858000"/>
              <a:gd name="connsiteX687" fmla="*/ 2257167 w 12192002"/>
              <a:gd name="connsiteY687" fmla="*/ 5462123 h 6858000"/>
              <a:gd name="connsiteX688" fmla="*/ 2261598 w 12192002"/>
              <a:gd name="connsiteY688" fmla="*/ 5467998 h 6858000"/>
              <a:gd name="connsiteX689" fmla="*/ 2437177 w 12192002"/>
              <a:gd name="connsiteY689" fmla="*/ 5479608 h 6858000"/>
              <a:gd name="connsiteX690" fmla="*/ 2445247 w 12192002"/>
              <a:gd name="connsiteY690" fmla="*/ 5483476 h 6858000"/>
              <a:gd name="connsiteX691" fmla="*/ 2743626 w 12192002"/>
              <a:gd name="connsiteY691" fmla="*/ 5304819 h 6858000"/>
              <a:gd name="connsiteX692" fmla="*/ 3048102 w 12192002"/>
              <a:gd name="connsiteY692" fmla="*/ 5150595 h 6858000"/>
              <a:gd name="connsiteX693" fmla="*/ 1799414 w 12192002"/>
              <a:gd name="connsiteY693" fmla="*/ 4694732 h 6858000"/>
              <a:gd name="connsiteX694" fmla="*/ 1771735 w 12192002"/>
              <a:gd name="connsiteY694" fmla="*/ 4619929 h 6858000"/>
              <a:gd name="connsiteX695" fmla="*/ 3104273 w 12192002"/>
              <a:gd name="connsiteY695" fmla="*/ 5076159 h 6858000"/>
              <a:gd name="connsiteX696" fmla="*/ 3113245 w 12192002"/>
              <a:gd name="connsiteY696" fmla="*/ 5090705 h 6858000"/>
              <a:gd name="connsiteX697" fmla="*/ 3126294 w 12192002"/>
              <a:gd name="connsiteY697" fmla="*/ 5114400 h 6858000"/>
              <a:gd name="connsiteX698" fmla="*/ 3937433 w 12192002"/>
              <a:gd name="connsiteY698" fmla="*/ 4830473 h 6858000"/>
              <a:gd name="connsiteX699" fmla="*/ 3590475 w 12192002"/>
              <a:gd name="connsiteY699" fmla="*/ 4597974 h 6858000"/>
              <a:gd name="connsiteX700" fmla="*/ 3100264 w 12192002"/>
              <a:gd name="connsiteY700" fmla="*/ 4579845 h 6858000"/>
              <a:gd name="connsiteX701" fmla="*/ 2183576 w 12192002"/>
              <a:gd name="connsiteY701" fmla="*/ 4227150 h 6858000"/>
              <a:gd name="connsiteX702" fmla="*/ 2151029 w 12192002"/>
              <a:gd name="connsiteY702" fmla="*/ 4146947 h 6858000"/>
              <a:gd name="connsiteX703" fmla="*/ 3563434 w 12192002"/>
              <a:gd name="connsiteY703" fmla="*/ 4469115 h 6858000"/>
              <a:gd name="connsiteX704" fmla="*/ 3177952 w 12192002"/>
              <a:gd name="connsiteY704" fmla="*/ 3657386 h 6858000"/>
              <a:gd name="connsiteX705" fmla="*/ 3189263 w 12192002"/>
              <a:gd name="connsiteY705" fmla="*/ 3625726 h 6858000"/>
              <a:gd name="connsiteX706" fmla="*/ 3560912 w 12192002"/>
              <a:gd name="connsiteY706" fmla="*/ 4079863 h 6858000"/>
              <a:gd name="connsiteX707" fmla="*/ 3626636 w 12192002"/>
              <a:gd name="connsiteY707" fmla="*/ 4512230 h 6858000"/>
              <a:gd name="connsiteX708" fmla="*/ 3653088 w 12192002"/>
              <a:gd name="connsiteY708" fmla="*/ 4521417 h 6858000"/>
              <a:gd name="connsiteX709" fmla="*/ 3988128 w 12192002"/>
              <a:gd name="connsiteY709" fmla="*/ 4817267 h 6858000"/>
              <a:gd name="connsiteX710" fmla="*/ 4830582 w 12192002"/>
              <a:gd name="connsiteY710" fmla="*/ 4676000 h 6858000"/>
              <a:gd name="connsiteX711" fmla="*/ 4830100 w 12192002"/>
              <a:gd name="connsiteY711" fmla="*/ 4675554 h 6858000"/>
              <a:gd name="connsiteX712" fmla="*/ 4036318 w 12192002"/>
              <a:gd name="connsiteY712" fmla="*/ 4147013 h 6858000"/>
              <a:gd name="connsiteX713" fmla="*/ 3432098 w 12192002"/>
              <a:gd name="connsiteY713" fmla="*/ 3537312 h 6858000"/>
              <a:gd name="connsiteX714" fmla="*/ 3446761 w 12192002"/>
              <a:gd name="connsiteY714" fmla="*/ 3461278 h 6858000"/>
              <a:gd name="connsiteX715" fmla="*/ 4419733 w 12192002"/>
              <a:gd name="connsiteY715" fmla="*/ 3963555 h 6858000"/>
              <a:gd name="connsiteX716" fmla="*/ 4781371 w 12192002"/>
              <a:gd name="connsiteY716" fmla="*/ 4458604 h 6858000"/>
              <a:gd name="connsiteX717" fmla="*/ 4780440 w 12192002"/>
              <a:gd name="connsiteY717" fmla="*/ 4470290 h 6858000"/>
              <a:gd name="connsiteX718" fmla="*/ 4898954 w 12192002"/>
              <a:gd name="connsiteY718" fmla="*/ 4662092 h 6858000"/>
              <a:gd name="connsiteX719" fmla="*/ 4900699 w 12192002"/>
              <a:gd name="connsiteY719" fmla="*/ 4670867 h 6858000"/>
              <a:gd name="connsiteX720" fmla="*/ 5714511 w 12192002"/>
              <a:gd name="connsiteY720" fmla="*/ 4663483 h 6858000"/>
              <a:gd name="connsiteX721" fmla="*/ 5464793 w 12192002"/>
              <a:gd name="connsiteY721" fmla="*/ 4393556 h 6858000"/>
              <a:gd name="connsiteX722" fmla="*/ 5461897 w 12192002"/>
              <a:gd name="connsiteY722" fmla="*/ 4390879 h 6858000"/>
              <a:gd name="connsiteX723" fmla="*/ 4294126 w 12192002"/>
              <a:gd name="connsiteY723" fmla="*/ 3303048 h 6858000"/>
              <a:gd name="connsiteX724" fmla="*/ 4305321 w 12192002"/>
              <a:gd name="connsiteY724" fmla="*/ 3256953 h 6858000"/>
              <a:gd name="connsiteX725" fmla="*/ 4949299 w 12192002"/>
              <a:gd name="connsiteY725" fmla="*/ 3766336 h 6858000"/>
              <a:gd name="connsiteX726" fmla="*/ 5291452 w 12192002"/>
              <a:gd name="connsiteY726" fmla="*/ 4076801 h 6858000"/>
              <a:gd name="connsiteX727" fmla="*/ 5434998 w 12192002"/>
              <a:gd name="connsiteY727" fmla="*/ 4254100 h 6858000"/>
              <a:gd name="connsiteX728" fmla="*/ 5351015 w 12192002"/>
              <a:gd name="connsiteY728" fmla="*/ 3760989 h 6858000"/>
              <a:gd name="connsiteX729" fmla="*/ 5413780 w 12192002"/>
              <a:gd name="connsiteY729" fmla="*/ 2966265 h 6858000"/>
              <a:gd name="connsiteX730" fmla="*/ 5425627 w 12192002"/>
              <a:gd name="connsiteY730" fmla="*/ 2954192 h 6858000"/>
              <a:gd name="connsiteX731" fmla="*/ 8380397 w 12192002"/>
              <a:gd name="connsiteY731" fmla="*/ 2896659 h 6858000"/>
              <a:gd name="connsiteX732" fmla="*/ 8634801 w 12192002"/>
              <a:gd name="connsiteY732" fmla="*/ 3304169 h 6858000"/>
              <a:gd name="connsiteX733" fmla="*/ 8971448 w 12192002"/>
              <a:gd name="connsiteY733" fmla="*/ 3675946 h 6858000"/>
              <a:gd name="connsiteX734" fmla="*/ 8820691 w 12192002"/>
              <a:gd name="connsiteY734" fmla="*/ 3486482 h 6858000"/>
              <a:gd name="connsiteX735" fmla="*/ 8807612 w 12192002"/>
              <a:gd name="connsiteY735" fmla="*/ 3467256 h 6858000"/>
              <a:gd name="connsiteX736" fmla="*/ 8556796 w 12192002"/>
              <a:gd name="connsiteY736" fmla="*/ 3116474 h 6858000"/>
              <a:gd name="connsiteX737" fmla="*/ 8427018 w 12192002"/>
              <a:gd name="connsiteY737" fmla="*/ 2948853 h 6858000"/>
              <a:gd name="connsiteX738" fmla="*/ 8380397 w 12192002"/>
              <a:gd name="connsiteY738" fmla="*/ 2896659 h 6858000"/>
              <a:gd name="connsiteX739" fmla="*/ 9831020 w 12192002"/>
              <a:gd name="connsiteY739" fmla="*/ 2871730 h 6858000"/>
              <a:gd name="connsiteX740" fmla="*/ 9827707 w 12192002"/>
              <a:gd name="connsiteY740" fmla="*/ 2915231 h 6858000"/>
              <a:gd name="connsiteX741" fmla="*/ 9820699 w 12192002"/>
              <a:gd name="connsiteY741" fmla="*/ 3051540 h 6858000"/>
              <a:gd name="connsiteX742" fmla="*/ 9822525 w 12192002"/>
              <a:gd name="connsiteY742" fmla="*/ 3140814 h 6858000"/>
              <a:gd name="connsiteX743" fmla="*/ 9824704 w 12192002"/>
              <a:gd name="connsiteY743" fmla="*/ 3230628 h 6858000"/>
              <a:gd name="connsiteX744" fmla="*/ 9793821 w 12192002"/>
              <a:gd name="connsiteY744" fmla="*/ 3531652 h 6858000"/>
              <a:gd name="connsiteX745" fmla="*/ 9767436 w 12192002"/>
              <a:gd name="connsiteY745" fmla="*/ 3750864 h 6858000"/>
              <a:gd name="connsiteX746" fmla="*/ 9814477 w 12192002"/>
              <a:gd name="connsiteY746" fmla="*/ 3662531 h 6858000"/>
              <a:gd name="connsiteX747" fmla="*/ 9831020 w 12192002"/>
              <a:gd name="connsiteY747" fmla="*/ 2871730 h 6858000"/>
              <a:gd name="connsiteX748" fmla="*/ 8380521 w 12192002"/>
              <a:gd name="connsiteY748" fmla="*/ 2850596 h 6858000"/>
              <a:gd name="connsiteX749" fmla="*/ 8451446 w 12192002"/>
              <a:gd name="connsiteY749" fmla="*/ 2928627 h 6858000"/>
              <a:gd name="connsiteX750" fmla="*/ 8582269 w 12192002"/>
              <a:gd name="connsiteY750" fmla="*/ 3097880 h 6858000"/>
              <a:gd name="connsiteX751" fmla="*/ 8833783 w 12192002"/>
              <a:gd name="connsiteY751" fmla="*/ 3449753 h 6858000"/>
              <a:gd name="connsiteX752" fmla="*/ 8846863 w 12192002"/>
              <a:gd name="connsiteY752" fmla="*/ 3468981 h 6858000"/>
              <a:gd name="connsiteX753" fmla="*/ 8960046 w 12192002"/>
              <a:gd name="connsiteY753" fmla="*/ 3620389 h 6858000"/>
              <a:gd name="connsiteX754" fmla="*/ 8380521 w 12192002"/>
              <a:gd name="connsiteY754" fmla="*/ 2850596 h 6858000"/>
              <a:gd name="connsiteX755" fmla="*/ 9854151 w 12192002"/>
              <a:gd name="connsiteY755" fmla="*/ 2642862 h 6858000"/>
              <a:gd name="connsiteX756" fmla="*/ 9871341 w 12192002"/>
              <a:gd name="connsiteY756" fmla="*/ 2659697 h 6858000"/>
              <a:gd name="connsiteX757" fmla="*/ 9966678 w 12192002"/>
              <a:gd name="connsiteY757" fmla="*/ 3423399 h 6858000"/>
              <a:gd name="connsiteX758" fmla="*/ 9880832 w 12192002"/>
              <a:gd name="connsiteY758" fmla="*/ 3700562 h 6858000"/>
              <a:gd name="connsiteX759" fmla="*/ 9896024 w 12192002"/>
              <a:gd name="connsiteY759" fmla="*/ 4178295 h 6858000"/>
              <a:gd name="connsiteX760" fmla="*/ 10395379 w 12192002"/>
              <a:gd name="connsiteY760" fmla="*/ 4531843 h 6858000"/>
              <a:gd name="connsiteX761" fmla="*/ 10225980 w 12192002"/>
              <a:gd name="connsiteY761" fmla="*/ 3561061 h 6858000"/>
              <a:gd name="connsiteX762" fmla="*/ 10314210 w 12192002"/>
              <a:gd name="connsiteY762" fmla="*/ 3538353 h 6858000"/>
              <a:gd name="connsiteX763" fmla="*/ 10573663 w 12192002"/>
              <a:gd name="connsiteY763" fmla="*/ 4271430 h 6858000"/>
              <a:gd name="connsiteX764" fmla="*/ 10583736 w 12192002"/>
              <a:gd name="connsiteY764" fmla="*/ 4688819 h 6858000"/>
              <a:gd name="connsiteX765" fmla="*/ 10880472 w 12192002"/>
              <a:gd name="connsiteY765" fmla="*/ 4966558 h 6858000"/>
              <a:gd name="connsiteX766" fmla="*/ 11231212 w 12192002"/>
              <a:gd name="connsiteY766" fmla="*/ 3645474 h 6858000"/>
              <a:gd name="connsiteX767" fmla="*/ 11317765 w 12192002"/>
              <a:gd name="connsiteY767" fmla="*/ 3638405 h 6858000"/>
              <a:gd name="connsiteX768" fmla="*/ 10982911 w 12192002"/>
              <a:gd name="connsiteY768" fmla="*/ 5051260 h 6858000"/>
              <a:gd name="connsiteX769" fmla="*/ 10968747 w 12192002"/>
              <a:gd name="connsiteY769" fmla="*/ 5059552 h 6858000"/>
              <a:gd name="connsiteX770" fmla="*/ 11258020 w 12192002"/>
              <a:gd name="connsiteY770" fmla="*/ 5401078 h 6858000"/>
              <a:gd name="connsiteX771" fmla="*/ 11688741 w 12192002"/>
              <a:gd name="connsiteY771" fmla="*/ 6045312 h 6858000"/>
              <a:gd name="connsiteX772" fmla="*/ 11794425 w 12192002"/>
              <a:gd name="connsiteY772" fmla="*/ 5681109 h 6858000"/>
              <a:gd name="connsiteX773" fmla="*/ 11792727 w 12192002"/>
              <a:gd name="connsiteY773" fmla="*/ 5669934 h 6858000"/>
              <a:gd name="connsiteX774" fmla="*/ 11776744 w 12192002"/>
              <a:gd name="connsiteY774" fmla="*/ 5671723 h 6858000"/>
              <a:gd name="connsiteX775" fmla="*/ 11442546 w 12192002"/>
              <a:gd name="connsiteY775" fmla="*/ 4736592 h 6858000"/>
              <a:gd name="connsiteX776" fmla="*/ 11527771 w 12192002"/>
              <a:gd name="connsiteY776" fmla="*/ 4704317 h 6858000"/>
              <a:gd name="connsiteX777" fmla="*/ 11851542 w 12192002"/>
              <a:gd name="connsiteY777" fmla="*/ 5463703 h 6858000"/>
              <a:gd name="connsiteX778" fmla="*/ 12122505 w 12192002"/>
              <a:gd name="connsiteY778" fmla="*/ 5156948 h 6858000"/>
              <a:gd name="connsiteX779" fmla="*/ 12192002 w 12192002"/>
              <a:gd name="connsiteY779" fmla="*/ 5098973 h 6858000"/>
              <a:gd name="connsiteX780" fmla="*/ 12192001 w 12192002"/>
              <a:gd name="connsiteY780" fmla="*/ 5160062 h 6858000"/>
              <a:gd name="connsiteX781" fmla="*/ 12155105 w 12192002"/>
              <a:gd name="connsiteY781" fmla="*/ 5191181 h 6858000"/>
              <a:gd name="connsiteX782" fmla="*/ 11918903 w 12192002"/>
              <a:gd name="connsiteY782" fmla="*/ 5491132 h 6858000"/>
              <a:gd name="connsiteX783" fmla="*/ 12067554 w 12192002"/>
              <a:gd name="connsiteY783" fmla="*/ 5317498 h 6858000"/>
              <a:gd name="connsiteX784" fmla="*/ 12192001 w 12192002"/>
              <a:gd name="connsiteY784" fmla="*/ 5211391 h 6858000"/>
              <a:gd name="connsiteX785" fmla="*/ 12192001 w 12192002"/>
              <a:gd name="connsiteY785" fmla="*/ 5251558 h 6858000"/>
              <a:gd name="connsiteX786" fmla="*/ 12087498 w 12192002"/>
              <a:gd name="connsiteY786" fmla="*/ 5340764 h 6858000"/>
              <a:gd name="connsiteX787" fmla="*/ 11941335 w 12192002"/>
              <a:gd name="connsiteY787" fmla="*/ 5512809 h 6858000"/>
              <a:gd name="connsiteX788" fmla="*/ 11898139 w 12192002"/>
              <a:gd name="connsiteY788" fmla="*/ 5592553 h 6858000"/>
              <a:gd name="connsiteX789" fmla="*/ 12037359 w 12192002"/>
              <a:gd name="connsiteY789" fmla="*/ 5482816 h 6858000"/>
              <a:gd name="connsiteX790" fmla="*/ 12192001 w 12192002"/>
              <a:gd name="connsiteY790" fmla="*/ 5330890 h 6858000"/>
              <a:gd name="connsiteX791" fmla="*/ 12192001 w 12192002"/>
              <a:gd name="connsiteY791" fmla="*/ 5402911 h 6858000"/>
              <a:gd name="connsiteX792" fmla="*/ 12054488 w 12192002"/>
              <a:gd name="connsiteY792" fmla="*/ 5533939 h 6858000"/>
              <a:gd name="connsiteX793" fmla="*/ 11880977 w 12192002"/>
              <a:gd name="connsiteY793" fmla="*/ 5674040 h 6858000"/>
              <a:gd name="connsiteX794" fmla="*/ 11879666 w 12192002"/>
              <a:gd name="connsiteY794" fmla="*/ 5675644 h 6858000"/>
              <a:gd name="connsiteX795" fmla="*/ 11873674 w 12192002"/>
              <a:gd name="connsiteY795" fmla="*/ 5683306 h 6858000"/>
              <a:gd name="connsiteX796" fmla="*/ 11738608 w 12192002"/>
              <a:gd name="connsiteY796" fmla="*/ 6118417 h 6858000"/>
              <a:gd name="connsiteX797" fmla="*/ 11732820 w 12192002"/>
              <a:gd name="connsiteY797" fmla="*/ 6125184 h 6858000"/>
              <a:gd name="connsiteX798" fmla="*/ 12058063 w 12192002"/>
              <a:gd name="connsiteY798" fmla="*/ 6805045 h 6858000"/>
              <a:gd name="connsiteX799" fmla="*/ 12077722 w 12192002"/>
              <a:gd name="connsiteY799" fmla="*/ 6857999 h 6858000"/>
              <a:gd name="connsiteX800" fmla="*/ 11980831 w 12192002"/>
              <a:gd name="connsiteY800" fmla="*/ 6857999 h 6858000"/>
              <a:gd name="connsiteX801" fmla="*/ 11842370 w 12192002"/>
              <a:gd name="connsiteY801" fmla="*/ 6532596 h 6858000"/>
              <a:gd name="connsiteX802" fmla="*/ 11807118 w 12192002"/>
              <a:gd name="connsiteY802" fmla="*/ 6461642 h 6858000"/>
              <a:gd name="connsiteX803" fmla="*/ 11352410 w 12192002"/>
              <a:gd name="connsiteY803" fmla="*/ 5682534 h 6858000"/>
              <a:gd name="connsiteX804" fmla="*/ 11344098 w 12192002"/>
              <a:gd name="connsiteY804" fmla="*/ 5681717 h 6858000"/>
              <a:gd name="connsiteX805" fmla="*/ 10730809 w 12192002"/>
              <a:gd name="connsiteY805" fmla="*/ 5585749 h 6858000"/>
              <a:gd name="connsiteX806" fmla="*/ 10713050 w 12192002"/>
              <a:gd name="connsiteY806" fmla="*/ 5593271 h 6858000"/>
              <a:gd name="connsiteX807" fmla="*/ 9420192 w 12192002"/>
              <a:gd name="connsiteY807" fmla="*/ 5692050 h 6858000"/>
              <a:gd name="connsiteX808" fmla="*/ 9404066 w 12192002"/>
              <a:gd name="connsiteY808" fmla="*/ 5671708 h 6858000"/>
              <a:gd name="connsiteX809" fmla="*/ 10712309 w 12192002"/>
              <a:gd name="connsiteY809" fmla="*/ 5538562 h 6858000"/>
              <a:gd name="connsiteX810" fmla="*/ 11291486 w 12192002"/>
              <a:gd name="connsiteY810" fmla="*/ 5595804 h 6858000"/>
              <a:gd name="connsiteX811" fmla="*/ 11176624 w 12192002"/>
              <a:gd name="connsiteY811" fmla="*/ 5439340 h 6858000"/>
              <a:gd name="connsiteX812" fmla="*/ 10665962 w 12192002"/>
              <a:gd name="connsiteY812" fmla="*/ 4874588 h 6858000"/>
              <a:gd name="connsiteX813" fmla="*/ 10647017 w 12192002"/>
              <a:gd name="connsiteY813" fmla="*/ 4879047 h 6858000"/>
              <a:gd name="connsiteX814" fmla="*/ 10107096 w 12192002"/>
              <a:gd name="connsiteY814" fmla="*/ 4989072 h 6858000"/>
              <a:gd name="connsiteX815" fmla="*/ 9439953 w 12192002"/>
              <a:gd name="connsiteY815" fmla="*/ 4909921 h 6858000"/>
              <a:gd name="connsiteX816" fmla="*/ 9470279 w 12192002"/>
              <a:gd name="connsiteY816" fmla="*/ 4872131 h 6858000"/>
              <a:gd name="connsiteX817" fmla="*/ 10565024 w 12192002"/>
              <a:gd name="connsiteY817" fmla="*/ 4781269 h 6858000"/>
              <a:gd name="connsiteX818" fmla="*/ 9922490 w 12192002"/>
              <a:gd name="connsiteY818" fmla="*/ 4287833 h 6858000"/>
              <a:gd name="connsiteX819" fmla="*/ 9920481 w 12192002"/>
              <a:gd name="connsiteY819" fmla="*/ 4288346 h 6858000"/>
              <a:gd name="connsiteX820" fmla="*/ 9916127 w 12192002"/>
              <a:gd name="connsiteY820" fmla="*/ 4288836 h 6858000"/>
              <a:gd name="connsiteX821" fmla="*/ 9791125 w 12192002"/>
              <a:gd name="connsiteY821" fmla="*/ 4367248 h 6858000"/>
              <a:gd name="connsiteX822" fmla="*/ 9528364 w 12192002"/>
              <a:gd name="connsiteY822" fmla="*/ 4451767 h 6858000"/>
              <a:gd name="connsiteX823" fmla="*/ 8629850 w 12192002"/>
              <a:gd name="connsiteY823" fmla="*/ 4613329 h 6858000"/>
              <a:gd name="connsiteX824" fmla="*/ 8600239 w 12192002"/>
              <a:gd name="connsiteY824" fmla="*/ 4596243 h 6858000"/>
              <a:gd name="connsiteX825" fmla="*/ 9761570 w 12192002"/>
              <a:gd name="connsiteY825" fmla="*/ 4182283 h 6858000"/>
              <a:gd name="connsiteX826" fmla="*/ 9368237 w 12192002"/>
              <a:gd name="connsiteY826" fmla="*/ 3949470 h 6858000"/>
              <a:gd name="connsiteX827" fmla="*/ 9354614 w 12192002"/>
              <a:gd name="connsiteY827" fmla="*/ 3951288 h 6858000"/>
              <a:gd name="connsiteX828" fmla="*/ 8364351 w 12192002"/>
              <a:gd name="connsiteY828" fmla="*/ 4159267 h 6858000"/>
              <a:gd name="connsiteX829" fmla="*/ 8386567 w 12192002"/>
              <a:gd name="connsiteY829" fmla="*/ 4119760 h 6858000"/>
              <a:gd name="connsiteX830" fmla="*/ 9231713 w 12192002"/>
              <a:gd name="connsiteY830" fmla="*/ 3873539 h 6858000"/>
              <a:gd name="connsiteX831" fmla="*/ 9023301 w 12192002"/>
              <a:gd name="connsiteY831" fmla="*/ 3763109 h 6858000"/>
              <a:gd name="connsiteX832" fmla="*/ 9010556 w 12192002"/>
              <a:gd name="connsiteY832" fmla="*/ 3758998 h 6858000"/>
              <a:gd name="connsiteX833" fmla="*/ 8604324 w 12192002"/>
              <a:gd name="connsiteY833" fmla="*/ 3417171 h 6858000"/>
              <a:gd name="connsiteX834" fmla="*/ 8218577 w 12192002"/>
              <a:gd name="connsiteY834" fmla="*/ 2770227 h 6858000"/>
              <a:gd name="connsiteX835" fmla="*/ 8222774 w 12192002"/>
              <a:gd name="connsiteY835" fmla="*/ 2749954 h 6858000"/>
              <a:gd name="connsiteX836" fmla="*/ 8297623 w 12192002"/>
              <a:gd name="connsiteY836" fmla="*/ 2731935 h 6858000"/>
              <a:gd name="connsiteX837" fmla="*/ 9090618 w 12192002"/>
              <a:gd name="connsiteY837" fmla="*/ 3716225 h 6858000"/>
              <a:gd name="connsiteX838" fmla="*/ 9762441 w 12192002"/>
              <a:gd name="connsiteY838" fmla="*/ 4093587 h 6858000"/>
              <a:gd name="connsiteX839" fmla="*/ 9717826 w 12192002"/>
              <a:gd name="connsiteY839" fmla="*/ 3916719 h 6858000"/>
              <a:gd name="connsiteX840" fmla="*/ 9713123 w 12192002"/>
              <a:gd name="connsiteY840" fmla="*/ 3916663 h 6858000"/>
              <a:gd name="connsiteX841" fmla="*/ 9175594 w 12192002"/>
              <a:gd name="connsiteY841" fmla="*/ 3326950 h 6858000"/>
              <a:gd name="connsiteX842" fmla="*/ 9253941 w 12192002"/>
              <a:gd name="connsiteY842" fmla="*/ 3287566 h 6858000"/>
              <a:gd name="connsiteX843" fmla="*/ 9625671 w 12192002"/>
              <a:gd name="connsiteY843" fmla="*/ 3639960 h 6858000"/>
              <a:gd name="connsiteX844" fmla="*/ 9656881 w 12192002"/>
              <a:gd name="connsiteY844" fmla="*/ 3333361 h 6858000"/>
              <a:gd name="connsiteX845" fmla="*/ 9782066 w 12192002"/>
              <a:gd name="connsiteY845" fmla="*/ 2680771 h 6858000"/>
              <a:gd name="connsiteX846" fmla="*/ 9854151 w 12192002"/>
              <a:gd name="connsiteY846" fmla="*/ 2642862 h 6858000"/>
              <a:gd name="connsiteX847" fmla="*/ 11114299 w 12192002"/>
              <a:gd name="connsiteY847" fmla="*/ 2390555 h 6858000"/>
              <a:gd name="connsiteX848" fmla="*/ 11113373 w 12192002"/>
              <a:gd name="connsiteY848" fmla="*/ 2392739 h 6858000"/>
              <a:gd name="connsiteX849" fmla="*/ 11117197 w 12192002"/>
              <a:gd name="connsiteY849" fmla="*/ 2394358 h 6858000"/>
              <a:gd name="connsiteX850" fmla="*/ 11114299 w 12192002"/>
              <a:gd name="connsiteY850" fmla="*/ 2390555 h 6858000"/>
              <a:gd name="connsiteX851" fmla="*/ 10506276 w 12192002"/>
              <a:gd name="connsiteY851" fmla="*/ 2118977 h 6858000"/>
              <a:gd name="connsiteX852" fmla="*/ 10431542 w 12192002"/>
              <a:gd name="connsiteY852" fmla="*/ 2525128 h 6858000"/>
              <a:gd name="connsiteX853" fmla="*/ 10391375 w 12192002"/>
              <a:gd name="connsiteY853" fmla="*/ 2667145 h 6858000"/>
              <a:gd name="connsiteX854" fmla="*/ 10355047 w 12192002"/>
              <a:gd name="connsiteY854" fmla="*/ 2832031 h 6858000"/>
              <a:gd name="connsiteX855" fmla="*/ 10336080 w 12192002"/>
              <a:gd name="connsiteY855" fmla="*/ 2927011 h 6858000"/>
              <a:gd name="connsiteX856" fmla="*/ 10389394 w 12192002"/>
              <a:gd name="connsiteY856" fmla="*/ 2782834 h 6858000"/>
              <a:gd name="connsiteX857" fmla="*/ 10506276 w 12192002"/>
              <a:gd name="connsiteY857" fmla="*/ 2118977 h 6858000"/>
              <a:gd name="connsiteX858" fmla="*/ 11538179 w 12192002"/>
              <a:gd name="connsiteY858" fmla="*/ 2090376 h 6858000"/>
              <a:gd name="connsiteX859" fmla="*/ 11577479 w 12192002"/>
              <a:gd name="connsiteY859" fmla="*/ 2228695 h 6858000"/>
              <a:gd name="connsiteX860" fmla="*/ 11586754 w 12192002"/>
              <a:gd name="connsiteY860" fmla="*/ 2266098 h 6858000"/>
              <a:gd name="connsiteX861" fmla="*/ 11609011 w 12192002"/>
              <a:gd name="connsiteY861" fmla="*/ 2353427 h 6858000"/>
              <a:gd name="connsiteX862" fmla="*/ 11761579 w 12192002"/>
              <a:gd name="connsiteY862" fmla="*/ 2703223 h 6858000"/>
              <a:gd name="connsiteX863" fmla="*/ 11877711 w 12192002"/>
              <a:gd name="connsiteY863" fmla="*/ 2947465 h 6858000"/>
              <a:gd name="connsiteX864" fmla="*/ 11538179 w 12192002"/>
              <a:gd name="connsiteY864" fmla="*/ 2090376 h 6858000"/>
              <a:gd name="connsiteX865" fmla="*/ 6604735 w 12192002"/>
              <a:gd name="connsiteY865" fmla="*/ 2041381 h 6858000"/>
              <a:gd name="connsiteX866" fmla="*/ 7204487 w 12192002"/>
              <a:gd name="connsiteY866" fmla="*/ 2742112 h 6858000"/>
              <a:gd name="connsiteX867" fmla="*/ 7131592 w 12192002"/>
              <a:gd name="connsiteY867" fmla="*/ 2672096 h 6858000"/>
              <a:gd name="connsiteX868" fmla="*/ 6996344 w 12192002"/>
              <a:gd name="connsiteY868" fmla="*/ 2518310 h 6858000"/>
              <a:gd name="connsiteX869" fmla="*/ 6735495 w 12192002"/>
              <a:gd name="connsiteY869" fmla="*/ 2196890 h 6858000"/>
              <a:gd name="connsiteX870" fmla="*/ 6721901 w 12192002"/>
              <a:gd name="connsiteY870" fmla="*/ 2179274 h 6858000"/>
              <a:gd name="connsiteX871" fmla="*/ 6604735 w 12192002"/>
              <a:gd name="connsiteY871" fmla="*/ 2041381 h 6858000"/>
              <a:gd name="connsiteX872" fmla="*/ 11488421 w 12192002"/>
              <a:gd name="connsiteY872" fmla="*/ 2034549 h 6858000"/>
              <a:gd name="connsiteX873" fmla="*/ 11840356 w 12192002"/>
              <a:gd name="connsiteY873" fmla="*/ 2932293 h 6858000"/>
              <a:gd name="connsiteX874" fmla="*/ 11736331 w 12192002"/>
              <a:gd name="connsiteY874" fmla="*/ 2715710 h 6858000"/>
              <a:gd name="connsiteX875" fmla="*/ 11581560 w 12192002"/>
              <a:gd name="connsiteY875" fmla="*/ 2360474 h 6858000"/>
              <a:gd name="connsiteX876" fmla="*/ 11558442 w 12192002"/>
              <a:gd name="connsiteY876" fmla="*/ 2272139 h 6858000"/>
              <a:gd name="connsiteX877" fmla="*/ 11549169 w 12192002"/>
              <a:gd name="connsiteY877" fmla="*/ 2234734 h 6858000"/>
              <a:gd name="connsiteX878" fmla="*/ 11488421 w 12192002"/>
              <a:gd name="connsiteY878" fmla="*/ 2034549 h 6858000"/>
              <a:gd name="connsiteX879" fmla="*/ 10468916 w 12192002"/>
              <a:gd name="connsiteY879" fmla="*/ 2032338 h 6858000"/>
              <a:gd name="connsiteX880" fmla="*/ 10421480 w 12192002"/>
              <a:gd name="connsiteY880" fmla="*/ 2185446 h 6858000"/>
              <a:gd name="connsiteX881" fmla="*/ 10351264 w 12192002"/>
              <a:gd name="connsiteY881" fmla="*/ 2591574 h 6858000"/>
              <a:gd name="connsiteX882" fmla="*/ 10294485 w 12192002"/>
              <a:gd name="connsiteY882" fmla="*/ 2991809 h 6858000"/>
              <a:gd name="connsiteX883" fmla="*/ 10327850 w 12192002"/>
              <a:gd name="connsiteY883" fmla="*/ 2826310 h 6858000"/>
              <a:gd name="connsiteX884" fmla="*/ 10364099 w 12192002"/>
              <a:gd name="connsiteY884" fmla="*/ 2660098 h 6858000"/>
              <a:gd name="connsiteX885" fmla="*/ 10404725 w 12192002"/>
              <a:gd name="connsiteY885" fmla="*/ 2516991 h 6858000"/>
              <a:gd name="connsiteX886" fmla="*/ 10478071 w 12192002"/>
              <a:gd name="connsiteY886" fmla="*/ 2114122 h 6858000"/>
              <a:gd name="connsiteX887" fmla="*/ 10468916 w 12192002"/>
              <a:gd name="connsiteY887" fmla="*/ 2032338 h 6858000"/>
              <a:gd name="connsiteX888" fmla="*/ 10573132 w 12192002"/>
              <a:gd name="connsiteY888" fmla="*/ 1991479 h 6858000"/>
              <a:gd name="connsiteX889" fmla="*/ 11066880 w 12192002"/>
              <a:gd name="connsiteY889" fmla="*/ 2371770 h 6858000"/>
              <a:gd name="connsiteX890" fmla="*/ 10573132 w 12192002"/>
              <a:gd name="connsiteY890" fmla="*/ 1991479 h 6858000"/>
              <a:gd name="connsiteX891" fmla="*/ 6591670 w 12192002"/>
              <a:gd name="connsiteY891" fmla="*/ 1988277 h 6858000"/>
              <a:gd name="connsiteX892" fmla="*/ 6747349 w 12192002"/>
              <a:gd name="connsiteY892" fmla="*/ 2160069 h 6858000"/>
              <a:gd name="connsiteX893" fmla="*/ 6760943 w 12192002"/>
              <a:gd name="connsiteY893" fmla="*/ 2177686 h 6858000"/>
              <a:gd name="connsiteX894" fmla="*/ 7021065 w 12192002"/>
              <a:gd name="connsiteY894" fmla="*/ 2498102 h 6858000"/>
              <a:gd name="connsiteX895" fmla="*/ 7155223 w 12192002"/>
              <a:gd name="connsiteY895" fmla="*/ 2650386 h 6858000"/>
              <a:gd name="connsiteX896" fmla="*/ 7203167 w 12192002"/>
              <a:gd name="connsiteY896" fmla="*/ 2697288 h 6858000"/>
              <a:gd name="connsiteX897" fmla="*/ 6937703 w 12192002"/>
              <a:gd name="connsiteY897" fmla="*/ 2321981 h 6858000"/>
              <a:gd name="connsiteX898" fmla="*/ 6591670 w 12192002"/>
              <a:gd name="connsiteY898" fmla="*/ 1988277 h 6858000"/>
              <a:gd name="connsiteX899" fmla="*/ 5798670 w 12192002"/>
              <a:gd name="connsiteY899" fmla="*/ 1981601 h 6858000"/>
              <a:gd name="connsiteX900" fmla="*/ 5754709 w 12192002"/>
              <a:gd name="connsiteY900" fmla="*/ 2071454 h 6858000"/>
              <a:gd name="connsiteX901" fmla="*/ 5763044 w 12192002"/>
              <a:gd name="connsiteY901" fmla="*/ 2842206 h 6858000"/>
              <a:gd name="connsiteX902" fmla="*/ 5764974 w 12192002"/>
              <a:gd name="connsiteY902" fmla="*/ 2799609 h 6858000"/>
              <a:gd name="connsiteX903" fmla="*/ 5767665 w 12192002"/>
              <a:gd name="connsiteY903" fmla="*/ 2666409 h 6858000"/>
              <a:gd name="connsiteX904" fmla="*/ 5763055 w 12192002"/>
              <a:gd name="connsiteY904" fmla="*/ 2579705 h 6858000"/>
              <a:gd name="connsiteX905" fmla="*/ 5758079 w 12192002"/>
              <a:gd name="connsiteY905" fmla="*/ 2492508 h 6858000"/>
              <a:gd name="connsiteX906" fmla="*/ 5779325 w 12192002"/>
              <a:gd name="connsiteY906" fmla="*/ 2197069 h 6858000"/>
              <a:gd name="connsiteX907" fmla="*/ 5798670 w 12192002"/>
              <a:gd name="connsiteY907" fmla="*/ 1981601 h 6858000"/>
              <a:gd name="connsiteX908" fmla="*/ 5829202 w 12192002"/>
              <a:gd name="connsiteY908" fmla="*/ 1971679 h 6858000"/>
              <a:gd name="connsiteX909" fmla="*/ 5809558 w 12192002"/>
              <a:gd name="connsiteY909" fmla="*/ 2198043 h 6858000"/>
              <a:gd name="connsiteX910" fmla="*/ 5788653 w 12192002"/>
              <a:gd name="connsiteY910" fmla="*/ 2489430 h 6858000"/>
              <a:gd name="connsiteX911" fmla="*/ 5793439 w 12192002"/>
              <a:gd name="connsiteY911" fmla="*/ 2575235 h 6858000"/>
              <a:gd name="connsiteX912" fmla="*/ 5796836 w 12192002"/>
              <a:gd name="connsiteY912" fmla="*/ 2637633 h 6858000"/>
              <a:gd name="connsiteX913" fmla="*/ 5818614 w 12192002"/>
              <a:gd name="connsiteY913" fmla="*/ 2473055 h 6858000"/>
              <a:gd name="connsiteX914" fmla="*/ 5829202 w 12192002"/>
              <a:gd name="connsiteY914" fmla="*/ 1971679 h 6858000"/>
              <a:gd name="connsiteX915" fmla="*/ 10578769 w 12192002"/>
              <a:gd name="connsiteY915" fmla="*/ 1962963 h 6858000"/>
              <a:gd name="connsiteX916" fmla="*/ 11073823 w 12192002"/>
              <a:gd name="connsiteY916" fmla="*/ 2338658 h 6858000"/>
              <a:gd name="connsiteX917" fmla="*/ 10578769 w 12192002"/>
              <a:gd name="connsiteY917" fmla="*/ 1962963 h 6858000"/>
              <a:gd name="connsiteX918" fmla="*/ 5911389 w 12192002"/>
              <a:gd name="connsiteY918" fmla="*/ 1898371 h 6858000"/>
              <a:gd name="connsiteX919" fmla="*/ 6237627 w 12192002"/>
              <a:gd name="connsiteY919" fmla="*/ 2231921 h 6858000"/>
              <a:gd name="connsiteX920" fmla="*/ 5911389 w 12192002"/>
              <a:gd name="connsiteY920" fmla="*/ 1898371 h 6858000"/>
              <a:gd name="connsiteX921" fmla="*/ 6944437 w 12192002"/>
              <a:gd name="connsiteY921" fmla="*/ 1575402 h 6858000"/>
              <a:gd name="connsiteX922" fmla="*/ 6304730 w 12192002"/>
              <a:gd name="connsiteY922" fmla="*/ 1766654 h 6858000"/>
              <a:gd name="connsiteX923" fmla="*/ 6944437 w 12192002"/>
              <a:gd name="connsiteY923" fmla="*/ 1575402 h 6858000"/>
              <a:gd name="connsiteX924" fmla="*/ 7019523 w 12192002"/>
              <a:gd name="connsiteY924" fmla="*/ 1519450 h 6858000"/>
              <a:gd name="connsiteX925" fmla="*/ 6298091 w 12192002"/>
              <a:gd name="connsiteY925" fmla="*/ 1737122 h 6858000"/>
              <a:gd name="connsiteX926" fmla="*/ 7019523 w 12192002"/>
              <a:gd name="connsiteY926" fmla="*/ 1519450 h 6858000"/>
              <a:gd name="connsiteX927" fmla="*/ 2399523 w 12192002"/>
              <a:gd name="connsiteY927" fmla="*/ 1428234 h 6858000"/>
              <a:gd name="connsiteX928" fmla="*/ 2224982 w 12192002"/>
              <a:gd name="connsiteY928" fmla="*/ 1826201 h 6858000"/>
              <a:gd name="connsiteX929" fmla="*/ 2096099 w 12192002"/>
              <a:gd name="connsiteY929" fmla="*/ 2345900 h 6858000"/>
              <a:gd name="connsiteX930" fmla="*/ 2283317 w 12192002"/>
              <a:gd name="connsiteY930" fmla="*/ 1796925 h 6858000"/>
              <a:gd name="connsiteX931" fmla="*/ 2448558 w 12192002"/>
              <a:gd name="connsiteY931" fmla="*/ 1373435 h 6858000"/>
              <a:gd name="connsiteX932" fmla="*/ 2312521 w 12192002"/>
              <a:gd name="connsiteY932" fmla="*/ 1806140 h 6858000"/>
              <a:gd name="connsiteX933" fmla="*/ 2127533 w 12192002"/>
              <a:gd name="connsiteY933" fmla="*/ 2348380 h 6858000"/>
              <a:gd name="connsiteX934" fmla="*/ 2358080 w 12192002"/>
              <a:gd name="connsiteY934" fmla="*/ 1866134 h 6858000"/>
              <a:gd name="connsiteX935" fmla="*/ 2407436 w 12192002"/>
              <a:gd name="connsiteY935" fmla="*/ 1651070 h 6858000"/>
              <a:gd name="connsiteX936" fmla="*/ 2448558 w 12192002"/>
              <a:gd name="connsiteY936" fmla="*/ 1373435 h 6858000"/>
              <a:gd name="connsiteX937" fmla="*/ 278707 w 12192002"/>
              <a:gd name="connsiteY937" fmla="*/ 1352270 h 6858000"/>
              <a:gd name="connsiteX938" fmla="*/ 321570 w 12192002"/>
              <a:gd name="connsiteY938" fmla="*/ 1861610 h 6858000"/>
              <a:gd name="connsiteX939" fmla="*/ 294281 w 12192002"/>
              <a:gd name="connsiteY939" fmla="*/ 1440658 h 6858000"/>
              <a:gd name="connsiteX940" fmla="*/ 1423821 w 12192002"/>
              <a:gd name="connsiteY940" fmla="*/ 1351958 h 6858000"/>
              <a:gd name="connsiteX941" fmla="*/ 1638521 w 12192002"/>
              <a:gd name="connsiteY941" fmla="*/ 1908470 h 6858000"/>
              <a:gd name="connsiteX942" fmla="*/ 1754199 w 12192002"/>
              <a:gd name="connsiteY942" fmla="*/ 2149284 h 6858000"/>
              <a:gd name="connsiteX943" fmla="*/ 1908359 w 12192002"/>
              <a:gd name="connsiteY943" fmla="*/ 2364988 h 6858000"/>
              <a:gd name="connsiteX944" fmla="*/ 1647661 w 12192002"/>
              <a:gd name="connsiteY944" fmla="*/ 1825945 h 6858000"/>
              <a:gd name="connsiteX945" fmla="*/ 1423821 w 12192002"/>
              <a:gd name="connsiteY945" fmla="*/ 1351958 h 6858000"/>
              <a:gd name="connsiteX946" fmla="*/ 9518298 w 12192002"/>
              <a:gd name="connsiteY946" fmla="*/ 1338235 h 6858000"/>
              <a:gd name="connsiteX947" fmla="*/ 9838009 w 12192002"/>
              <a:gd name="connsiteY947" fmla="*/ 2272553 h 6858000"/>
              <a:gd name="connsiteX948" fmla="*/ 9805906 w 12192002"/>
              <a:gd name="connsiteY948" fmla="*/ 2159819 h 6858000"/>
              <a:gd name="connsiteX949" fmla="*/ 9801623 w 12192002"/>
              <a:gd name="connsiteY949" fmla="*/ 2142555 h 6858000"/>
              <a:gd name="connsiteX950" fmla="*/ 9628671 w 12192002"/>
              <a:gd name="connsiteY950" fmla="*/ 1617375 h 6858000"/>
              <a:gd name="connsiteX951" fmla="*/ 9598299 w 12192002"/>
              <a:gd name="connsiteY951" fmla="*/ 1544643 h 6858000"/>
              <a:gd name="connsiteX952" fmla="*/ 9518298 w 12192002"/>
              <a:gd name="connsiteY952" fmla="*/ 1338235 h 6858000"/>
              <a:gd name="connsiteX953" fmla="*/ 1431890 w 12192002"/>
              <a:gd name="connsiteY953" fmla="*/ 1306475 h 6858000"/>
              <a:gd name="connsiteX954" fmla="*/ 1507597 w 12192002"/>
              <a:gd name="connsiteY954" fmla="*/ 1446132 h 6858000"/>
              <a:gd name="connsiteX955" fmla="*/ 1674586 w 12192002"/>
              <a:gd name="connsiteY955" fmla="*/ 1813832 h 6858000"/>
              <a:gd name="connsiteX956" fmla="*/ 1815950 w 12192002"/>
              <a:gd name="connsiteY956" fmla="*/ 2128564 h 6858000"/>
              <a:gd name="connsiteX957" fmla="*/ 1984242 w 12192002"/>
              <a:gd name="connsiteY957" fmla="*/ 2430829 h 6858000"/>
              <a:gd name="connsiteX958" fmla="*/ 2014023 w 12192002"/>
              <a:gd name="connsiteY958" fmla="*/ 2450995 h 6858000"/>
              <a:gd name="connsiteX959" fmla="*/ 1747337 w 12192002"/>
              <a:gd name="connsiteY959" fmla="*/ 1855264 h 6858000"/>
              <a:gd name="connsiteX960" fmla="*/ 1533749 w 12192002"/>
              <a:gd name="connsiteY960" fmla="*/ 1478656 h 6858000"/>
              <a:gd name="connsiteX961" fmla="*/ 1431890 w 12192002"/>
              <a:gd name="connsiteY961" fmla="*/ 1306475 h 6858000"/>
              <a:gd name="connsiteX962" fmla="*/ 5052692 w 12192002"/>
              <a:gd name="connsiteY962" fmla="*/ 1292994 h 6858000"/>
              <a:gd name="connsiteX963" fmla="*/ 5200661 w 12192002"/>
              <a:gd name="connsiteY963" fmla="*/ 1635186 h 6858000"/>
              <a:gd name="connsiteX964" fmla="*/ 5297138 w 12192002"/>
              <a:gd name="connsiteY964" fmla="*/ 1906351 h 6858000"/>
              <a:gd name="connsiteX965" fmla="*/ 5052692 w 12192002"/>
              <a:gd name="connsiteY965" fmla="*/ 1292994 h 6858000"/>
              <a:gd name="connsiteX966" fmla="*/ 9528078 w 12192002"/>
              <a:gd name="connsiteY966" fmla="*/ 1278636 h 6858000"/>
              <a:gd name="connsiteX967" fmla="*/ 9623946 w 12192002"/>
              <a:gd name="connsiteY967" fmla="*/ 1534260 h 6858000"/>
              <a:gd name="connsiteX968" fmla="*/ 9654858 w 12192002"/>
              <a:gd name="connsiteY968" fmla="*/ 1607218 h 6858000"/>
              <a:gd name="connsiteX969" fmla="*/ 9826304 w 12192002"/>
              <a:gd name="connsiteY969" fmla="*/ 2125320 h 6858000"/>
              <a:gd name="connsiteX970" fmla="*/ 9701198 w 12192002"/>
              <a:gd name="connsiteY970" fmla="*/ 1646797 h 6858000"/>
              <a:gd name="connsiteX971" fmla="*/ 9528078 w 12192002"/>
              <a:gd name="connsiteY971" fmla="*/ 1278636 h 6858000"/>
              <a:gd name="connsiteX972" fmla="*/ 5009948 w 12192002"/>
              <a:gd name="connsiteY972" fmla="*/ 1273619 h 6858000"/>
              <a:gd name="connsiteX973" fmla="*/ 5121777 w 12192002"/>
              <a:gd name="connsiteY973" fmla="*/ 1654213 h 6858000"/>
              <a:gd name="connsiteX974" fmla="*/ 5293545 w 12192002"/>
              <a:gd name="connsiteY974" fmla="*/ 2072247 h 6858000"/>
              <a:gd name="connsiteX975" fmla="*/ 5294042 w 12192002"/>
              <a:gd name="connsiteY975" fmla="*/ 2065019 h 6858000"/>
              <a:gd name="connsiteX976" fmla="*/ 5171936 w 12192002"/>
              <a:gd name="connsiteY976" fmla="*/ 1647613 h 6858000"/>
              <a:gd name="connsiteX977" fmla="*/ 5009948 w 12192002"/>
              <a:gd name="connsiteY977" fmla="*/ 1273619 h 6858000"/>
              <a:gd name="connsiteX978" fmla="*/ 655236 w 12192002"/>
              <a:gd name="connsiteY978" fmla="*/ 1268632 h 6858000"/>
              <a:gd name="connsiteX979" fmla="*/ 839521 w 12192002"/>
              <a:gd name="connsiteY979" fmla="*/ 1685315 h 6858000"/>
              <a:gd name="connsiteX980" fmla="*/ 1109416 w 12192002"/>
              <a:gd name="connsiteY980" fmla="*/ 2061663 h 6858000"/>
              <a:gd name="connsiteX981" fmla="*/ 1298300 w 12192002"/>
              <a:gd name="connsiteY981" fmla="*/ 2247742 h 6858000"/>
              <a:gd name="connsiteX982" fmla="*/ 1125871 w 12192002"/>
              <a:gd name="connsiteY982" fmla="*/ 1989513 h 6858000"/>
              <a:gd name="connsiteX983" fmla="*/ 981574 w 12192002"/>
              <a:gd name="connsiteY983" fmla="*/ 1783157 h 6858000"/>
              <a:gd name="connsiteX984" fmla="*/ 922198 w 12192002"/>
              <a:gd name="connsiteY984" fmla="*/ 1677437 h 6858000"/>
              <a:gd name="connsiteX985" fmla="*/ 869293 w 12192002"/>
              <a:gd name="connsiteY985" fmla="*/ 1583214 h 6858000"/>
              <a:gd name="connsiteX986" fmla="*/ 751431 w 12192002"/>
              <a:gd name="connsiteY986" fmla="*/ 1405731 h 6858000"/>
              <a:gd name="connsiteX987" fmla="*/ 6516292 w 12192002"/>
              <a:gd name="connsiteY987" fmla="*/ 1263064 h 6858000"/>
              <a:gd name="connsiteX988" fmla="*/ 5736320 w 12192002"/>
              <a:gd name="connsiteY988" fmla="*/ 1501803 h 6858000"/>
              <a:gd name="connsiteX989" fmla="*/ 6516292 w 12192002"/>
              <a:gd name="connsiteY989" fmla="*/ 1263064 h 6858000"/>
              <a:gd name="connsiteX990" fmla="*/ 291466 w 12192002"/>
              <a:gd name="connsiteY990" fmla="*/ 1250369 h 6858000"/>
              <a:gd name="connsiteX991" fmla="*/ 323180 w 12192002"/>
              <a:gd name="connsiteY991" fmla="*/ 1435283 h 6858000"/>
              <a:gd name="connsiteX992" fmla="*/ 349381 w 12192002"/>
              <a:gd name="connsiteY992" fmla="*/ 1875041 h 6858000"/>
              <a:gd name="connsiteX993" fmla="*/ 374363 w 12192002"/>
              <a:gd name="connsiteY993" fmla="*/ 1506494 h 6858000"/>
              <a:gd name="connsiteX994" fmla="*/ 302168 w 12192002"/>
              <a:gd name="connsiteY994" fmla="*/ 1274495 h 6858000"/>
              <a:gd name="connsiteX995" fmla="*/ 291466 w 12192002"/>
              <a:gd name="connsiteY995" fmla="*/ 1250369 h 6858000"/>
              <a:gd name="connsiteX996" fmla="*/ 678222 w 12192002"/>
              <a:gd name="connsiteY996" fmla="*/ 1248670 h 6858000"/>
              <a:gd name="connsiteX997" fmla="*/ 775536 w 12192002"/>
              <a:gd name="connsiteY997" fmla="*/ 1388015 h 6858000"/>
              <a:gd name="connsiteX998" fmla="*/ 894529 w 12192002"/>
              <a:gd name="connsiteY998" fmla="*/ 1567739 h 6858000"/>
              <a:gd name="connsiteX999" fmla="*/ 948000 w 12192002"/>
              <a:gd name="connsiteY999" fmla="*/ 1663088 h 6858000"/>
              <a:gd name="connsiteX1000" fmla="*/ 1006812 w 12192002"/>
              <a:gd name="connsiteY1000" fmla="*/ 1767683 h 6858000"/>
              <a:gd name="connsiteX1001" fmla="*/ 1149133 w 12192002"/>
              <a:gd name="connsiteY1001" fmla="*/ 1971513 h 6858000"/>
              <a:gd name="connsiteX1002" fmla="*/ 1333952 w 12192002"/>
              <a:gd name="connsiteY1002" fmla="*/ 2251620 h 6858000"/>
              <a:gd name="connsiteX1003" fmla="*/ 1337329 w 12192002"/>
              <a:gd name="connsiteY1003" fmla="*/ 2258350 h 6858000"/>
              <a:gd name="connsiteX1004" fmla="*/ 1014726 w 12192002"/>
              <a:gd name="connsiteY1004" fmla="*/ 1615556 h 6858000"/>
              <a:gd name="connsiteX1005" fmla="*/ 678222 w 12192002"/>
              <a:gd name="connsiteY1005" fmla="*/ 1248670 h 6858000"/>
              <a:gd name="connsiteX1006" fmla="*/ 9441752 w 12192002"/>
              <a:gd name="connsiteY1006" fmla="*/ 1245311 h 6858000"/>
              <a:gd name="connsiteX1007" fmla="*/ 9278979 w 12192002"/>
              <a:gd name="connsiteY1007" fmla="*/ 1406236 h 6858000"/>
              <a:gd name="connsiteX1008" fmla="*/ 9235540 w 12192002"/>
              <a:gd name="connsiteY1008" fmla="*/ 1546869 h 6858000"/>
              <a:gd name="connsiteX1009" fmla="*/ 9264074 w 12192002"/>
              <a:gd name="connsiteY1009" fmla="*/ 1557016 h 6858000"/>
              <a:gd name="connsiteX1010" fmla="*/ 9441752 w 12192002"/>
              <a:gd name="connsiteY1010" fmla="*/ 1245311 h 6858000"/>
              <a:gd name="connsiteX1011" fmla="*/ 6691602 w 12192002"/>
              <a:gd name="connsiteY1011" fmla="*/ 1140573 h 6858000"/>
              <a:gd name="connsiteX1012" fmla="*/ 6571100 w 12192002"/>
              <a:gd name="connsiteY1012" fmla="*/ 1183662 h 6858000"/>
              <a:gd name="connsiteX1013" fmla="*/ 6241687 w 12192002"/>
              <a:gd name="connsiteY1013" fmla="*/ 1257600 h 6858000"/>
              <a:gd name="connsiteX1014" fmla="*/ 5693009 w 12192002"/>
              <a:gd name="connsiteY1014" fmla="*/ 1478256 h 6858000"/>
              <a:gd name="connsiteX1015" fmla="*/ 6548420 w 12192002"/>
              <a:gd name="connsiteY1015" fmla="*/ 1214599 h 6858000"/>
              <a:gd name="connsiteX1016" fmla="*/ 6605473 w 12192002"/>
              <a:gd name="connsiteY1016" fmla="*/ 1184686 h 6858000"/>
              <a:gd name="connsiteX1017" fmla="*/ 6691602 w 12192002"/>
              <a:gd name="connsiteY1017" fmla="*/ 1140573 h 6858000"/>
              <a:gd name="connsiteX1018" fmla="*/ 4002475 w 12192002"/>
              <a:gd name="connsiteY1018" fmla="*/ 1037802 h 6858000"/>
              <a:gd name="connsiteX1019" fmla="*/ 4000324 w 12192002"/>
              <a:gd name="connsiteY1019" fmla="*/ 1039362 h 6858000"/>
              <a:gd name="connsiteX1020" fmla="*/ 4002862 w 12192002"/>
              <a:gd name="connsiteY1020" fmla="*/ 1042866 h 6858000"/>
              <a:gd name="connsiteX1021" fmla="*/ 4002475 w 12192002"/>
              <a:gd name="connsiteY1021" fmla="*/ 1037802 h 6858000"/>
              <a:gd name="connsiteX1022" fmla="*/ 506322 w 12192002"/>
              <a:gd name="connsiteY1022" fmla="*/ 1020997 h 6858000"/>
              <a:gd name="connsiteX1023" fmla="*/ 533068 w 12192002"/>
              <a:gd name="connsiteY1023" fmla="*/ 1029409 h 6858000"/>
              <a:gd name="connsiteX1024" fmla="*/ 1232525 w 12192002"/>
              <a:gd name="connsiteY1024" fmla="*/ 1804675 h 6858000"/>
              <a:gd name="connsiteX1025" fmla="*/ 1388858 w 12192002"/>
              <a:gd name="connsiteY1025" fmla="*/ 2368011 h 6858000"/>
              <a:gd name="connsiteX1026" fmla="*/ 1384098 w 12192002"/>
              <a:gd name="connsiteY1026" fmla="*/ 2378125 h 6858000"/>
              <a:gd name="connsiteX1027" fmla="*/ 1425393 w 12192002"/>
              <a:gd name="connsiteY1027" fmla="*/ 2589124 h 6858000"/>
              <a:gd name="connsiteX1028" fmla="*/ 1424001 w 12192002"/>
              <a:gd name="connsiteY1028" fmla="*/ 2597541 h 6858000"/>
              <a:gd name="connsiteX1029" fmla="*/ 2152729 w 12192002"/>
              <a:gd name="connsiteY1029" fmla="*/ 2864487 h 6858000"/>
              <a:gd name="connsiteX1030" fmla="*/ 2020609 w 12192002"/>
              <a:gd name="connsiteY1030" fmla="*/ 2539671 h 6858000"/>
              <a:gd name="connsiteX1031" fmla="*/ 2018920 w 12192002"/>
              <a:gd name="connsiteY1031" fmla="*/ 2536309 h 6858000"/>
              <a:gd name="connsiteX1032" fmla="*/ 1342441 w 12192002"/>
              <a:gd name="connsiteY1032" fmla="*/ 1173017 h 6858000"/>
              <a:gd name="connsiteX1033" fmla="*/ 1367925 w 12192002"/>
              <a:gd name="connsiteY1033" fmla="*/ 1135648 h 6858000"/>
              <a:gd name="connsiteX1034" fmla="*/ 1771401 w 12192002"/>
              <a:gd name="connsiteY1034" fmla="*/ 1806673 h 6858000"/>
              <a:gd name="connsiteX1035" fmla="*/ 1972385 w 12192002"/>
              <a:gd name="connsiteY1035" fmla="*/ 2198735 h 6858000"/>
              <a:gd name="connsiteX1036" fmla="*/ 2040892 w 12192002"/>
              <a:gd name="connsiteY1036" fmla="*/ 2405205 h 6858000"/>
              <a:gd name="connsiteX1037" fmla="*/ 2131689 w 12192002"/>
              <a:gd name="connsiteY1037" fmla="*/ 1936926 h 6858000"/>
              <a:gd name="connsiteX1038" fmla="*/ 2454820 w 12192002"/>
              <a:gd name="connsiteY1038" fmla="*/ 1248808 h 6858000"/>
              <a:gd name="connsiteX1039" fmla="*/ 2492512 w 12192002"/>
              <a:gd name="connsiteY1039" fmla="*/ 1302920 h 6858000"/>
              <a:gd name="connsiteX1040" fmla="*/ 2081216 w 12192002"/>
              <a:gd name="connsiteY1040" fmla="*/ 2527513 h 6858000"/>
              <a:gd name="connsiteX1041" fmla="*/ 2081211 w 12192002"/>
              <a:gd name="connsiteY1041" fmla="*/ 2528916 h 6858000"/>
              <a:gd name="connsiteX1042" fmla="*/ 2199067 w 12192002"/>
              <a:gd name="connsiteY1042" fmla="*/ 2884061 h 6858000"/>
              <a:gd name="connsiteX1043" fmla="*/ 3192586 w 12192002"/>
              <a:gd name="connsiteY1043" fmla="*/ 3411496 h 6858000"/>
              <a:gd name="connsiteX1044" fmla="*/ 3182620 w 12192002"/>
              <a:gd name="connsiteY1044" fmla="*/ 3483279 h 6858000"/>
              <a:gd name="connsiteX1045" fmla="*/ 2435119 w 12192002"/>
              <a:gd name="connsiteY1045" fmla="*/ 3080173 h 6858000"/>
              <a:gd name="connsiteX1046" fmla="*/ 2410152 w 12192002"/>
              <a:gd name="connsiteY1046" fmla="*/ 3063751 h 6858000"/>
              <a:gd name="connsiteX1047" fmla="*/ 2408099 w 12192002"/>
              <a:gd name="connsiteY1047" fmla="*/ 3064403 h 6858000"/>
              <a:gd name="connsiteX1048" fmla="*/ 2407218 w 12192002"/>
              <a:gd name="connsiteY1048" fmla="*/ 3070324 h 6858000"/>
              <a:gd name="connsiteX1049" fmla="*/ 2380138 w 12192002"/>
              <a:gd name="connsiteY1049" fmla="*/ 3099341 h 6858000"/>
              <a:gd name="connsiteX1050" fmla="*/ 1765923 w 12192002"/>
              <a:gd name="connsiteY1050" fmla="*/ 3581043 h 6858000"/>
              <a:gd name="connsiteX1051" fmla="*/ 1702258 w 12192002"/>
              <a:gd name="connsiteY1051" fmla="*/ 3612286 h 6858000"/>
              <a:gd name="connsiteX1052" fmla="*/ 1538370 w 12192002"/>
              <a:gd name="connsiteY1052" fmla="*/ 3811804 h 6858000"/>
              <a:gd name="connsiteX1053" fmla="*/ 542867 w 12192002"/>
              <a:gd name="connsiteY1053" fmla="*/ 4944092 h 6858000"/>
              <a:gd name="connsiteX1054" fmla="*/ 515800 w 12192002"/>
              <a:gd name="connsiteY1054" fmla="*/ 4862180 h 6858000"/>
              <a:gd name="connsiteX1055" fmla="*/ 909145 w 12192002"/>
              <a:gd name="connsiteY1055" fmla="*/ 4199225 h 6858000"/>
              <a:gd name="connsiteX1056" fmla="*/ 1214067 w 12192002"/>
              <a:gd name="connsiteY1056" fmla="*/ 3908561 h 6858000"/>
              <a:gd name="connsiteX1057" fmla="*/ 640967 w 12192002"/>
              <a:gd name="connsiteY1057" fmla="*/ 4105601 h 6858000"/>
              <a:gd name="connsiteX1058" fmla="*/ 112563 w 12192002"/>
              <a:gd name="connsiteY1058" fmla="*/ 4396952 h 6858000"/>
              <a:gd name="connsiteX1059" fmla="*/ 0 w 12192002"/>
              <a:gd name="connsiteY1059" fmla="*/ 4466006 h 6858000"/>
              <a:gd name="connsiteX1060" fmla="*/ 0 w 12192002"/>
              <a:gd name="connsiteY1060" fmla="*/ 4233763 h 6858000"/>
              <a:gd name="connsiteX1061" fmla="*/ 36881 w 12192002"/>
              <a:gd name="connsiteY1061" fmla="*/ 4200118 h 6858000"/>
              <a:gd name="connsiteX1062" fmla="*/ 910534 w 12192002"/>
              <a:gd name="connsiteY1062" fmla="*/ 3629753 h 6858000"/>
              <a:gd name="connsiteX1063" fmla="*/ 1578717 w 12192002"/>
              <a:gd name="connsiteY1063" fmla="*/ 3575982 h 6858000"/>
              <a:gd name="connsiteX1064" fmla="*/ 2338780 w 12192002"/>
              <a:gd name="connsiteY1064" fmla="*/ 3033725 h 6858000"/>
              <a:gd name="connsiteX1065" fmla="*/ 1807991 w 12192002"/>
              <a:gd name="connsiteY1065" fmla="*/ 2807184 h 6858000"/>
              <a:gd name="connsiteX1066" fmla="*/ 1416358 w 12192002"/>
              <a:gd name="connsiteY1066" fmla="*/ 3112571 h 6858000"/>
              <a:gd name="connsiteX1067" fmla="*/ 939066 w 12192002"/>
              <a:gd name="connsiteY1067" fmla="*/ 3378798 h 6858000"/>
              <a:gd name="connsiteX1068" fmla="*/ 115099 w 12192002"/>
              <a:gd name="connsiteY1068" fmla="*/ 3607650 h 6858000"/>
              <a:gd name="connsiteX1069" fmla="*/ 97284 w 12192002"/>
              <a:gd name="connsiteY1069" fmla="*/ 3520393 h 6858000"/>
              <a:gd name="connsiteX1070" fmla="*/ 922050 w 12192002"/>
              <a:gd name="connsiteY1070" fmla="*/ 3074867 h 6858000"/>
              <a:gd name="connsiteX1071" fmla="*/ 1405265 w 12192002"/>
              <a:gd name="connsiteY1071" fmla="*/ 3016319 h 6858000"/>
              <a:gd name="connsiteX1072" fmla="*/ 1407512 w 12192002"/>
              <a:gd name="connsiteY1072" fmla="*/ 3018001 h 6858000"/>
              <a:gd name="connsiteX1073" fmla="*/ 1726266 w 12192002"/>
              <a:gd name="connsiteY1073" fmla="*/ 2777274 h 6858000"/>
              <a:gd name="connsiteX1074" fmla="*/ 625390 w 12192002"/>
              <a:gd name="connsiteY1074" fmla="*/ 2514541 h 6858000"/>
              <a:gd name="connsiteX1075" fmla="*/ 619799 w 12192002"/>
              <a:gd name="connsiteY1075" fmla="*/ 2527180 h 6858000"/>
              <a:gd name="connsiteX1076" fmla="*/ 310030 w 12192002"/>
              <a:gd name="connsiteY1076" fmla="*/ 2771818 h 6858000"/>
              <a:gd name="connsiteX1077" fmla="*/ 173877 w 12192002"/>
              <a:gd name="connsiteY1077" fmla="*/ 2937056 h 6858000"/>
              <a:gd name="connsiteX1078" fmla="*/ 77889 w 12192002"/>
              <a:gd name="connsiteY1078" fmla="*/ 3138440 h 6858000"/>
              <a:gd name="connsiteX1079" fmla="*/ 0 w 12192002"/>
              <a:gd name="connsiteY1079" fmla="*/ 3271395 h 6858000"/>
              <a:gd name="connsiteX1080" fmla="*/ 0 w 12192002"/>
              <a:gd name="connsiteY1080" fmla="*/ 3153002 h 6858000"/>
              <a:gd name="connsiteX1081" fmla="*/ 2386 w 12192002"/>
              <a:gd name="connsiteY1081" fmla="*/ 3149203 h 6858000"/>
              <a:gd name="connsiteX1082" fmla="*/ 89753 w 12192002"/>
              <a:gd name="connsiteY1082" fmla="*/ 2987702 h 6858000"/>
              <a:gd name="connsiteX1083" fmla="*/ 76869 w 12192002"/>
              <a:gd name="connsiteY1083" fmla="*/ 3005404 h 6858000"/>
              <a:gd name="connsiteX1084" fmla="*/ 32049 w 12192002"/>
              <a:gd name="connsiteY1084" fmla="*/ 3065814 h 6858000"/>
              <a:gd name="connsiteX1085" fmla="*/ 0 w 12192002"/>
              <a:gd name="connsiteY1085" fmla="*/ 3108744 h 6858000"/>
              <a:gd name="connsiteX1086" fmla="*/ 0 w 12192002"/>
              <a:gd name="connsiteY1086" fmla="*/ 3058059 h 6858000"/>
              <a:gd name="connsiteX1087" fmla="*/ 7610 w 12192002"/>
              <a:gd name="connsiteY1087" fmla="*/ 3047889 h 6858000"/>
              <a:gd name="connsiteX1088" fmla="*/ 52419 w 12192002"/>
              <a:gd name="connsiteY1088" fmla="*/ 2987479 h 6858000"/>
              <a:gd name="connsiteX1089" fmla="*/ 59142 w 12192002"/>
              <a:gd name="connsiteY1089" fmla="*/ 2978488 h 6858000"/>
              <a:gd name="connsiteX1090" fmla="*/ 0 w 12192002"/>
              <a:gd name="connsiteY1090" fmla="*/ 3015334 h 6858000"/>
              <a:gd name="connsiteX1091" fmla="*/ 0 w 12192002"/>
              <a:gd name="connsiteY1091" fmla="*/ 2914286 h 6858000"/>
              <a:gd name="connsiteX1092" fmla="*/ 36383 w 12192002"/>
              <a:gd name="connsiteY1092" fmla="*/ 2901128 h 6858000"/>
              <a:gd name="connsiteX1093" fmla="*/ 156329 w 12192002"/>
              <a:gd name="connsiteY1093" fmla="*/ 2840533 h 6858000"/>
              <a:gd name="connsiteX1094" fmla="*/ 358355 w 12192002"/>
              <a:gd name="connsiteY1094" fmla="*/ 2620471 h 6858000"/>
              <a:gd name="connsiteX1095" fmla="*/ 510577 w 12192002"/>
              <a:gd name="connsiteY1095" fmla="*/ 2501244 h 6858000"/>
              <a:gd name="connsiteX1096" fmla="*/ 211967 w 12192002"/>
              <a:gd name="connsiteY1096" fmla="*/ 2479171 h 6858000"/>
              <a:gd name="connsiteX1097" fmla="*/ 0 w 12192002"/>
              <a:gd name="connsiteY1097" fmla="*/ 2476398 h 6858000"/>
              <a:gd name="connsiteX1098" fmla="*/ 0 w 12192002"/>
              <a:gd name="connsiteY1098" fmla="*/ 2389189 h 6858000"/>
              <a:gd name="connsiteX1099" fmla="*/ 103062 w 12192002"/>
              <a:gd name="connsiteY1099" fmla="*/ 2389518 h 6858000"/>
              <a:gd name="connsiteX1100" fmla="*/ 510734 w 12192002"/>
              <a:gd name="connsiteY1100" fmla="*/ 2416201 h 6858000"/>
              <a:gd name="connsiteX1101" fmla="*/ 279257 w 12192002"/>
              <a:gd name="connsiteY1101" fmla="*/ 2092102 h 6858000"/>
              <a:gd name="connsiteX1102" fmla="*/ 65265 w 12192002"/>
              <a:gd name="connsiteY1102" fmla="*/ 2006049 h 6858000"/>
              <a:gd name="connsiteX1103" fmla="*/ 0 w 12192002"/>
              <a:gd name="connsiteY1103" fmla="*/ 1982532 h 6858000"/>
              <a:gd name="connsiteX1104" fmla="*/ 0 w 12192002"/>
              <a:gd name="connsiteY1104" fmla="*/ 1912789 h 6858000"/>
              <a:gd name="connsiteX1105" fmla="*/ 97460 w 12192002"/>
              <a:gd name="connsiteY1105" fmla="*/ 1953725 h 6858000"/>
              <a:gd name="connsiteX1106" fmla="*/ 221272 w 12192002"/>
              <a:gd name="connsiteY1106" fmla="*/ 1980766 h 6858000"/>
              <a:gd name="connsiteX1107" fmla="*/ 116765 w 12192002"/>
              <a:gd name="connsiteY1107" fmla="*/ 1911033 h 6858000"/>
              <a:gd name="connsiteX1108" fmla="*/ 16405 w 12192002"/>
              <a:gd name="connsiteY1108" fmla="*/ 1803412 h 6858000"/>
              <a:gd name="connsiteX1109" fmla="*/ 0 w 12192002"/>
              <a:gd name="connsiteY1109" fmla="*/ 1784777 h 6858000"/>
              <a:gd name="connsiteX1110" fmla="*/ 0 w 12192002"/>
              <a:gd name="connsiteY1110" fmla="*/ 1740082 h 6858000"/>
              <a:gd name="connsiteX1111" fmla="*/ 39394 w 12192002"/>
              <a:gd name="connsiteY1111" fmla="*/ 1784856 h 6858000"/>
              <a:gd name="connsiteX1112" fmla="*/ 135813 w 12192002"/>
              <a:gd name="connsiteY1112" fmla="*/ 1888838 h 6858000"/>
              <a:gd name="connsiteX1113" fmla="*/ 242575 w 12192002"/>
              <a:gd name="connsiteY1113" fmla="*/ 1958841 h 6858000"/>
              <a:gd name="connsiteX1114" fmla="*/ 82197 w 12192002"/>
              <a:gd name="connsiteY1114" fmla="*/ 1754826 h 6858000"/>
              <a:gd name="connsiteX1115" fmla="*/ 0 w 12192002"/>
              <a:gd name="connsiteY1115" fmla="*/ 1679650 h 6858000"/>
              <a:gd name="connsiteX1116" fmla="*/ 0 w 12192002"/>
              <a:gd name="connsiteY1116" fmla="*/ 1602463 h 6858000"/>
              <a:gd name="connsiteX1117" fmla="*/ 84689 w 12192002"/>
              <a:gd name="connsiteY1117" fmla="*/ 1677442 h 6858000"/>
              <a:gd name="connsiteX1118" fmla="*/ 298437 w 12192002"/>
              <a:gd name="connsiteY1118" fmla="*/ 1968019 h 6858000"/>
              <a:gd name="connsiteX1119" fmla="*/ 227269 w 12192002"/>
              <a:gd name="connsiteY1119" fmla="*/ 1114064 h 6858000"/>
              <a:gd name="connsiteX1120" fmla="*/ 248003 w 12192002"/>
              <a:gd name="connsiteY1120" fmla="*/ 1089613 h 6858000"/>
              <a:gd name="connsiteX1121" fmla="*/ 427020 w 12192002"/>
              <a:gd name="connsiteY1121" fmla="*/ 1619803 h 6858000"/>
              <a:gd name="connsiteX1122" fmla="*/ 340345 w 12192002"/>
              <a:gd name="connsiteY1122" fmla="*/ 2027739 h 6858000"/>
              <a:gd name="connsiteX1123" fmla="*/ 360865 w 12192002"/>
              <a:gd name="connsiteY1123" fmla="*/ 2044827 h 6858000"/>
              <a:gd name="connsiteX1124" fmla="*/ 560414 w 12192002"/>
              <a:gd name="connsiteY1124" fmla="*/ 2421457 h 6858000"/>
              <a:gd name="connsiteX1125" fmla="*/ 1359703 w 12192002"/>
              <a:gd name="connsiteY1125" fmla="*/ 2578554 h 6858000"/>
              <a:gd name="connsiteX1126" fmla="*/ 1359422 w 12192002"/>
              <a:gd name="connsiteY1126" fmla="*/ 2577994 h 6858000"/>
              <a:gd name="connsiteX1127" fmla="*/ 828701 w 12192002"/>
              <a:gd name="connsiteY1127" fmla="*/ 1839520 h 6858000"/>
              <a:gd name="connsiteX1128" fmla="*/ 494427 w 12192002"/>
              <a:gd name="connsiteY1128" fmla="*/ 1092333 h 6858000"/>
              <a:gd name="connsiteX1129" fmla="*/ 506322 w 12192002"/>
              <a:gd name="connsiteY1129" fmla="*/ 1020997 h 6858000"/>
              <a:gd name="connsiteX1130" fmla="*/ 4570198 w 12192002"/>
              <a:gd name="connsiteY1130" fmla="*/ 978081 h 6858000"/>
              <a:gd name="connsiteX1131" fmla="*/ 4523691 w 12192002"/>
              <a:gd name="connsiteY1131" fmla="*/ 1127776 h 6858000"/>
              <a:gd name="connsiteX1132" fmla="*/ 4509875 w 12192002"/>
              <a:gd name="connsiteY1132" fmla="*/ 1167552 h 6858000"/>
              <a:gd name="connsiteX1133" fmla="*/ 4478168 w 12192002"/>
              <a:gd name="connsiteY1133" fmla="*/ 1260735 h 6858000"/>
              <a:gd name="connsiteX1134" fmla="*/ 4409309 w 12192002"/>
              <a:gd name="connsiteY1134" fmla="*/ 1666996 h 6858000"/>
              <a:gd name="connsiteX1135" fmla="*/ 4370031 w 12192002"/>
              <a:gd name="connsiteY1135" fmla="*/ 1955666 h 6858000"/>
              <a:gd name="connsiteX1136" fmla="*/ 4570198 w 12192002"/>
              <a:gd name="connsiteY1136" fmla="*/ 978081 h 6858000"/>
              <a:gd name="connsiteX1137" fmla="*/ 12149131 w 12192002"/>
              <a:gd name="connsiteY1137" fmla="*/ 959050 h 6858000"/>
              <a:gd name="connsiteX1138" fmla="*/ 12105664 w 12192002"/>
              <a:gd name="connsiteY1138" fmla="*/ 1006960 h 6858000"/>
              <a:gd name="connsiteX1139" fmla="*/ 11883102 w 12192002"/>
              <a:gd name="connsiteY1139" fmla="*/ 1184424 h 6858000"/>
              <a:gd name="connsiteX1140" fmla="*/ 11665174 w 12192002"/>
              <a:gd name="connsiteY1140" fmla="*/ 1317493 h 6858000"/>
              <a:gd name="connsiteX1141" fmla="*/ 11590337 w 12192002"/>
              <a:gd name="connsiteY1141" fmla="*/ 1348256 h 6858000"/>
              <a:gd name="connsiteX1142" fmla="*/ 11492588 w 12192002"/>
              <a:gd name="connsiteY1142" fmla="*/ 1390573 h 6858000"/>
              <a:gd name="connsiteX1143" fmla="*/ 11888865 w 12192002"/>
              <a:gd name="connsiteY1143" fmla="*/ 1220988 h 6858000"/>
              <a:gd name="connsiteX1144" fmla="*/ 12149131 w 12192002"/>
              <a:gd name="connsiteY1144" fmla="*/ 959050 h 6858000"/>
              <a:gd name="connsiteX1145" fmla="*/ 4557898 w 12192002"/>
              <a:gd name="connsiteY1145" fmla="*/ 900011 h 6858000"/>
              <a:gd name="connsiteX1146" fmla="*/ 4344840 w 12192002"/>
              <a:gd name="connsiteY1146" fmla="*/ 1922038 h 6858000"/>
              <a:gd name="connsiteX1147" fmla="*/ 4378710 w 12192002"/>
              <a:gd name="connsiteY1147" fmla="*/ 1665516 h 6858000"/>
              <a:gd name="connsiteX1148" fmla="*/ 4448798 w 12192002"/>
              <a:gd name="connsiteY1148" fmla="*/ 1253024 h 6858000"/>
              <a:gd name="connsiteX1149" fmla="*/ 4480315 w 12192002"/>
              <a:gd name="connsiteY1149" fmla="*/ 1158454 h 6858000"/>
              <a:gd name="connsiteX1150" fmla="*/ 4494133 w 12192002"/>
              <a:gd name="connsiteY1150" fmla="*/ 1118676 h 6858000"/>
              <a:gd name="connsiteX1151" fmla="*/ 4557898 w 12192002"/>
              <a:gd name="connsiteY1151" fmla="*/ 900011 h 6858000"/>
              <a:gd name="connsiteX1152" fmla="*/ 5870151 w 12192002"/>
              <a:gd name="connsiteY1152" fmla="*/ 898890 h 6858000"/>
              <a:gd name="connsiteX1153" fmla="*/ 5861335 w 12192002"/>
              <a:gd name="connsiteY1153" fmla="*/ 899177 h 6858000"/>
              <a:gd name="connsiteX1154" fmla="*/ 5843702 w 12192002"/>
              <a:gd name="connsiteY1154" fmla="*/ 899748 h 6858000"/>
              <a:gd name="connsiteX1155" fmla="*/ 5651107 w 12192002"/>
              <a:gd name="connsiteY1155" fmla="*/ 920306 h 6858000"/>
              <a:gd name="connsiteX1156" fmla="*/ 5459407 w 12192002"/>
              <a:gd name="connsiteY1156" fmla="*/ 940975 h 6858000"/>
              <a:gd name="connsiteX1157" fmla="*/ 5374846 w 12192002"/>
              <a:gd name="connsiteY1157" fmla="*/ 941988 h 6858000"/>
              <a:gd name="connsiteX1158" fmla="*/ 5256105 w 12192002"/>
              <a:gd name="connsiteY1158" fmla="*/ 945632 h 6858000"/>
              <a:gd name="connsiteX1159" fmla="*/ 5107071 w 12192002"/>
              <a:gd name="connsiteY1159" fmla="*/ 969720 h 6858000"/>
              <a:gd name="connsiteX1160" fmla="*/ 4998681 w 12192002"/>
              <a:gd name="connsiteY1160" fmla="*/ 988771 h 6858000"/>
              <a:gd name="connsiteX1161" fmla="*/ 5870151 w 12192002"/>
              <a:gd name="connsiteY1161" fmla="*/ 898890 h 6858000"/>
              <a:gd name="connsiteX1162" fmla="*/ 12190084 w 12192002"/>
              <a:gd name="connsiteY1162" fmla="*/ 854709 h 6858000"/>
              <a:gd name="connsiteX1163" fmla="*/ 12162947 w 12192002"/>
              <a:gd name="connsiteY1163" fmla="*/ 879275 h 6858000"/>
              <a:gd name="connsiteX1164" fmla="*/ 11721478 w 12192002"/>
              <a:gd name="connsiteY1164" fmla="*/ 1216434 h 6858000"/>
              <a:gd name="connsiteX1165" fmla="*/ 11680712 w 12192002"/>
              <a:gd name="connsiteY1165" fmla="*/ 1239730 h 6858000"/>
              <a:gd name="connsiteX1166" fmla="*/ 11505347 w 12192002"/>
              <a:gd name="connsiteY1166" fmla="*/ 1352837 h 6858000"/>
              <a:gd name="connsiteX1167" fmla="*/ 11580962 w 12192002"/>
              <a:gd name="connsiteY1167" fmla="*/ 1321759 h 6858000"/>
              <a:gd name="connsiteX1168" fmla="*/ 11654234 w 12192002"/>
              <a:gd name="connsiteY1168" fmla="*/ 1291618 h 6858000"/>
              <a:gd name="connsiteX1169" fmla="*/ 11867274 w 12192002"/>
              <a:gd name="connsiteY1169" fmla="*/ 1160983 h 6858000"/>
              <a:gd name="connsiteX1170" fmla="*/ 12086035 w 12192002"/>
              <a:gd name="connsiteY1170" fmla="*/ 986418 h 6858000"/>
              <a:gd name="connsiteX1171" fmla="*/ 12190084 w 12192002"/>
              <a:gd name="connsiteY1171" fmla="*/ 854709 h 6858000"/>
              <a:gd name="connsiteX1172" fmla="*/ 5504425 w 12192002"/>
              <a:gd name="connsiteY1172" fmla="*/ 848067 h 6858000"/>
              <a:gd name="connsiteX1173" fmla="*/ 4968849 w 12192002"/>
              <a:gd name="connsiteY1173" fmla="*/ 962318 h 6858000"/>
              <a:gd name="connsiteX1174" fmla="*/ 5104039 w 12192002"/>
              <a:gd name="connsiteY1174" fmla="*/ 940634 h 6858000"/>
              <a:gd name="connsiteX1175" fmla="*/ 5256311 w 12192002"/>
              <a:gd name="connsiteY1175" fmla="*/ 916490 h 6858000"/>
              <a:gd name="connsiteX1176" fmla="*/ 5377381 w 12192002"/>
              <a:gd name="connsiteY1176" fmla="*/ 912671 h 6858000"/>
              <a:gd name="connsiteX1177" fmla="*/ 5460148 w 12192002"/>
              <a:gd name="connsiteY1177" fmla="*/ 911442 h 6858000"/>
              <a:gd name="connsiteX1178" fmla="*/ 5648970 w 12192002"/>
              <a:gd name="connsiteY1178" fmla="*/ 891331 h 6858000"/>
              <a:gd name="connsiteX1179" fmla="*/ 5844807 w 12192002"/>
              <a:gd name="connsiteY1179" fmla="*/ 870718 h 6858000"/>
              <a:gd name="connsiteX1180" fmla="*/ 5862975 w 12192002"/>
              <a:gd name="connsiteY1180" fmla="*/ 869756 h 6858000"/>
              <a:gd name="connsiteX1181" fmla="*/ 5920887 w 12192002"/>
              <a:gd name="connsiteY1181" fmla="*/ 865929 h 6858000"/>
              <a:gd name="connsiteX1182" fmla="*/ 5504425 w 12192002"/>
              <a:gd name="connsiteY1182" fmla="*/ 848067 h 6858000"/>
              <a:gd name="connsiteX1183" fmla="*/ 8924104 w 12192002"/>
              <a:gd name="connsiteY1183" fmla="*/ 777000 h 6858000"/>
              <a:gd name="connsiteX1184" fmla="*/ 8921999 w 12192002"/>
              <a:gd name="connsiteY1184" fmla="*/ 794136 h 6858000"/>
              <a:gd name="connsiteX1185" fmla="*/ 8916066 w 12192002"/>
              <a:gd name="connsiteY1185" fmla="*/ 843129 h 6858000"/>
              <a:gd name="connsiteX1186" fmla="*/ 8909852 w 12192002"/>
              <a:gd name="connsiteY1186" fmla="*/ 1005313 h 6858000"/>
              <a:gd name="connsiteX1187" fmla="*/ 8936982 w 12192002"/>
              <a:gd name="connsiteY1187" fmla="*/ 1614896 h 6858000"/>
              <a:gd name="connsiteX1188" fmla="*/ 8939706 w 12192002"/>
              <a:gd name="connsiteY1188" fmla="*/ 1632791 h 6858000"/>
              <a:gd name="connsiteX1189" fmla="*/ 8946691 w 12192002"/>
              <a:gd name="connsiteY1189" fmla="*/ 1680170 h 6858000"/>
              <a:gd name="connsiteX1190" fmla="*/ 8947643 w 12192002"/>
              <a:gd name="connsiteY1190" fmla="*/ 1649028 h 6858000"/>
              <a:gd name="connsiteX1191" fmla="*/ 8931687 w 12192002"/>
              <a:gd name="connsiteY1191" fmla="*/ 871628 h 6858000"/>
              <a:gd name="connsiteX1192" fmla="*/ 8929804 w 12192002"/>
              <a:gd name="connsiteY1192" fmla="*/ 850229 h 6858000"/>
              <a:gd name="connsiteX1193" fmla="*/ 8924104 w 12192002"/>
              <a:gd name="connsiteY1193" fmla="*/ 777000 h 6858000"/>
              <a:gd name="connsiteX1194" fmla="*/ 8951219 w 12192002"/>
              <a:gd name="connsiteY1194" fmla="*/ 764662 h 6858000"/>
              <a:gd name="connsiteX1195" fmla="*/ 8957270 w 12192002"/>
              <a:gd name="connsiteY1195" fmla="*/ 847698 h 6858000"/>
              <a:gd name="connsiteX1196" fmla="*/ 8959153 w 12192002"/>
              <a:gd name="connsiteY1196" fmla="*/ 869097 h 6858000"/>
              <a:gd name="connsiteX1197" fmla="*/ 8976081 w 12192002"/>
              <a:gd name="connsiteY1197" fmla="*/ 1619865 h 6858000"/>
              <a:gd name="connsiteX1198" fmla="*/ 8951219 w 12192002"/>
              <a:gd name="connsiteY1198" fmla="*/ 764662 h 6858000"/>
              <a:gd name="connsiteX1199" fmla="*/ 8898081 w 12192002"/>
              <a:gd name="connsiteY1199" fmla="*/ 630137 h 6858000"/>
              <a:gd name="connsiteX1200" fmla="*/ 8910095 w 12192002"/>
              <a:gd name="connsiteY1200" fmla="*/ 1626691 h 6858000"/>
              <a:gd name="connsiteX1201" fmla="*/ 8908822 w 12192002"/>
              <a:gd name="connsiteY1201" fmla="*/ 1619067 h 6858000"/>
              <a:gd name="connsiteX1202" fmla="*/ 8881669 w 12192002"/>
              <a:gd name="connsiteY1202" fmla="*/ 1004967 h 6858000"/>
              <a:gd name="connsiteX1203" fmla="*/ 8888265 w 12192002"/>
              <a:gd name="connsiteY1203" fmla="*/ 840369 h 6858000"/>
              <a:gd name="connsiteX1204" fmla="*/ 8894429 w 12192002"/>
              <a:gd name="connsiteY1204" fmla="*/ 790831 h 6858000"/>
              <a:gd name="connsiteX1205" fmla="*/ 8898081 w 12192002"/>
              <a:gd name="connsiteY1205" fmla="*/ 630137 h 6858000"/>
              <a:gd name="connsiteX1206" fmla="*/ 11491396 w 12192002"/>
              <a:gd name="connsiteY1206" fmla="*/ 623931 h 6858000"/>
              <a:gd name="connsiteX1207" fmla="*/ 11413329 w 12192002"/>
              <a:gd name="connsiteY1207" fmla="*/ 662344 h 6858000"/>
              <a:gd name="connsiteX1208" fmla="*/ 10966547 w 12192002"/>
              <a:gd name="connsiteY1208" fmla="*/ 818916 h 6858000"/>
              <a:gd name="connsiteX1209" fmla="*/ 10498883 w 12192002"/>
              <a:gd name="connsiteY1209" fmla="*/ 1111507 h 6858000"/>
              <a:gd name="connsiteX1210" fmla="*/ 10671292 w 12192002"/>
              <a:gd name="connsiteY1210" fmla="*/ 1035777 h 6858000"/>
              <a:gd name="connsiteX1211" fmla="*/ 10685894 w 12192002"/>
              <a:gd name="connsiteY1211" fmla="*/ 1027151 h 6858000"/>
              <a:gd name="connsiteX1212" fmla="*/ 11104337 w 12192002"/>
              <a:gd name="connsiteY1212" fmla="*/ 817377 h 6858000"/>
              <a:gd name="connsiteX1213" fmla="*/ 11491396 w 12192002"/>
              <a:gd name="connsiteY1213" fmla="*/ 623931 h 6858000"/>
              <a:gd name="connsiteX1214" fmla="*/ 10779304 w 12192002"/>
              <a:gd name="connsiteY1214" fmla="*/ 584486 h 6858000"/>
              <a:gd name="connsiteX1215" fmla="*/ 10658378 w 12192002"/>
              <a:gd name="connsiteY1215" fmla="*/ 772788 h 6858000"/>
              <a:gd name="connsiteX1216" fmla="*/ 10475581 w 12192002"/>
              <a:gd name="connsiteY1216" fmla="*/ 1070739 h 6858000"/>
              <a:gd name="connsiteX1217" fmla="*/ 10735178 w 12192002"/>
              <a:gd name="connsiteY1217" fmla="*/ 693281 h 6858000"/>
              <a:gd name="connsiteX1218" fmla="*/ 10132488 w 12192002"/>
              <a:gd name="connsiteY1218" fmla="*/ 518596 h 6858000"/>
              <a:gd name="connsiteX1219" fmla="*/ 9879465 w 12192002"/>
              <a:gd name="connsiteY1219" fmla="*/ 567273 h 6858000"/>
              <a:gd name="connsiteX1220" fmla="*/ 9364243 w 12192002"/>
              <a:gd name="connsiteY1220" fmla="*/ 809468 h 6858000"/>
              <a:gd name="connsiteX1221" fmla="*/ 9366655 w 12192002"/>
              <a:gd name="connsiteY1221" fmla="*/ 809848 h 6858000"/>
              <a:gd name="connsiteX1222" fmla="*/ 9914233 w 12192002"/>
              <a:gd name="connsiteY1222" fmla="*/ 596159 h 6858000"/>
              <a:gd name="connsiteX1223" fmla="*/ 10264524 w 12192002"/>
              <a:gd name="connsiteY1223" fmla="*/ 501747 h 6858000"/>
              <a:gd name="connsiteX1224" fmla="*/ 9922837 w 12192002"/>
              <a:gd name="connsiteY1224" fmla="*/ 622979 h 6858000"/>
              <a:gd name="connsiteX1225" fmla="*/ 9416908 w 12192002"/>
              <a:gd name="connsiteY1225" fmla="*/ 818889 h 6858000"/>
              <a:gd name="connsiteX1226" fmla="*/ 9418234 w 12192002"/>
              <a:gd name="connsiteY1226" fmla="*/ 818810 h 6858000"/>
              <a:gd name="connsiteX1227" fmla="*/ 10264524 w 12192002"/>
              <a:gd name="connsiteY1227" fmla="*/ 501747 h 6858000"/>
              <a:gd name="connsiteX1228" fmla="*/ 10802699 w 12192002"/>
              <a:gd name="connsiteY1228" fmla="*/ 488163 h 6858000"/>
              <a:gd name="connsiteX1229" fmla="*/ 10618739 w 12192002"/>
              <a:gd name="connsiteY1229" fmla="*/ 734118 h 6858000"/>
              <a:gd name="connsiteX1230" fmla="*/ 10604580 w 12192002"/>
              <a:gd name="connsiteY1230" fmla="*/ 753877 h 6858000"/>
              <a:gd name="connsiteX1231" fmla="*/ 10529643 w 12192002"/>
              <a:gd name="connsiteY1231" fmla="*/ 867004 h 6858000"/>
              <a:gd name="connsiteX1232" fmla="*/ 10462194 w 12192002"/>
              <a:gd name="connsiteY1232" fmla="*/ 1035452 h 6858000"/>
              <a:gd name="connsiteX1233" fmla="*/ 10635117 w 12192002"/>
              <a:gd name="connsiteY1233" fmla="*/ 757788 h 6858000"/>
              <a:gd name="connsiteX1234" fmla="*/ 10802699 w 12192002"/>
              <a:gd name="connsiteY1234" fmla="*/ 488163 h 6858000"/>
              <a:gd name="connsiteX1235" fmla="*/ 10359107 w 12192002"/>
              <a:gd name="connsiteY1235" fmla="*/ 485136 h 6858000"/>
              <a:gd name="connsiteX1236" fmla="*/ 9515108 w 12192002"/>
              <a:gd name="connsiteY1236" fmla="*/ 825701 h 6858000"/>
              <a:gd name="connsiteX1237" fmla="*/ 10359107 w 12192002"/>
              <a:gd name="connsiteY1237" fmla="*/ 485136 h 6858000"/>
              <a:gd name="connsiteX1238" fmla="*/ 11886089 w 12192002"/>
              <a:gd name="connsiteY1238" fmla="*/ 483936 h 6858000"/>
              <a:gd name="connsiteX1239" fmla="*/ 11622890 w 12192002"/>
              <a:gd name="connsiteY1239" fmla="*/ 661575 h 6858000"/>
              <a:gd name="connsiteX1240" fmla="*/ 11038640 w 12192002"/>
              <a:gd name="connsiteY1240" fmla="*/ 996875 h 6858000"/>
              <a:gd name="connsiteX1241" fmla="*/ 10561310 w 12192002"/>
              <a:gd name="connsiteY1241" fmla="*/ 1145020 h 6858000"/>
              <a:gd name="connsiteX1242" fmla="*/ 10675127 w 12192002"/>
              <a:gd name="connsiteY1242" fmla="*/ 1163586 h 6858000"/>
              <a:gd name="connsiteX1243" fmla="*/ 11120351 w 12192002"/>
              <a:gd name="connsiteY1243" fmla="*/ 990907 h 6858000"/>
              <a:gd name="connsiteX1244" fmla="*/ 11648506 w 12192002"/>
              <a:gd name="connsiteY1244" fmla="*/ 680145 h 6858000"/>
              <a:gd name="connsiteX1245" fmla="*/ 11886089 w 12192002"/>
              <a:gd name="connsiteY1245" fmla="*/ 483936 h 6858000"/>
              <a:gd name="connsiteX1246" fmla="*/ 3607114 w 12192002"/>
              <a:gd name="connsiteY1246" fmla="*/ 467441 h 6858000"/>
              <a:gd name="connsiteX1247" fmla="*/ 3296242 w 12192002"/>
              <a:gd name="connsiteY1247" fmla="*/ 807991 h 6858000"/>
              <a:gd name="connsiteX1248" fmla="*/ 3174674 w 12192002"/>
              <a:gd name="connsiteY1248" fmla="*/ 919759 h 6858000"/>
              <a:gd name="connsiteX1249" fmla="*/ 3042978 w 12192002"/>
              <a:gd name="connsiteY1249" fmla="*/ 1054894 h 6858000"/>
              <a:gd name="connsiteX1250" fmla="*/ 2968914 w 12192002"/>
              <a:gd name="connsiteY1250" fmla="*/ 1133756 h 6858000"/>
              <a:gd name="connsiteX1251" fmla="*/ 3103823 w 12192002"/>
              <a:gd name="connsiteY1251" fmla="*/ 1026814 h 6858000"/>
              <a:gd name="connsiteX1252" fmla="*/ 3607114 w 12192002"/>
              <a:gd name="connsiteY1252" fmla="*/ 467441 h 6858000"/>
              <a:gd name="connsiteX1253" fmla="*/ 10784544 w 12192002"/>
              <a:gd name="connsiteY1253" fmla="*/ 465669 h 6858000"/>
              <a:gd name="connsiteX1254" fmla="*/ 10426419 w 12192002"/>
              <a:gd name="connsiteY1254" fmla="*/ 1062158 h 6858000"/>
              <a:gd name="connsiteX1255" fmla="*/ 10471732 w 12192002"/>
              <a:gd name="connsiteY1255" fmla="*/ 921679 h 6858000"/>
              <a:gd name="connsiteX1256" fmla="*/ 10504824 w 12192002"/>
              <a:gd name="connsiteY1256" fmla="*/ 852631 h 6858000"/>
              <a:gd name="connsiteX1257" fmla="*/ 10582237 w 12192002"/>
              <a:gd name="connsiteY1257" fmla="*/ 736692 h 6858000"/>
              <a:gd name="connsiteX1258" fmla="*/ 10596401 w 12192002"/>
              <a:gd name="connsiteY1258" fmla="*/ 716935 h 6858000"/>
              <a:gd name="connsiteX1259" fmla="*/ 10784544 w 12192002"/>
              <a:gd name="connsiteY1259" fmla="*/ 465669 h 6858000"/>
              <a:gd name="connsiteX1260" fmla="*/ 11916494 w 12192002"/>
              <a:gd name="connsiteY1260" fmla="*/ 422768 h 6858000"/>
              <a:gd name="connsiteX1261" fmla="*/ 11703185 w 12192002"/>
              <a:gd name="connsiteY1261" fmla="*/ 528178 h 6858000"/>
              <a:gd name="connsiteX1262" fmla="*/ 11680755 w 12192002"/>
              <a:gd name="connsiteY1262" fmla="*/ 543149 h 6858000"/>
              <a:gd name="connsiteX1263" fmla="*/ 11116818 w 12192002"/>
              <a:gd name="connsiteY1263" fmla="*/ 842623 h 6858000"/>
              <a:gd name="connsiteX1264" fmla="*/ 10700164 w 12192002"/>
              <a:gd name="connsiteY1264" fmla="*/ 1051220 h 6858000"/>
              <a:gd name="connsiteX1265" fmla="*/ 10685570 w 12192002"/>
              <a:gd name="connsiteY1265" fmla="*/ 1059849 h 6858000"/>
              <a:gd name="connsiteX1266" fmla="*/ 10584288 w 12192002"/>
              <a:gd name="connsiteY1266" fmla="*/ 1113543 h 6858000"/>
              <a:gd name="connsiteX1267" fmla="*/ 11026698 w 12192002"/>
              <a:gd name="connsiteY1267" fmla="*/ 971858 h 6858000"/>
              <a:gd name="connsiteX1268" fmla="*/ 11607604 w 12192002"/>
              <a:gd name="connsiteY1268" fmla="*/ 638368 h 6858000"/>
              <a:gd name="connsiteX1269" fmla="*/ 11919452 w 12192002"/>
              <a:gd name="connsiteY1269" fmla="*/ 423380 h 6858000"/>
              <a:gd name="connsiteX1270" fmla="*/ 11916494 w 12192002"/>
              <a:gd name="connsiteY1270" fmla="*/ 422768 h 6858000"/>
              <a:gd name="connsiteX1271" fmla="*/ 8148168 w 12192002"/>
              <a:gd name="connsiteY1271" fmla="*/ 416949 h 6858000"/>
              <a:gd name="connsiteX1272" fmla="*/ 7862052 w 12192002"/>
              <a:gd name="connsiteY1272" fmla="*/ 694330 h 6858000"/>
              <a:gd name="connsiteX1273" fmla="*/ 7808002 w 12192002"/>
              <a:gd name="connsiteY1273" fmla="*/ 759654 h 6858000"/>
              <a:gd name="connsiteX1274" fmla="*/ 8295299 w 12192002"/>
              <a:gd name="connsiteY1274" fmla="*/ 416143 h 6858000"/>
              <a:gd name="connsiteX1275" fmla="*/ 8309124 w 12192002"/>
              <a:gd name="connsiteY1275" fmla="*/ 534021 h 6858000"/>
              <a:gd name="connsiteX1276" fmla="*/ 8293154 w 12192002"/>
              <a:gd name="connsiteY1276" fmla="*/ 672115 h 6858000"/>
              <a:gd name="connsiteX1277" fmla="*/ 8279099 w 12192002"/>
              <a:gd name="connsiteY1277" fmla="*/ 769176 h 6858000"/>
              <a:gd name="connsiteX1278" fmla="*/ 8309186 w 12192002"/>
              <a:gd name="connsiteY1278" fmla="*/ 1060039 h 6858000"/>
              <a:gd name="connsiteX1279" fmla="*/ 8410512 w 12192002"/>
              <a:gd name="connsiteY1279" fmla="*/ 1511108 h 6858000"/>
              <a:gd name="connsiteX1280" fmla="*/ 8351657 w 12192002"/>
              <a:gd name="connsiteY1280" fmla="*/ 521768 h 6858000"/>
              <a:gd name="connsiteX1281" fmla="*/ 8295299 w 12192002"/>
              <a:gd name="connsiteY1281" fmla="*/ 416143 h 6858000"/>
              <a:gd name="connsiteX1282" fmla="*/ 8266483 w 12192002"/>
              <a:gd name="connsiteY1282" fmla="*/ 414244 h 6858000"/>
              <a:gd name="connsiteX1283" fmla="*/ 8343425 w 12192002"/>
              <a:gd name="connsiteY1283" fmla="*/ 1357811 h 6858000"/>
              <a:gd name="connsiteX1284" fmla="*/ 8282114 w 12192002"/>
              <a:gd name="connsiteY1284" fmla="*/ 1064671 h 6858000"/>
              <a:gd name="connsiteX1285" fmla="*/ 8251298 w 12192002"/>
              <a:gd name="connsiteY1285" fmla="*/ 766414 h 6858000"/>
              <a:gd name="connsiteX1286" fmla="*/ 8265729 w 12192002"/>
              <a:gd name="connsiteY1286" fmla="*/ 666939 h 6858000"/>
              <a:gd name="connsiteX1287" fmla="*/ 8281494 w 12192002"/>
              <a:gd name="connsiteY1287" fmla="*/ 533909 h 6858000"/>
              <a:gd name="connsiteX1288" fmla="*/ 8266483 w 12192002"/>
              <a:gd name="connsiteY1288" fmla="*/ 414244 h 6858000"/>
              <a:gd name="connsiteX1289" fmla="*/ 8140802 w 12192002"/>
              <a:gd name="connsiteY1289" fmla="*/ 388720 h 6858000"/>
              <a:gd name="connsiteX1290" fmla="*/ 7860379 w 12192002"/>
              <a:gd name="connsiteY1290" fmla="*/ 596411 h 6858000"/>
              <a:gd name="connsiteX1291" fmla="*/ 7737688 w 12192002"/>
              <a:gd name="connsiteY1291" fmla="*/ 790400 h 6858000"/>
              <a:gd name="connsiteX1292" fmla="*/ 7726885 w 12192002"/>
              <a:gd name="connsiteY1292" fmla="*/ 812869 h 6858000"/>
              <a:gd name="connsiteX1293" fmla="*/ 7840490 w 12192002"/>
              <a:gd name="connsiteY1293" fmla="*/ 676832 h 6858000"/>
              <a:gd name="connsiteX1294" fmla="*/ 8140802 w 12192002"/>
              <a:gd name="connsiteY1294" fmla="*/ 388720 h 6858000"/>
              <a:gd name="connsiteX1295" fmla="*/ 3744487 w 12192002"/>
              <a:gd name="connsiteY1295" fmla="*/ 383136 h 6858000"/>
              <a:gd name="connsiteX1296" fmla="*/ 3970213 w 12192002"/>
              <a:gd name="connsiteY1296" fmla="*/ 995559 h 6858000"/>
              <a:gd name="connsiteX1297" fmla="*/ 3744487 w 12192002"/>
              <a:gd name="connsiteY1297" fmla="*/ 383136 h 6858000"/>
              <a:gd name="connsiteX1298" fmla="*/ 3624562 w 12192002"/>
              <a:gd name="connsiteY1298" fmla="*/ 367041 h 6858000"/>
              <a:gd name="connsiteX1299" fmla="*/ 3489712 w 12192002"/>
              <a:gd name="connsiteY1299" fmla="*/ 485386 h 6858000"/>
              <a:gd name="connsiteX1300" fmla="*/ 3182994 w 12192002"/>
              <a:gd name="connsiteY1300" fmla="*/ 828265 h 6858000"/>
              <a:gd name="connsiteX1301" fmla="*/ 2892114 w 12192002"/>
              <a:gd name="connsiteY1301" fmla="*/ 1172635 h 6858000"/>
              <a:gd name="connsiteX1302" fmla="*/ 3021459 w 12192002"/>
              <a:gd name="connsiteY1302" fmla="*/ 1035385 h 6858000"/>
              <a:gd name="connsiteX1303" fmla="*/ 3153873 w 12192002"/>
              <a:gd name="connsiteY1303" fmla="*/ 898971 h 6858000"/>
              <a:gd name="connsiteX1304" fmla="*/ 3276511 w 12192002"/>
              <a:gd name="connsiteY1304" fmla="*/ 786423 h 6858000"/>
              <a:gd name="connsiteX1305" fmla="*/ 3584154 w 12192002"/>
              <a:gd name="connsiteY1305" fmla="*/ 448218 h 6858000"/>
              <a:gd name="connsiteX1306" fmla="*/ 3624562 w 12192002"/>
              <a:gd name="connsiteY1306" fmla="*/ 367041 h 6858000"/>
              <a:gd name="connsiteX1307" fmla="*/ 3766672 w 12192002"/>
              <a:gd name="connsiteY1307" fmla="*/ 359429 h 6858000"/>
              <a:gd name="connsiteX1308" fmla="*/ 3996338 w 12192002"/>
              <a:gd name="connsiteY1308" fmla="*/ 968237 h 6858000"/>
              <a:gd name="connsiteX1309" fmla="*/ 3766672 w 12192002"/>
              <a:gd name="connsiteY1309" fmla="*/ 359429 h 6858000"/>
              <a:gd name="connsiteX1310" fmla="*/ 5805386 w 12192002"/>
              <a:gd name="connsiteY1310" fmla="*/ 239240 h 6858000"/>
              <a:gd name="connsiteX1311" fmla="*/ 5736947 w 12192002"/>
              <a:gd name="connsiteY1311" fmla="*/ 261367 h 6858000"/>
              <a:gd name="connsiteX1312" fmla="*/ 5427012 w 12192002"/>
              <a:gd name="connsiteY1312" fmla="*/ 311272 h 6858000"/>
              <a:gd name="connsiteX1313" fmla="*/ 5147818 w 12192002"/>
              <a:gd name="connsiteY1313" fmla="*/ 322112 h 6858000"/>
              <a:gd name="connsiteX1314" fmla="*/ 5060854 w 12192002"/>
              <a:gd name="connsiteY1314" fmla="*/ 311882 h 6858000"/>
              <a:gd name="connsiteX1315" fmla="*/ 4945989 w 12192002"/>
              <a:gd name="connsiteY1315" fmla="*/ 300516 h 6858000"/>
              <a:gd name="connsiteX1316" fmla="*/ 5410479 w 12192002"/>
              <a:gd name="connsiteY1316" fmla="*/ 348434 h 6858000"/>
              <a:gd name="connsiteX1317" fmla="*/ 5805386 w 12192002"/>
              <a:gd name="connsiteY1317" fmla="*/ 239240 h 6858000"/>
              <a:gd name="connsiteX1318" fmla="*/ 5905192 w 12192002"/>
              <a:gd name="connsiteY1318" fmla="*/ 163079 h 6858000"/>
              <a:gd name="connsiteX1319" fmla="*/ 5865655 w 12192002"/>
              <a:gd name="connsiteY1319" fmla="*/ 171901 h 6858000"/>
              <a:gd name="connsiteX1320" fmla="*/ 5259740 w 12192002"/>
              <a:gd name="connsiteY1320" fmla="*/ 257013 h 6858000"/>
              <a:gd name="connsiteX1321" fmla="*/ 5208466 w 12192002"/>
              <a:gd name="connsiteY1321" fmla="*/ 257550 h 6858000"/>
              <a:gd name="connsiteX1322" fmla="*/ 4980204 w 12192002"/>
              <a:gd name="connsiteY1322" fmla="*/ 271903 h 6858000"/>
              <a:gd name="connsiteX1323" fmla="*/ 5068068 w 12192002"/>
              <a:gd name="connsiteY1323" fmla="*/ 282244 h 6858000"/>
              <a:gd name="connsiteX1324" fmla="*/ 5153231 w 12192002"/>
              <a:gd name="connsiteY1324" fmla="*/ 292240 h 6858000"/>
              <a:gd name="connsiteX1325" fmla="*/ 5426491 w 12192002"/>
              <a:gd name="connsiteY1325" fmla="*/ 281128 h 6858000"/>
              <a:gd name="connsiteX1326" fmla="*/ 5731211 w 12192002"/>
              <a:gd name="connsiteY1326" fmla="*/ 231951 h 6858000"/>
              <a:gd name="connsiteX1327" fmla="*/ 5905192 w 12192002"/>
              <a:gd name="connsiteY1327" fmla="*/ 163079 h 6858000"/>
              <a:gd name="connsiteX1328" fmla="*/ 5944437 w 12192002"/>
              <a:gd name="connsiteY1328" fmla="*/ 113829 h 6858000"/>
              <a:gd name="connsiteX1329" fmla="*/ 5825032 w 12192002"/>
              <a:gd name="connsiteY1329" fmla="*/ 146405 h 6858000"/>
              <a:gd name="connsiteX1330" fmla="*/ 4955599 w 12192002"/>
              <a:gd name="connsiteY1330" fmla="*/ 247008 h 6858000"/>
              <a:gd name="connsiteX1331" fmla="*/ 5210103 w 12192002"/>
              <a:gd name="connsiteY1331" fmla="*/ 228123 h 6858000"/>
              <a:gd name="connsiteX1332" fmla="*/ 5261015 w 12192002"/>
              <a:gd name="connsiteY1332" fmla="*/ 227087 h 6858000"/>
              <a:gd name="connsiteX1333" fmla="*/ 5861181 w 12192002"/>
              <a:gd name="connsiteY1333" fmla="*/ 143093 h 6858000"/>
              <a:gd name="connsiteX1334" fmla="*/ 5961252 w 12192002"/>
              <a:gd name="connsiteY1334" fmla="*/ 114820 h 6858000"/>
              <a:gd name="connsiteX1335" fmla="*/ 5944437 w 12192002"/>
              <a:gd name="connsiteY1335" fmla="*/ 113829 h 6858000"/>
              <a:gd name="connsiteX1336" fmla="*/ 9095810 w 12192002"/>
              <a:gd name="connsiteY1336" fmla="*/ 0 h 6858000"/>
              <a:gd name="connsiteX1337" fmla="*/ 9215999 w 12192002"/>
              <a:gd name="connsiteY1337" fmla="*/ 0 h 6858000"/>
              <a:gd name="connsiteX1338" fmla="*/ 9250991 w 12192002"/>
              <a:gd name="connsiteY1338" fmla="*/ 17650 h 6858000"/>
              <a:gd name="connsiteX1339" fmla="*/ 9551793 w 12192002"/>
              <a:gd name="connsiteY1339" fmla="*/ 69947 h 6858000"/>
              <a:gd name="connsiteX1340" fmla="*/ 10211701 w 12192002"/>
              <a:gd name="connsiteY1340" fmla="*/ 15192 h 6858000"/>
              <a:gd name="connsiteX1341" fmla="*/ 9665014 w 12192002"/>
              <a:gd name="connsiteY1341" fmla="*/ 41266 h 6858000"/>
              <a:gd name="connsiteX1342" fmla="*/ 9382567 w 12192002"/>
              <a:gd name="connsiteY1342" fmla="*/ 18583 h 6858000"/>
              <a:gd name="connsiteX1343" fmla="*/ 9283159 w 12192002"/>
              <a:gd name="connsiteY1343" fmla="*/ 0 h 6858000"/>
              <a:gd name="connsiteX1344" fmla="*/ 9469266 w 12192002"/>
              <a:gd name="connsiteY1344" fmla="*/ 0 h 6858000"/>
              <a:gd name="connsiteX1345" fmla="*/ 9504117 w 12192002"/>
              <a:gd name="connsiteY1345" fmla="*/ 4274 h 6858000"/>
              <a:gd name="connsiteX1346" fmla="*/ 9667223 w 12192002"/>
              <a:gd name="connsiteY1346" fmla="*/ 13232 h 6858000"/>
              <a:gd name="connsiteX1347" fmla="*/ 9887703 w 12192002"/>
              <a:gd name="connsiteY1347" fmla="*/ 12601 h 6858000"/>
              <a:gd name="connsiteX1348" fmla="*/ 10088930 w 12192002"/>
              <a:gd name="connsiteY1348" fmla="*/ 0 h 6858000"/>
              <a:gd name="connsiteX1349" fmla="*/ 10544171 w 12192002"/>
              <a:gd name="connsiteY1349" fmla="*/ 0 h 6858000"/>
              <a:gd name="connsiteX1350" fmla="*/ 10392396 w 12192002"/>
              <a:gd name="connsiteY1350" fmla="*/ 36772 h 6858000"/>
              <a:gd name="connsiteX1351" fmla="*/ 9413803 w 12192002"/>
              <a:gd name="connsiteY1351" fmla="*/ 131277 h 6858000"/>
              <a:gd name="connsiteX1352" fmla="*/ 9174626 w 12192002"/>
              <a:gd name="connsiteY1352" fmla="*/ 44983 h 6858000"/>
              <a:gd name="connsiteX1353" fmla="*/ 8474998 w 12192002"/>
              <a:gd name="connsiteY1353" fmla="*/ 0 h 6858000"/>
              <a:gd name="connsiteX1354" fmla="*/ 8573502 w 12192002"/>
              <a:gd name="connsiteY1354" fmla="*/ 0 h 6858000"/>
              <a:gd name="connsiteX1355" fmla="*/ 8659539 w 12192002"/>
              <a:gd name="connsiteY1355" fmla="*/ 117664 h 6858000"/>
              <a:gd name="connsiteX1356" fmla="*/ 9248507 w 12192002"/>
              <a:gd name="connsiteY1356" fmla="*/ 743734 h 6858000"/>
              <a:gd name="connsiteX1357" fmla="*/ 9309457 w 12192002"/>
              <a:gd name="connsiteY1357" fmla="*/ 795932 h 6858000"/>
              <a:gd name="connsiteX1358" fmla="*/ 9785496 w 12192002"/>
              <a:gd name="connsiteY1358" fmla="*/ 530713 h 6858000"/>
              <a:gd name="connsiteX1359" fmla="*/ 10482828 w 12192002"/>
              <a:gd name="connsiteY1359" fmla="*/ 399738 h 6858000"/>
              <a:gd name="connsiteX1360" fmla="*/ 10468382 w 12192002"/>
              <a:gd name="connsiteY1360" fmla="*/ 461219 h 6858000"/>
              <a:gd name="connsiteX1361" fmla="*/ 9430790 w 12192002"/>
              <a:gd name="connsiteY1361" fmla="*/ 895589 h 6858000"/>
              <a:gd name="connsiteX1362" fmla="*/ 10019780 w 12192002"/>
              <a:gd name="connsiteY1362" fmla="*/ 1298815 h 6858000"/>
              <a:gd name="connsiteX1363" fmla="*/ 10372218 w 12192002"/>
              <a:gd name="connsiteY1363" fmla="*/ 1146081 h 6858000"/>
              <a:gd name="connsiteX1364" fmla="*/ 10896429 w 12192002"/>
              <a:gd name="connsiteY1364" fmla="*/ 310883 h 6858000"/>
              <a:gd name="connsiteX1365" fmla="*/ 10919735 w 12192002"/>
              <a:gd name="connsiteY1365" fmla="*/ 318176 h 6858000"/>
              <a:gd name="connsiteX1366" fmla="*/ 10637064 w 12192002"/>
              <a:gd name="connsiteY1366" fmla="*/ 935661 h 6858000"/>
              <a:gd name="connsiteX1367" fmla="*/ 10516995 w 12192002"/>
              <a:gd name="connsiteY1367" fmla="*/ 1070245 h 6858000"/>
              <a:gd name="connsiteX1368" fmla="*/ 10868835 w 12192002"/>
              <a:gd name="connsiteY1368" fmla="*/ 815534 h 6858000"/>
              <a:gd name="connsiteX1369" fmla="*/ 11704547 w 12192002"/>
              <a:gd name="connsiteY1369" fmla="*/ 465665 h 6858000"/>
              <a:gd name="connsiteX1370" fmla="*/ 12033562 w 12192002"/>
              <a:gd name="connsiteY1370" fmla="*/ 350012 h 6858000"/>
              <a:gd name="connsiteX1371" fmla="*/ 12025537 w 12192002"/>
              <a:gd name="connsiteY1371" fmla="*/ 382666 h 6858000"/>
              <a:gd name="connsiteX1372" fmla="*/ 11088649 w 12192002"/>
              <a:gd name="connsiteY1372" fmla="*/ 1056676 h 6858000"/>
              <a:gd name="connsiteX1373" fmla="*/ 10561600 w 12192002"/>
              <a:gd name="connsiteY1373" fmla="*/ 1229477 h 6858000"/>
              <a:gd name="connsiteX1374" fmla="*/ 10280797 w 12192002"/>
              <a:gd name="connsiteY1374" fmla="*/ 1263181 h 6858000"/>
              <a:gd name="connsiteX1375" fmla="*/ 10083376 w 12192002"/>
              <a:gd name="connsiteY1375" fmla="*/ 1334114 h 6858000"/>
              <a:gd name="connsiteX1376" fmla="*/ 10832582 w 12192002"/>
              <a:gd name="connsiteY1376" fmla="*/ 1687356 h 6858000"/>
              <a:gd name="connsiteX1377" fmla="*/ 10839263 w 12192002"/>
              <a:gd name="connsiteY1377" fmla="*/ 1683743 h 6858000"/>
              <a:gd name="connsiteX1378" fmla="*/ 11350910 w 12192002"/>
              <a:gd name="connsiteY1378" fmla="*/ 1443899 h 6858000"/>
              <a:gd name="connsiteX1379" fmla="*/ 11360346 w 12192002"/>
              <a:gd name="connsiteY1379" fmla="*/ 1429225 h 6858000"/>
              <a:gd name="connsiteX1380" fmla="*/ 12167580 w 12192002"/>
              <a:gd name="connsiteY1380" fmla="*/ 789523 h 6858000"/>
              <a:gd name="connsiteX1381" fmla="*/ 12192000 w 12192002"/>
              <a:gd name="connsiteY1381" fmla="*/ 769876 h 6858000"/>
              <a:gd name="connsiteX1382" fmla="*/ 12192000 w 12192002"/>
              <a:gd name="connsiteY1382" fmla="*/ 802845 h 6858000"/>
              <a:gd name="connsiteX1383" fmla="*/ 12173558 w 12192002"/>
              <a:gd name="connsiteY1383" fmla="*/ 821317 h 6858000"/>
              <a:gd name="connsiteX1384" fmla="*/ 12117398 w 12192002"/>
              <a:gd name="connsiteY1384" fmla="*/ 877374 h 6858000"/>
              <a:gd name="connsiteX1385" fmla="*/ 11472926 w 12192002"/>
              <a:gd name="connsiteY1385" fmla="*/ 1344259 h 6858000"/>
              <a:gd name="connsiteX1386" fmla="*/ 11666978 w 12192002"/>
              <a:gd name="connsiteY1386" fmla="*/ 1215889 h 6858000"/>
              <a:gd name="connsiteX1387" fmla="*/ 11707200 w 12192002"/>
              <a:gd name="connsiteY1387" fmla="*/ 1192361 h 6858000"/>
              <a:gd name="connsiteX1388" fmla="*/ 12144637 w 12192002"/>
              <a:gd name="connsiteY1388" fmla="*/ 858646 h 6858000"/>
              <a:gd name="connsiteX1389" fmla="*/ 12192000 w 12192002"/>
              <a:gd name="connsiteY1389" fmla="*/ 810414 h 6858000"/>
              <a:gd name="connsiteX1390" fmla="*/ 12192000 w 12192002"/>
              <a:gd name="connsiteY1390" fmla="*/ 916439 h 6858000"/>
              <a:gd name="connsiteX1391" fmla="*/ 12150630 w 12192002"/>
              <a:gd name="connsiteY1391" fmla="*/ 982925 h 6858000"/>
              <a:gd name="connsiteX1392" fmla="*/ 11389484 w 12192002"/>
              <a:gd name="connsiteY1392" fmla="*/ 1469889 h 6858000"/>
              <a:gd name="connsiteX1393" fmla="*/ 10923736 w 12192002"/>
              <a:gd name="connsiteY1393" fmla="*/ 1721439 h 6858000"/>
              <a:gd name="connsiteX1394" fmla="*/ 11091913 w 12192002"/>
              <a:gd name="connsiteY1394" fmla="*/ 1780406 h 6858000"/>
              <a:gd name="connsiteX1395" fmla="*/ 11771238 w 12192002"/>
              <a:gd name="connsiteY1395" fmla="*/ 1944400 h 6858000"/>
              <a:gd name="connsiteX1396" fmla="*/ 11783166 w 12192002"/>
              <a:gd name="connsiteY1396" fmla="*/ 1931422 h 6858000"/>
              <a:gd name="connsiteX1397" fmla="*/ 12131988 w 12192002"/>
              <a:gd name="connsiteY1397" fmla="*/ 1574357 h 6858000"/>
              <a:gd name="connsiteX1398" fmla="*/ 12192000 w 12192002"/>
              <a:gd name="connsiteY1398" fmla="*/ 1537429 h 6858000"/>
              <a:gd name="connsiteX1399" fmla="*/ 12192000 w 12192002"/>
              <a:gd name="connsiteY1399" fmla="*/ 1589108 h 6858000"/>
              <a:gd name="connsiteX1400" fmla="*/ 12112105 w 12192002"/>
              <a:gd name="connsiteY1400" fmla="*/ 1640352 h 6858000"/>
              <a:gd name="connsiteX1401" fmla="*/ 11849203 w 12192002"/>
              <a:gd name="connsiteY1401" fmla="*/ 1900149 h 6858000"/>
              <a:gd name="connsiteX1402" fmla="*/ 11946326 w 12192002"/>
              <a:gd name="connsiteY1402" fmla="*/ 1822808 h 6858000"/>
              <a:gd name="connsiteX1403" fmla="*/ 12055863 w 12192002"/>
              <a:gd name="connsiteY1403" fmla="*/ 1735914 h 6858000"/>
              <a:gd name="connsiteX1404" fmla="*/ 12150816 w 12192002"/>
              <a:gd name="connsiteY1404" fmla="*/ 1678902 h 6858000"/>
              <a:gd name="connsiteX1405" fmla="*/ 12192000 w 12192002"/>
              <a:gd name="connsiteY1405" fmla="*/ 1655121 h 6858000"/>
              <a:gd name="connsiteX1406" fmla="*/ 12192000 w 12192002"/>
              <a:gd name="connsiteY1406" fmla="*/ 1686869 h 6858000"/>
              <a:gd name="connsiteX1407" fmla="*/ 12163772 w 12192002"/>
              <a:gd name="connsiteY1407" fmla="*/ 1703058 h 6858000"/>
              <a:gd name="connsiteX1408" fmla="*/ 12070597 w 12192002"/>
              <a:gd name="connsiteY1408" fmla="*/ 1758893 h 6858000"/>
              <a:gd name="connsiteX1409" fmla="*/ 11963621 w 12192002"/>
              <a:gd name="connsiteY1409" fmla="*/ 1844299 h 6858000"/>
              <a:gd name="connsiteX1410" fmla="*/ 11886604 w 12192002"/>
              <a:gd name="connsiteY1410" fmla="*/ 1907617 h 6858000"/>
              <a:gd name="connsiteX1411" fmla="*/ 12153575 w 12192002"/>
              <a:gd name="connsiteY1411" fmla="*/ 1786372 h 6858000"/>
              <a:gd name="connsiteX1412" fmla="*/ 12192000 w 12192002"/>
              <a:gd name="connsiteY1412" fmla="*/ 1759693 h 6858000"/>
              <a:gd name="connsiteX1413" fmla="*/ 12192000 w 12192002"/>
              <a:gd name="connsiteY1413" fmla="*/ 1809459 h 6858000"/>
              <a:gd name="connsiteX1414" fmla="*/ 12121362 w 12192002"/>
              <a:gd name="connsiteY1414" fmla="*/ 1857561 h 6858000"/>
              <a:gd name="connsiteX1415" fmla="*/ 11895949 w 12192002"/>
              <a:gd name="connsiteY1415" fmla="*/ 1963079 h 6858000"/>
              <a:gd name="connsiteX1416" fmla="*/ 12192000 w 12192002"/>
              <a:gd name="connsiteY1416" fmla="*/ 1990579 h 6858000"/>
              <a:gd name="connsiteX1417" fmla="*/ 12192000 w 12192002"/>
              <a:gd name="connsiteY1417" fmla="*/ 2065582 h 6858000"/>
              <a:gd name="connsiteX1418" fmla="*/ 12153918 w 12192002"/>
              <a:gd name="connsiteY1418" fmla="*/ 2063926 h 6858000"/>
              <a:gd name="connsiteX1419" fmla="*/ 12192000 w 12192002"/>
              <a:gd name="connsiteY1419" fmla="*/ 2085104 h 6858000"/>
              <a:gd name="connsiteX1420" fmla="*/ 12192000 w 12192002"/>
              <a:gd name="connsiteY1420" fmla="*/ 2178471 h 6858000"/>
              <a:gd name="connsiteX1421" fmla="*/ 12085355 w 12192002"/>
              <a:gd name="connsiteY1421" fmla="*/ 2122457 h 6858000"/>
              <a:gd name="connsiteX1422" fmla="*/ 12192000 w 12192002"/>
              <a:gd name="connsiteY1422" fmla="*/ 2196158 h 6858000"/>
              <a:gd name="connsiteX1423" fmla="*/ 12192000 w 12192002"/>
              <a:gd name="connsiteY1423" fmla="*/ 2230374 h 6858000"/>
              <a:gd name="connsiteX1424" fmla="*/ 12041237 w 12192002"/>
              <a:gd name="connsiteY1424" fmla="*/ 2126309 h 6858000"/>
              <a:gd name="connsiteX1425" fmla="*/ 12174450 w 12192002"/>
              <a:gd name="connsiteY1425" fmla="*/ 2262541 h 6858000"/>
              <a:gd name="connsiteX1426" fmla="*/ 12192000 w 12192002"/>
              <a:gd name="connsiteY1426" fmla="*/ 2275857 h 6858000"/>
              <a:gd name="connsiteX1427" fmla="*/ 12192000 w 12192002"/>
              <a:gd name="connsiteY1427" fmla="*/ 2377131 h 6858000"/>
              <a:gd name="connsiteX1428" fmla="*/ 12155801 w 12192002"/>
              <a:gd name="connsiteY1428" fmla="*/ 2349925 h 6858000"/>
              <a:gd name="connsiteX1429" fmla="*/ 11930164 w 12192002"/>
              <a:gd name="connsiteY1429" fmla="*/ 2041945 h 6858000"/>
              <a:gd name="connsiteX1430" fmla="*/ 11561767 w 12192002"/>
              <a:gd name="connsiteY1430" fmla="*/ 1984479 h 6858000"/>
              <a:gd name="connsiteX1431" fmla="*/ 11987997 w 12192002"/>
              <a:gd name="connsiteY1431" fmla="*/ 3153822 h 6858000"/>
              <a:gd name="connsiteX1432" fmla="*/ 11926558 w 12192002"/>
              <a:gd name="connsiteY1432" fmla="*/ 3203134 h 6858000"/>
              <a:gd name="connsiteX1433" fmla="*/ 11440430 w 12192002"/>
              <a:gd name="connsiteY1433" fmla="*/ 1973028 h 6858000"/>
              <a:gd name="connsiteX1434" fmla="*/ 11446754 w 12192002"/>
              <a:gd name="connsiteY1434" fmla="*/ 1959605 h 6858000"/>
              <a:gd name="connsiteX1435" fmla="*/ 11050651 w 12192002"/>
              <a:gd name="connsiteY1435" fmla="*/ 1850495 h 6858000"/>
              <a:gd name="connsiteX1436" fmla="*/ 10389960 w 12192002"/>
              <a:gd name="connsiteY1436" fmla="*/ 1586232 h 6858000"/>
              <a:gd name="connsiteX1437" fmla="*/ 10500699 w 12192002"/>
              <a:gd name="connsiteY1437" fmla="*/ 1913175 h 6858000"/>
              <a:gd name="connsiteX1438" fmla="*/ 10507814 w 12192002"/>
              <a:gd name="connsiteY1438" fmla="*/ 1920694 h 6858000"/>
              <a:gd name="connsiteX1439" fmla="*/ 10518908 w 12192002"/>
              <a:gd name="connsiteY1439" fmla="*/ 1911226 h 6858000"/>
              <a:gd name="connsiteX1440" fmla="*/ 11258935 w 12192002"/>
              <a:gd name="connsiteY1440" fmla="*/ 2442781 h 6858000"/>
              <a:gd name="connsiteX1441" fmla="*/ 11211663 w 12192002"/>
              <a:gd name="connsiteY1441" fmla="*/ 2510325 h 6858000"/>
              <a:gd name="connsiteX1442" fmla="*/ 10571295 w 12192002"/>
              <a:gd name="connsiteY1442" fmla="*/ 2105302 h 6858000"/>
              <a:gd name="connsiteX1443" fmla="*/ 10435737 w 12192002"/>
              <a:gd name="connsiteY1443" fmla="*/ 2805672 h 6858000"/>
              <a:gd name="connsiteX1444" fmla="*/ 10206831 w 12192002"/>
              <a:gd name="connsiteY1444" fmla="*/ 3151701 h 6858000"/>
              <a:gd name="connsiteX1445" fmla="*/ 10196482 w 12192002"/>
              <a:gd name="connsiteY1445" fmla="*/ 3135084 h 6858000"/>
              <a:gd name="connsiteX1446" fmla="*/ 10381882 w 12192002"/>
              <a:gd name="connsiteY1446" fmla="*/ 2155807 h 6858000"/>
              <a:gd name="connsiteX1447" fmla="*/ 10439260 w 12192002"/>
              <a:gd name="connsiteY1447" fmla="*/ 1962486 h 6858000"/>
              <a:gd name="connsiteX1448" fmla="*/ 10439409 w 12192002"/>
              <a:gd name="connsiteY1448" fmla="*/ 1960615 h 6858000"/>
              <a:gd name="connsiteX1449" fmla="*/ 10439915 w 12192002"/>
              <a:gd name="connsiteY1449" fmla="*/ 1951821 h 6858000"/>
              <a:gd name="connsiteX1450" fmla="*/ 10314241 w 12192002"/>
              <a:gd name="connsiteY1450" fmla="*/ 1556749 h 6858000"/>
              <a:gd name="connsiteX1451" fmla="*/ 10315061 w 12192002"/>
              <a:gd name="connsiteY1451" fmla="*/ 1548729 h 6858000"/>
              <a:gd name="connsiteX1452" fmla="*/ 9526158 w 12192002"/>
              <a:gd name="connsiteY1452" fmla="*/ 1071804 h 6858000"/>
              <a:gd name="connsiteX1453" fmla="*/ 9758689 w 12192002"/>
              <a:gd name="connsiteY1453" fmla="*/ 1585512 h 6858000"/>
              <a:gd name="connsiteX1454" fmla="*/ 9941392 w 12192002"/>
              <a:gd name="connsiteY1454" fmla="*/ 2432858 h 6858000"/>
              <a:gd name="connsiteX1455" fmla="*/ 9887724 w 12192002"/>
              <a:gd name="connsiteY1455" fmla="*/ 2495762 h 6858000"/>
              <a:gd name="connsiteX1456" fmla="*/ 9587446 w 12192002"/>
              <a:gd name="connsiteY1456" fmla="*/ 1872898 h 6858000"/>
              <a:gd name="connsiteX1457" fmla="*/ 9462810 w 12192002"/>
              <a:gd name="connsiteY1457" fmla="*/ 1288346 h 6858000"/>
              <a:gd name="connsiteX1458" fmla="*/ 9318575 w 12192002"/>
              <a:gd name="connsiteY1458" fmla="*/ 1540820 h 6858000"/>
              <a:gd name="connsiteX1459" fmla="*/ 9191090 w 12192002"/>
              <a:gd name="connsiteY1459" fmla="*/ 1688355 h 6858000"/>
              <a:gd name="connsiteX1460" fmla="*/ 9177757 w 12192002"/>
              <a:gd name="connsiteY1460" fmla="*/ 1683354 h 6858000"/>
              <a:gd name="connsiteX1461" fmla="*/ 9274865 w 12192002"/>
              <a:gd name="connsiteY1461" fmla="*/ 1336896 h 6858000"/>
              <a:gd name="connsiteX1462" fmla="*/ 9478649 w 12192002"/>
              <a:gd name="connsiteY1462" fmla="*/ 1173376 h 6858000"/>
              <a:gd name="connsiteX1463" fmla="*/ 9482281 w 12192002"/>
              <a:gd name="connsiteY1463" fmla="*/ 1167830 h 6858000"/>
              <a:gd name="connsiteX1464" fmla="*/ 9438637 w 12192002"/>
              <a:gd name="connsiteY1464" fmla="*/ 1015438 h 6858000"/>
              <a:gd name="connsiteX1465" fmla="*/ 9439458 w 12192002"/>
              <a:gd name="connsiteY1465" fmla="*/ 1007420 h 6858000"/>
              <a:gd name="connsiteX1466" fmla="*/ 9197105 w 12192002"/>
              <a:gd name="connsiteY1466" fmla="*/ 808882 h 6858000"/>
              <a:gd name="connsiteX1467" fmla="*/ 8973607 w 12192002"/>
              <a:gd name="connsiteY1467" fmla="*/ 597733 h 6858000"/>
              <a:gd name="connsiteX1468" fmla="*/ 8967512 w 12192002"/>
              <a:gd name="connsiteY1468" fmla="*/ 1795211 h 6858000"/>
              <a:gd name="connsiteX1469" fmla="*/ 8912526 w 12192002"/>
              <a:gd name="connsiteY1469" fmla="*/ 1841464 h 6858000"/>
              <a:gd name="connsiteX1470" fmla="*/ 8893391 w 12192002"/>
              <a:gd name="connsiteY1470" fmla="*/ 572788 h 6858000"/>
              <a:gd name="connsiteX1471" fmla="*/ 8902990 w 12192002"/>
              <a:gd name="connsiteY1471" fmla="*/ 560750 h 6858000"/>
              <a:gd name="connsiteX1472" fmla="*/ 8919102 w 12192002"/>
              <a:gd name="connsiteY1472" fmla="*/ 542471 h 6858000"/>
              <a:gd name="connsiteX1473" fmla="*/ 8661728 w 12192002"/>
              <a:gd name="connsiteY1473" fmla="*/ 250903 h 6858000"/>
              <a:gd name="connsiteX1474" fmla="*/ 8357758 w 12192002"/>
              <a:gd name="connsiteY1474" fmla="*/ 0 h 6858000"/>
              <a:gd name="connsiteX1475" fmla="*/ 8405492 w 12192002"/>
              <a:gd name="connsiteY1475" fmla="*/ 0 h 6858000"/>
              <a:gd name="connsiteX1476" fmla="*/ 8392083 w 12192002"/>
              <a:gd name="connsiteY1476" fmla="*/ 30495 h 6858000"/>
              <a:gd name="connsiteX1477" fmla="*/ 8339888 w 12192002"/>
              <a:gd name="connsiteY1477" fmla="*/ 306259 h 6858000"/>
              <a:gd name="connsiteX1478" fmla="*/ 8473847 w 12192002"/>
              <a:gd name="connsiteY1478" fmla="*/ 727373 h 6858000"/>
              <a:gd name="connsiteX1479" fmla="*/ 8454081 w 12192002"/>
              <a:gd name="connsiteY1479" fmla="*/ 1611960 h 6858000"/>
              <a:gd name="connsiteX1480" fmla="*/ 8396000 w 12192002"/>
              <a:gd name="connsiteY1480" fmla="*/ 1663986 h 6858000"/>
              <a:gd name="connsiteX1481" fmla="*/ 8238881 w 12192002"/>
              <a:gd name="connsiteY1481" fmla="*/ 368438 h 6858000"/>
              <a:gd name="connsiteX1482" fmla="*/ 7668140 w 12192002"/>
              <a:gd name="connsiteY1482" fmla="*/ 942511 h 6858000"/>
              <a:gd name="connsiteX1483" fmla="*/ 7637853 w 12192002"/>
              <a:gd name="connsiteY1483" fmla="*/ 942567 h 6858000"/>
              <a:gd name="connsiteX1484" fmla="*/ 7909649 w 12192002"/>
              <a:gd name="connsiteY1484" fmla="*/ 489150 h 6858000"/>
              <a:gd name="connsiteX1485" fmla="*/ 8256182 w 12192002"/>
              <a:gd name="connsiteY1485" fmla="*/ 301724 h 6858000"/>
              <a:gd name="connsiteX1486" fmla="*/ 8255912 w 12192002"/>
              <a:gd name="connsiteY1486" fmla="*/ 276498 h 6858000"/>
              <a:gd name="connsiteX1487" fmla="*/ 8315225 w 12192002"/>
              <a:gd name="connsiteY1487" fmla="*/ 89075 h 6858000"/>
              <a:gd name="connsiteX1488" fmla="*/ 7497388 w 12192002"/>
              <a:gd name="connsiteY1488" fmla="*/ 0 h 6858000"/>
              <a:gd name="connsiteX1489" fmla="*/ 7560921 w 12192002"/>
              <a:gd name="connsiteY1489" fmla="*/ 0 h 6858000"/>
              <a:gd name="connsiteX1490" fmla="*/ 7546742 w 12192002"/>
              <a:gd name="connsiteY1490" fmla="*/ 68966 h 6858000"/>
              <a:gd name="connsiteX1491" fmla="*/ 7488853 w 12192002"/>
              <a:gd name="connsiteY1491" fmla="*/ 535687 h 6858000"/>
              <a:gd name="connsiteX1492" fmla="*/ 7529509 w 12192002"/>
              <a:gd name="connsiteY1492" fmla="*/ 380358 h 6858000"/>
              <a:gd name="connsiteX1493" fmla="*/ 7585939 w 12192002"/>
              <a:gd name="connsiteY1493" fmla="*/ 184712 h 6858000"/>
              <a:gd name="connsiteX1494" fmla="*/ 7621792 w 12192002"/>
              <a:gd name="connsiteY1494" fmla="*/ 87864 h 6858000"/>
              <a:gd name="connsiteX1495" fmla="*/ 7654204 w 12192002"/>
              <a:gd name="connsiteY1495" fmla="*/ 0 h 6858000"/>
              <a:gd name="connsiteX1496" fmla="*/ 7683986 w 12192002"/>
              <a:gd name="connsiteY1496" fmla="*/ 0 h 6858000"/>
              <a:gd name="connsiteX1497" fmla="*/ 7647914 w 12192002"/>
              <a:gd name="connsiteY1497" fmla="*/ 97640 h 6858000"/>
              <a:gd name="connsiteX1498" fmla="*/ 7612524 w 12192002"/>
              <a:gd name="connsiteY1498" fmla="*/ 193392 h 6858000"/>
              <a:gd name="connsiteX1499" fmla="*/ 7557013 w 12192002"/>
              <a:gd name="connsiteY1499" fmla="*/ 386853 h 6858000"/>
              <a:gd name="connsiteX1500" fmla="*/ 7517286 w 12192002"/>
              <a:gd name="connsiteY1500" fmla="*/ 539999 h 6858000"/>
              <a:gd name="connsiteX1501" fmla="*/ 7704204 w 12192002"/>
              <a:gd name="connsiteY1501" fmla="*/ 152292 h 6858000"/>
              <a:gd name="connsiteX1502" fmla="*/ 7756975 w 12192002"/>
              <a:gd name="connsiteY1502" fmla="*/ 0 h 6858000"/>
              <a:gd name="connsiteX1503" fmla="*/ 7837329 w 12192002"/>
              <a:gd name="connsiteY1503" fmla="*/ 0 h 6858000"/>
              <a:gd name="connsiteX1504" fmla="*/ 7821760 w 12192002"/>
              <a:gd name="connsiteY1504" fmla="*/ 65656 h 6858000"/>
              <a:gd name="connsiteX1505" fmla="*/ 7488925 w 12192002"/>
              <a:gd name="connsiteY1505" fmla="*/ 763628 h 6858000"/>
              <a:gd name="connsiteX1506" fmla="*/ 7419999 w 12192002"/>
              <a:gd name="connsiteY1506" fmla="*/ 774360 h 6858000"/>
              <a:gd name="connsiteX1507" fmla="*/ 7487820 w 12192002"/>
              <a:gd name="connsiteY1507" fmla="*/ 37416 h 6858000"/>
              <a:gd name="connsiteX1508" fmla="*/ 3882765 w 12192002"/>
              <a:gd name="connsiteY1508" fmla="*/ 0 h 6858000"/>
              <a:gd name="connsiteX1509" fmla="*/ 3995099 w 12192002"/>
              <a:gd name="connsiteY1509" fmla="*/ 0 h 6858000"/>
              <a:gd name="connsiteX1510" fmla="*/ 4163818 w 12192002"/>
              <a:gd name="connsiteY1510" fmla="*/ 234104 h 6858000"/>
              <a:gd name="connsiteX1511" fmla="*/ 4172099 w 12192002"/>
              <a:gd name="connsiteY1511" fmla="*/ 234207 h 6858000"/>
              <a:gd name="connsiteX1512" fmla="*/ 4784282 w 12192002"/>
              <a:gd name="connsiteY1512" fmla="*/ 276561 h 6858000"/>
              <a:gd name="connsiteX1513" fmla="*/ 4801687 w 12192002"/>
              <a:gd name="connsiteY1513" fmla="*/ 267764 h 6858000"/>
              <a:gd name="connsiteX1514" fmla="*/ 6082788 w 12192002"/>
              <a:gd name="connsiteY1514" fmla="*/ 64119 h 6858000"/>
              <a:gd name="connsiteX1515" fmla="*/ 6099442 w 12192002"/>
              <a:gd name="connsiteY1515" fmla="*/ 82568 h 6858000"/>
              <a:gd name="connsiteX1516" fmla="*/ 4804137 w 12192002"/>
              <a:gd name="connsiteY1516" fmla="*/ 320931 h 6858000"/>
              <a:gd name="connsiteX1517" fmla="*/ 4227047 w 12192002"/>
              <a:gd name="connsiteY1517" fmla="*/ 313415 h 6858000"/>
              <a:gd name="connsiteX1518" fmla="*/ 4346041 w 12192002"/>
              <a:gd name="connsiteY1518" fmla="*/ 456086 h 6858000"/>
              <a:gd name="connsiteX1519" fmla="*/ 4870967 w 12192002"/>
              <a:gd name="connsiteY1519" fmla="*/ 963061 h 6858000"/>
              <a:gd name="connsiteX1520" fmla="*/ 4889647 w 12192002"/>
              <a:gd name="connsiteY1520" fmla="*/ 957147 h 6858000"/>
              <a:gd name="connsiteX1521" fmla="*/ 5422504 w 12192002"/>
              <a:gd name="connsiteY1521" fmla="*/ 805191 h 6858000"/>
              <a:gd name="connsiteX1522" fmla="*/ 6087656 w 12192002"/>
              <a:gd name="connsiteY1522" fmla="*/ 826703 h 6858000"/>
              <a:gd name="connsiteX1523" fmla="*/ 6058717 w 12192002"/>
              <a:gd name="connsiteY1523" fmla="*/ 865992 h 6858000"/>
              <a:gd name="connsiteX1524" fmla="*/ 4974153 w 12192002"/>
              <a:gd name="connsiteY1524" fmla="*/ 1045456 h 6858000"/>
              <a:gd name="connsiteX1525" fmla="*/ 5627835 w 12192002"/>
              <a:gd name="connsiteY1525" fmla="*/ 1472077 h 6858000"/>
              <a:gd name="connsiteX1526" fmla="*/ 5629816 w 12192002"/>
              <a:gd name="connsiteY1526" fmla="*/ 1471412 h 6858000"/>
              <a:gd name="connsiteX1527" fmla="*/ 5634124 w 12192002"/>
              <a:gd name="connsiteY1527" fmla="*/ 1470572 h 6858000"/>
              <a:gd name="connsiteX1528" fmla="*/ 5755832 w 12192002"/>
              <a:gd name="connsiteY1528" fmla="*/ 1383886 h 6858000"/>
              <a:gd name="connsiteX1529" fmla="*/ 6014186 w 12192002"/>
              <a:gd name="connsiteY1529" fmla="*/ 1279799 h 6858000"/>
              <a:gd name="connsiteX1530" fmla="*/ 6901619 w 12192002"/>
              <a:gd name="connsiteY1530" fmla="*/ 1047874 h 6858000"/>
              <a:gd name="connsiteX1531" fmla="*/ 6931566 w 12192002"/>
              <a:gd name="connsiteY1531" fmla="*/ 1062034 h 6858000"/>
              <a:gd name="connsiteX1532" fmla="*/ 5790982 w 12192002"/>
              <a:gd name="connsiteY1532" fmla="*/ 1561380 h 6858000"/>
              <a:gd name="connsiteX1533" fmla="*/ 6188971 w 12192002"/>
              <a:gd name="connsiteY1533" fmla="*/ 1755168 h 6858000"/>
              <a:gd name="connsiteX1534" fmla="*/ 6202446 w 12192002"/>
              <a:gd name="connsiteY1534" fmla="*/ 1752268 h 6858000"/>
              <a:gd name="connsiteX1535" fmla="*/ 7179560 w 12192002"/>
              <a:gd name="connsiteY1535" fmla="*/ 1467551 h 6858000"/>
              <a:gd name="connsiteX1536" fmla="*/ 7158730 w 12192002"/>
              <a:gd name="connsiteY1536" fmla="*/ 1507835 h 6858000"/>
              <a:gd name="connsiteX1537" fmla="*/ 6326959 w 12192002"/>
              <a:gd name="connsiteY1537" fmla="*/ 1817686 h 6858000"/>
              <a:gd name="connsiteX1538" fmla="*/ 6537433 w 12192002"/>
              <a:gd name="connsiteY1538" fmla="*/ 1907790 h 6858000"/>
              <a:gd name="connsiteX1539" fmla="*/ 6550221 w 12192002"/>
              <a:gd name="connsiteY1539" fmla="*/ 1910729 h 6858000"/>
              <a:gd name="connsiteX1540" fmla="*/ 6964438 w 12192002"/>
              <a:gd name="connsiteY1540" fmla="*/ 2209505 h 6858000"/>
              <a:gd name="connsiteX1541" fmla="*/ 7367862 w 12192002"/>
              <a:gd name="connsiteY1541" fmla="*/ 2806833 h 6858000"/>
              <a:gd name="connsiteX1542" fmla="*/ 7364329 w 12192002"/>
              <a:gd name="connsiteY1542" fmla="*/ 2826907 h 6858000"/>
              <a:gd name="connsiteX1543" fmla="*/ 7290545 w 12192002"/>
              <a:gd name="connsiteY1543" fmla="*/ 2850663 h 6858000"/>
              <a:gd name="connsiteX1544" fmla="*/ 6472036 w 12192002"/>
              <a:gd name="connsiteY1544" fmla="*/ 1959003 h 6858000"/>
              <a:gd name="connsiteX1545" fmla="*/ 5792897 w 12192002"/>
              <a:gd name="connsiteY1545" fmla="*/ 1647747 h 6858000"/>
              <a:gd name="connsiteX1546" fmla="*/ 5842751 w 12192002"/>
              <a:gd name="connsiteY1546" fmla="*/ 1816112 h 6858000"/>
              <a:gd name="connsiteX1547" fmla="*/ 5847424 w 12192002"/>
              <a:gd name="connsiteY1547" fmla="*/ 1815776 h 6858000"/>
              <a:gd name="connsiteX1548" fmla="*/ 6399821 w 12192002"/>
              <a:gd name="connsiteY1548" fmla="*/ 2344799 h 6858000"/>
              <a:gd name="connsiteX1549" fmla="*/ 6323232 w 12192002"/>
              <a:gd name="connsiteY1549" fmla="*/ 2389634 h 6858000"/>
              <a:gd name="connsiteX1550" fmla="*/ 5942957 w 12192002"/>
              <a:gd name="connsiteY1550" fmla="*/ 2077708 h 6858000"/>
              <a:gd name="connsiteX1551" fmla="*/ 5921559 w 12192002"/>
              <a:gd name="connsiteY1551" fmla="*/ 2378596 h 6858000"/>
              <a:gd name="connsiteX1552" fmla="*/ 5817651 w 12192002"/>
              <a:gd name="connsiteY1552" fmla="*/ 3023919 h 6858000"/>
              <a:gd name="connsiteX1553" fmla="*/ 5729634 w 12192002"/>
              <a:gd name="connsiteY1553" fmla="*/ 3051849 h 6858000"/>
              <a:gd name="connsiteX1554" fmla="*/ 5611018 w 12192002"/>
              <a:gd name="connsiteY1554" fmla="*/ 2316769 h 6858000"/>
              <a:gd name="connsiteX1555" fmla="*/ 5687608 w 12192002"/>
              <a:gd name="connsiteY1555" fmla="*/ 2039972 h 6858000"/>
              <a:gd name="connsiteX1556" fmla="*/ 5657554 w 12192002"/>
              <a:gd name="connsiteY1556" fmla="*/ 1576445 h 6858000"/>
              <a:gd name="connsiteX1557" fmla="*/ 5150475 w 12192002"/>
              <a:gd name="connsiteY1557" fmla="*/ 1274012 h 6858000"/>
              <a:gd name="connsiteX1558" fmla="*/ 5349142 w 12192002"/>
              <a:gd name="connsiteY1558" fmla="*/ 2204405 h 6858000"/>
              <a:gd name="connsiteX1559" fmla="*/ 5262214 w 12192002"/>
              <a:gd name="connsiteY1559" fmla="*/ 2233836 h 6858000"/>
              <a:gd name="connsiteX1560" fmla="*/ 4981539 w 12192002"/>
              <a:gd name="connsiteY1560" fmla="*/ 1542201 h 6858000"/>
              <a:gd name="connsiteX1561" fmla="*/ 4958461 w 12192002"/>
              <a:gd name="connsiteY1561" fmla="*/ 1136957 h 6858000"/>
              <a:gd name="connsiteX1562" fmla="*/ 4655015 w 12192002"/>
              <a:gd name="connsiteY1562" fmla="*/ 891426 h 6858000"/>
              <a:gd name="connsiteX1563" fmla="*/ 4348002 w 12192002"/>
              <a:gd name="connsiteY1563" fmla="*/ 2205895 h 6858000"/>
              <a:gd name="connsiteX1564" fmla="*/ 4262250 w 12192002"/>
              <a:gd name="connsiteY1564" fmla="*/ 2219972 h 6858000"/>
              <a:gd name="connsiteX1565" fmla="*/ 4550611 w 12192002"/>
              <a:gd name="connsiteY1565" fmla="*/ 817540 h 6858000"/>
              <a:gd name="connsiteX1566" fmla="*/ 4564418 w 12192002"/>
              <a:gd name="connsiteY1566" fmla="*/ 808293 h 6858000"/>
              <a:gd name="connsiteX1567" fmla="*/ 4266388 w 12192002"/>
              <a:gd name="connsiteY1567" fmla="*/ 500083 h 6858000"/>
              <a:gd name="connsiteX1568" fmla="*/ 4032842 w 12192002"/>
              <a:gd name="connsiteY1568" fmla="*/ 211809 h 6858000"/>
              <a:gd name="connsiteX1569" fmla="*/ 3721337 w 12192002"/>
              <a:gd name="connsiteY1569" fmla="*/ 0 h 6858000"/>
              <a:gd name="connsiteX1570" fmla="*/ 3797544 w 12192002"/>
              <a:gd name="connsiteY1570" fmla="*/ 0 h 6858000"/>
              <a:gd name="connsiteX1571" fmla="*/ 3775734 w 12192002"/>
              <a:gd name="connsiteY1571" fmla="*/ 95131 h 6858000"/>
              <a:gd name="connsiteX1572" fmla="*/ 3724807 w 12192002"/>
              <a:gd name="connsiteY1572" fmla="*/ 272257 h 6858000"/>
              <a:gd name="connsiteX1573" fmla="*/ 3726844 w 12192002"/>
              <a:gd name="connsiteY1573" fmla="*/ 282988 h 6858000"/>
              <a:gd name="connsiteX1574" fmla="*/ 3742664 w 12192002"/>
              <a:gd name="connsiteY1574" fmla="*/ 279918 h 6858000"/>
              <a:gd name="connsiteX1575" fmla="*/ 4103910 w 12192002"/>
              <a:gd name="connsiteY1575" fmla="*/ 1161917 h 6858000"/>
              <a:gd name="connsiteX1576" fmla="*/ 4020269 w 12192002"/>
              <a:gd name="connsiteY1576" fmla="*/ 1200406 h 6858000"/>
              <a:gd name="connsiteX1577" fmla="*/ 3674882 w 12192002"/>
              <a:gd name="connsiteY1577" fmla="*/ 488524 h 6858000"/>
              <a:gd name="connsiteX1578" fmla="*/ 3132682 w 12192002"/>
              <a:gd name="connsiteY1578" fmla="*/ 1072284 h 6858000"/>
              <a:gd name="connsiteX1579" fmla="*/ 2716346 w 12192002"/>
              <a:gd name="connsiteY1579" fmla="*/ 1276376 h 6858000"/>
              <a:gd name="connsiteX1580" fmla="*/ 2716772 w 12192002"/>
              <a:gd name="connsiteY1580" fmla="*/ 1255462 h 6858000"/>
              <a:gd name="connsiteX1581" fmla="*/ 3471096 w 12192002"/>
              <a:gd name="connsiteY1581" fmla="*/ 437072 h 6858000"/>
              <a:gd name="connsiteX1582" fmla="*/ 3639057 w 12192002"/>
              <a:gd name="connsiteY1582" fmla="*/ 286334 h 6858000"/>
              <a:gd name="connsiteX1583" fmla="*/ 3640309 w 12192002"/>
              <a:gd name="connsiteY1583" fmla="*/ 284664 h 6858000"/>
              <a:gd name="connsiteX1584" fmla="*/ 3646022 w 12192002"/>
              <a:gd name="connsiteY1584" fmla="*/ 276711 h 6858000"/>
              <a:gd name="connsiteX1585" fmla="*/ 3707943 w 12192002"/>
              <a:gd name="connsiteY1585" fmla="*/ 65958 h 6858000"/>
              <a:gd name="connsiteX1586" fmla="*/ 2867960 w 12192002"/>
              <a:gd name="connsiteY1586" fmla="*/ 0 h 6858000"/>
              <a:gd name="connsiteX1587" fmla="*/ 2926351 w 12192002"/>
              <a:gd name="connsiteY1587" fmla="*/ 0 h 6858000"/>
              <a:gd name="connsiteX1588" fmla="*/ 2902823 w 12192002"/>
              <a:gd name="connsiteY1588" fmla="*/ 262929 h 6858000"/>
              <a:gd name="connsiteX1589" fmla="*/ 2940663 w 12192002"/>
              <a:gd name="connsiteY1589" fmla="*/ 140884 h 6858000"/>
              <a:gd name="connsiteX1590" fmla="*/ 2947039 w 12192002"/>
              <a:gd name="connsiteY1590" fmla="*/ 122524 h 6858000"/>
              <a:gd name="connsiteX1591" fmla="*/ 2984316 w 12192002"/>
              <a:gd name="connsiteY1591" fmla="*/ 0 h 6858000"/>
              <a:gd name="connsiteX1592" fmla="*/ 3016114 w 12192002"/>
              <a:gd name="connsiteY1592" fmla="*/ 0 h 6858000"/>
              <a:gd name="connsiteX1593" fmla="*/ 2979949 w 12192002"/>
              <a:gd name="connsiteY1593" fmla="*/ 119274 h 6858000"/>
              <a:gd name="connsiteX1594" fmla="*/ 3023879 w 12192002"/>
              <a:gd name="connsiteY1594" fmla="*/ 0 h 6858000"/>
              <a:gd name="connsiteX1595" fmla="*/ 3105400 w 12192002"/>
              <a:gd name="connsiteY1595" fmla="*/ 0 h 6858000"/>
              <a:gd name="connsiteX1596" fmla="*/ 3094669 w 12192002"/>
              <a:gd name="connsiteY1596" fmla="*/ 30308 h 6858000"/>
              <a:gd name="connsiteX1597" fmla="*/ 2901945 w 12192002"/>
              <a:gd name="connsiteY1597" fmla="*/ 466538 h 6858000"/>
              <a:gd name="connsiteX1598" fmla="*/ 2815209 w 12192002"/>
              <a:gd name="connsiteY1598" fmla="*/ 497361 h 6858000"/>
              <a:gd name="connsiteX1599" fmla="*/ 2844845 w 12192002"/>
              <a:gd name="connsiteY1599" fmla="*/ 127638 h 6858000"/>
              <a:gd name="connsiteX1600" fmla="*/ 1057230 w 12192002"/>
              <a:gd name="connsiteY1600" fmla="*/ 0 h 6858000"/>
              <a:gd name="connsiteX1601" fmla="*/ 1111003 w 12192002"/>
              <a:gd name="connsiteY1601" fmla="*/ 0 h 6858000"/>
              <a:gd name="connsiteX1602" fmla="*/ 1125553 w 12192002"/>
              <a:gd name="connsiteY1602" fmla="*/ 52588 h 6858000"/>
              <a:gd name="connsiteX1603" fmla="*/ 1304276 w 12192002"/>
              <a:gd name="connsiteY1603" fmla="*/ 476275 h 6858000"/>
              <a:gd name="connsiteX1604" fmla="*/ 1492066 w 12192002"/>
              <a:gd name="connsiteY1604" fmla="*/ 886333 h 6858000"/>
              <a:gd name="connsiteX1605" fmla="*/ 1423698 w 12192002"/>
              <a:gd name="connsiteY1605" fmla="*/ 710817 h 6858000"/>
              <a:gd name="connsiteX1606" fmla="*/ 1357609 w 12192002"/>
              <a:gd name="connsiteY1606" fmla="*/ 532892 h 6858000"/>
              <a:gd name="connsiteX1607" fmla="*/ 1309550 w 12192002"/>
              <a:gd name="connsiteY1607" fmla="*/ 374031 h 6858000"/>
              <a:gd name="connsiteX1608" fmla="*/ 1193673 w 12192002"/>
              <a:gd name="connsiteY1608" fmla="*/ 49533 h 6858000"/>
              <a:gd name="connsiteX1609" fmla="*/ 1164391 w 12192002"/>
              <a:gd name="connsiteY1609" fmla="*/ 0 h 6858000"/>
              <a:gd name="connsiteX1610" fmla="*/ 1200666 w 12192002"/>
              <a:gd name="connsiteY1610" fmla="*/ 0 h 6858000"/>
              <a:gd name="connsiteX1611" fmla="*/ 1223408 w 12192002"/>
              <a:gd name="connsiteY1611" fmla="*/ 38996 h 6858000"/>
              <a:gd name="connsiteX1612" fmla="*/ 1339635 w 12192002"/>
              <a:gd name="connsiteY1612" fmla="*/ 365517 h 6858000"/>
              <a:gd name="connsiteX1613" fmla="*/ 1387469 w 12192002"/>
              <a:gd name="connsiteY1613" fmla="*/ 523079 h 6858000"/>
              <a:gd name="connsiteX1614" fmla="*/ 1452685 w 12192002"/>
              <a:gd name="connsiteY1614" fmla="*/ 699806 h 6858000"/>
              <a:gd name="connsiteX1615" fmla="*/ 1492092 w 12192002"/>
              <a:gd name="connsiteY1615" fmla="*/ 800424 h 6858000"/>
              <a:gd name="connsiteX1616" fmla="*/ 1455302 w 12192002"/>
              <a:gd name="connsiteY1616" fmla="*/ 632913 h 6858000"/>
              <a:gd name="connsiteX1617" fmla="*/ 1222336 w 12192002"/>
              <a:gd name="connsiteY1617" fmla="*/ 9480 h 6858000"/>
              <a:gd name="connsiteX1618" fmla="*/ 1214634 w 12192002"/>
              <a:gd name="connsiteY1618" fmla="*/ 0 h 6858000"/>
              <a:gd name="connsiteX1619" fmla="*/ 1289827 w 12192002"/>
              <a:gd name="connsiteY1619" fmla="*/ 0 h 6858000"/>
              <a:gd name="connsiteX1620" fmla="*/ 1321076 w 12192002"/>
              <a:gd name="connsiteY1620" fmla="*/ 59722 h 6858000"/>
              <a:gd name="connsiteX1621" fmla="*/ 1512579 w 12192002"/>
              <a:gd name="connsiteY1621" fmla="*/ 626441 h 6858000"/>
              <a:gd name="connsiteX1622" fmla="*/ 1506076 w 12192002"/>
              <a:gd name="connsiteY1622" fmla="*/ 1089289 h 6858000"/>
              <a:gd name="connsiteX1623" fmla="*/ 1486346 w 12192002"/>
              <a:gd name="connsiteY1623" fmla="*/ 1079919 h 6858000"/>
              <a:gd name="connsiteX1624" fmla="*/ 1070511 w 12192002"/>
              <a:gd name="connsiteY1624" fmla="*/ 48609 h 6858000"/>
              <a:gd name="connsiteX1625" fmla="*/ 43151 w 12192002"/>
              <a:gd name="connsiteY1625" fmla="*/ 0 h 6858000"/>
              <a:gd name="connsiteX1626" fmla="*/ 95283 w 12192002"/>
              <a:gd name="connsiteY1626" fmla="*/ 0 h 6858000"/>
              <a:gd name="connsiteX1627" fmla="*/ 300708 w 12192002"/>
              <a:gd name="connsiteY1627" fmla="*/ 154571 h 6858000"/>
              <a:gd name="connsiteX1628" fmla="*/ 530414 w 12192002"/>
              <a:gd name="connsiteY1628" fmla="*/ 354673 h 6858000"/>
              <a:gd name="connsiteX1629" fmla="*/ 333785 w 12192002"/>
              <a:gd name="connsiteY1629" fmla="*/ 161564 h 6858000"/>
              <a:gd name="connsiteX1630" fmla="*/ 147005 w 12192002"/>
              <a:gd name="connsiteY1630" fmla="*/ 0 h 6858000"/>
              <a:gd name="connsiteX1631" fmla="*/ 272509 w 12192002"/>
              <a:gd name="connsiteY1631" fmla="*/ 0 h 6858000"/>
              <a:gd name="connsiteX1632" fmla="*/ 326276 w 12192002"/>
              <a:gd name="connsiteY1632" fmla="*/ 45847 h 6858000"/>
              <a:gd name="connsiteX1633" fmla="*/ 823759 w 12192002"/>
              <a:gd name="connsiteY1633" fmla="*/ 574145 h 6858000"/>
              <a:gd name="connsiteX1634" fmla="*/ 811254 w 12192002"/>
              <a:gd name="connsiteY1634" fmla="*/ 665546 h 6858000"/>
              <a:gd name="connsiteX1635" fmla="*/ 154042 w 12192002"/>
              <a:gd name="connsiteY1635" fmla="*/ 261522 h 6858000"/>
              <a:gd name="connsiteX1636" fmla="*/ 13550 w 12192002"/>
              <a:gd name="connsiteY1636" fmla="*/ 158423 h 6858000"/>
              <a:gd name="connsiteX1637" fmla="*/ 0 w 12192002"/>
              <a:gd name="connsiteY1637" fmla="*/ 146618 h 6858000"/>
              <a:gd name="connsiteX1638" fmla="*/ 0 w 12192002"/>
              <a:gd name="connsiteY1638" fmla="*/ 59161 h 6858000"/>
              <a:gd name="connsiteX1639" fmla="*/ 45427 w 12192002"/>
              <a:gd name="connsiteY1639" fmla="*/ 101078 h 6858000"/>
              <a:gd name="connsiteX1640" fmla="*/ 630103 w 12192002"/>
              <a:gd name="connsiteY1640" fmla="*/ 485885 h 6858000"/>
              <a:gd name="connsiteX1641" fmla="*/ 532040 w 12192002"/>
              <a:gd name="connsiteY1641" fmla="*/ 399359 h 6858000"/>
              <a:gd name="connsiteX1642" fmla="*/ 517618 w 12192002"/>
              <a:gd name="connsiteY1642" fmla="*/ 385726 h 6858000"/>
              <a:gd name="connsiteX1643" fmla="*/ 285074 w 12192002"/>
              <a:gd name="connsiteY1643" fmla="*/ 18275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</a:cxnLst>
            <a:rect l="l" t="t" r="r" b="b"/>
            <a:pathLst>
              <a:path w="12192002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close/>
                <a:moveTo>
                  <a:pt x="7392322" y="6658238"/>
                </a:moveTo>
                <a:cubicBezTo>
                  <a:pt x="7466250" y="6681109"/>
                  <a:pt x="7539706" y="6707100"/>
                  <a:pt x="7611337" y="6732821"/>
                </a:cubicBezTo>
                <a:cubicBezTo>
                  <a:pt x="7723489" y="6773078"/>
                  <a:pt x="7838666" y="6813801"/>
                  <a:pt x="7955762" y="6842006"/>
                </a:cubicBezTo>
                <a:cubicBezTo>
                  <a:pt x="7825893" y="6763794"/>
                  <a:pt x="7655160" y="6705586"/>
                  <a:pt x="7512455" y="6674734"/>
                </a:cubicBezTo>
                <a:close/>
                <a:moveTo>
                  <a:pt x="9928143" y="6515312"/>
                </a:moveTo>
                <a:lnTo>
                  <a:pt x="9753801" y="6525103"/>
                </a:lnTo>
                <a:cubicBezTo>
                  <a:pt x="9696294" y="6528458"/>
                  <a:pt x="9636969" y="6531530"/>
                  <a:pt x="9578027" y="6532104"/>
                </a:cubicBezTo>
                <a:cubicBezTo>
                  <a:pt x="9526546" y="6532538"/>
                  <a:pt x="9474842" y="6530381"/>
                  <a:pt x="9424342" y="6528403"/>
                </a:cubicBezTo>
                <a:cubicBezTo>
                  <a:pt x="9283243" y="6523421"/>
                  <a:pt x="9137206" y="6518329"/>
                  <a:pt x="9001907" y="6560369"/>
                </a:cubicBezTo>
                <a:cubicBezTo>
                  <a:pt x="8974564" y="6568983"/>
                  <a:pt x="8948144" y="6579668"/>
                  <a:pt x="8922138" y="6591702"/>
                </a:cubicBezTo>
                <a:cubicBezTo>
                  <a:pt x="8976395" y="6597451"/>
                  <a:pt x="9031633" y="6600803"/>
                  <a:pt x="9087550" y="6599765"/>
                </a:cubicBezTo>
                <a:cubicBezTo>
                  <a:pt x="9228396" y="6598297"/>
                  <a:pt x="9371812" y="6576077"/>
                  <a:pt x="9512475" y="6563693"/>
                </a:cubicBezTo>
                <a:cubicBezTo>
                  <a:pt x="9626059" y="6554204"/>
                  <a:pt x="9898686" y="6537707"/>
                  <a:pt x="9928143" y="6515312"/>
                </a:cubicBezTo>
                <a:close/>
                <a:moveTo>
                  <a:pt x="9351220" y="6459370"/>
                </a:moveTo>
                <a:cubicBezTo>
                  <a:pt x="9225400" y="6463303"/>
                  <a:pt x="9098278" y="6481291"/>
                  <a:pt x="8999756" y="6529929"/>
                </a:cubicBezTo>
                <a:cubicBezTo>
                  <a:pt x="9138083" y="6488352"/>
                  <a:pt x="9284119" y="6493450"/>
                  <a:pt x="9425830" y="6498517"/>
                </a:cubicBezTo>
                <a:cubicBezTo>
                  <a:pt x="9476320" y="6500495"/>
                  <a:pt x="9528123" y="6502029"/>
                  <a:pt x="9578307" y="6502035"/>
                </a:cubicBezTo>
                <a:cubicBezTo>
                  <a:pt x="9636540" y="6501999"/>
                  <a:pt x="9695359" y="6498204"/>
                  <a:pt x="9752771" y="6495471"/>
                </a:cubicBezTo>
                <a:lnTo>
                  <a:pt x="9852779" y="6489665"/>
                </a:lnTo>
                <a:cubicBezTo>
                  <a:pt x="9815758" y="6484629"/>
                  <a:pt x="9764024" y="6478620"/>
                  <a:pt x="9694862" y="6473140"/>
                </a:cubicBezTo>
                <a:cubicBezTo>
                  <a:pt x="9601553" y="6465560"/>
                  <a:pt x="9477038" y="6455438"/>
                  <a:pt x="9351220" y="6459370"/>
                </a:cubicBez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7254615" y="5911918"/>
                </a:moveTo>
                <a:cubicBezTo>
                  <a:pt x="7274645" y="5934852"/>
                  <a:pt x="7294062" y="5957691"/>
                  <a:pt x="7312589" y="5982309"/>
                </a:cubicBezTo>
                <a:cubicBezTo>
                  <a:pt x="7413753" y="6114421"/>
                  <a:pt x="7483941" y="6266763"/>
                  <a:pt x="7580896" y="6402069"/>
                </a:cubicBezTo>
                <a:cubicBezTo>
                  <a:pt x="7695169" y="6561808"/>
                  <a:pt x="7849203" y="6676399"/>
                  <a:pt x="7990862" y="6807025"/>
                </a:cubicBezTo>
                <a:cubicBezTo>
                  <a:pt x="7962703" y="6748256"/>
                  <a:pt x="7917173" y="6697712"/>
                  <a:pt x="7871964" y="6649139"/>
                </a:cubicBezTo>
                <a:lnTo>
                  <a:pt x="7859674" y="6636358"/>
                </a:lnTo>
                <a:cubicBezTo>
                  <a:pt x="7748530" y="6516822"/>
                  <a:pt x="7645260" y="6386311"/>
                  <a:pt x="7545050" y="6260110"/>
                </a:cubicBezTo>
                <a:cubicBezTo>
                  <a:pt x="7452767" y="6142819"/>
                  <a:pt x="7357042" y="6023723"/>
                  <a:pt x="7254615" y="5911918"/>
                </a:cubicBezTo>
                <a:close/>
                <a:moveTo>
                  <a:pt x="9078855" y="5884754"/>
                </a:moveTo>
                <a:cubicBezTo>
                  <a:pt x="8942634" y="6070158"/>
                  <a:pt x="8787932" y="6315508"/>
                  <a:pt x="8825188" y="6496752"/>
                </a:cubicBezTo>
                <a:cubicBezTo>
                  <a:pt x="8871718" y="6270055"/>
                  <a:pt x="8975231" y="6063621"/>
                  <a:pt x="9078855" y="5884754"/>
                </a:cubicBezTo>
                <a:close/>
                <a:moveTo>
                  <a:pt x="9113805" y="5883072"/>
                </a:moveTo>
                <a:cubicBezTo>
                  <a:pt x="9009770" y="6060592"/>
                  <a:pt x="8903644" y="6267900"/>
                  <a:pt x="8855200" y="6494950"/>
                </a:cubicBezTo>
                <a:cubicBezTo>
                  <a:pt x="8971799" y="6300136"/>
                  <a:pt x="9069545" y="6103069"/>
                  <a:pt x="9113805" y="5883072"/>
                </a:cubicBezTo>
                <a:close/>
                <a:moveTo>
                  <a:pt x="9123940" y="5825040"/>
                </a:moveTo>
                <a:cubicBezTo>
                  <a:pt x="9123142" y="5826205"/>
                  <a:pt x="9122347" y="5827360"/>
                  <a:pt x="9120846" y="5829053"/>
                </a:cubicBezTo>
                <a:lnTo>
                  <a:pt x="9123267" y="5829425"/>
                </a:ln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1" y="6488842"/>
                  <a:pt x="5947416" y="6574846"/>
                </a:cubicBezTo>
                <a:cubicBezTo>
                  <a:pt x="5894674" y="6327329"/>
                  <a:pt x="5793017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10097724" y="5591852"/>
                </a:moveTo>
                <a:cubicBezTo>
                  <a:pt x="9944682" y="5593954"/>
                  <a:pt x="9791714" y="5611746"/>
                  <a:pt x="9645248" y="5630119"/>
                </a:cubicBezTo>
                <a:cubicBezTo>
                  <a:pt x="9610727" y="5634568"/>
                  <a:pt x="9577456" y="5639754"/>
                  <a:pt x="9543858" y="5650510"/>
                </a:cubicBezTo>
                <a:cubicBezTo>
                  <a:pt x="9550063" y="5662642"/>
                  <a:pt x="9629757" y="5633895"/>
                  <a:pt x="9681648" y="5629828"/>
                </a:cubicBezTo>
                <a:cubicBezTo>
                  <a:pt x="9969341" y="5609845"/>
                  <a:pt x="10272689" y="5655720"/>
                  <a:pt x="10557846" y="5601337"/>
                </a:cubicBezTo>
                <a:cubicBezTo>
                  <a:pt x="10473933" y="5611321"/>
                  <a:pt x="10386637" y="5605065"/>
                  <a:pt x="10301704" y="5598847"/>
                </a:cubicBezTo>
                <a:cubicBezTo>
                  <a:pt x="10284536" y="5597562"/>
                  <a:pt x="10267371" y="5596280"/>
                  <a:pt x="10250553" y="5595539"/>
                </a:cubicBezTo>
                <a:cubicBezTo>
                  <a:pt x="10199759" y="5592194"/>
                  <a:pt x="10148737" y="5591152"/>
                  <a:pt x="10097724" y="5591852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7015907" y="5541548"/>
                </a:moveTo>
                <a:cubicBezTo>
                  <a:pt x="7100896" y="5613517"/>
                  <a:pt x="7181386" y="5690562"/>
                  <a:pt x="7259646" y="5765985"/>
                </a:cubicBezTo>
                <a:cubicBezTo>
                  <a:pt x="7425913" y="5926010"/>
                  <a:pt x="7598167" y="6091445"/>
                  <a:pt x="7741483" y="6279980"/>
                </a:cubicBezTo>
                <a:cubicBezTo>
                  <a:pt x="7847640" y="6419905"/>
                  <a:pt x="7937072" y="6571994"/>
                  <a:pt x="8008941" y="6733560"/>
                </a:cubicBezTo>
                <a:cubicBezTo>
                  <a:pt x="8009955" y="6694639"/>
                  <a:pt x="8010548" y="6654374"/>
                  <a:pt x="7999234" y="6610993"/>
                </a:cubicBezTo>
                <a:cubicBezTo>
                  <a:pt x="7958140" y="6454784"/>
                  <a:pt x="7815502" y="6314397"/>
                  <a:pt x="7715154" y="6197148"/>
                </a:cubicBezTo>
                <a:cubicBezTo>
                  <a:pt x="7576575" y="6034314"/>
                  <a:pt x="7431075" y="5876188"/>
                  <a:pt x="7271900" y="5734551"/>
                </a:cubicBezTo>
                <a:cubicBezTo>
                  <a:pt x="7230409" y="5698079"/>
                  <a:pt x="7098810" y="5590772"/>
                  <a:pt x="7015907" y="5541548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lnTo>
                  <a:pt x="2665418" y="6132756"/>
                </a:ln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10218664" y="5525300"/>
                </a:moveTo>
                <a:cubicBezTo>
                  <a:pt x="10171755" y="5524070"/>
                  <a:pt x="10126463" y="5525064"/>
                  <a:pt x="10086154" y="5525937"/>
                </a:cubicBezTo>
                <a:cubicBezTo>
                  <a:pt x="9975638" y="5528402"/>
                  <a:pt x="9876341" y="5531370"/>
                  <a:pt x="9778614" y="5550189"/>
                </a:cubicBezTo>
                <a:cubicBezTo>
                  <a:pt x="9714017" y="5562376"/>
                  <a:pt x="9654494" y="5581286"/>
                  <a:pt x="9601703" y="5605852"/>
                </a:cubicBezTo>
                <a:cubicBezTo>
                  <a:pt x="9614985" y="5603489"/>
                  <a:pt x="9628056" y="5602024"/>
                  <a:pt x="9641684" y="5600203"/>
                </a:cubicBezTo>
                <a:cubicBezTo>
                  <a:pt x="9838075" y="5575001"/>
                  <a:pt x="10046725" y="5551921"/>
                  <a:pt x="10252799" y="5564971"/>
                </a:cubicBezTo>
                <a:lnTo>
                  <a:pt x="10304297" y="5568822"/>
                </a:lnTo>
                <a:cubicBezTo>
                  <a:pt x="10380931" y="5574228"/>
                  <a:pt x="10459361" y="5580014"/>
                  <a:pt x="10533945" y="5573703"/>
                </a:cubicBezTo>
                <a:cubicBezTo>
                  <a:pt x="10504378" y="5568851"/>
                  <a:pt x="10475221" y="5562210"/>
                  <a:pt x="10446061" y="5555562"/>
                </a:cubicBezTo>
                <a:cubicBezTo>
                  <a:pt x="10417803" y="5549116"/>
                  <a:pt x="10389545" y="5542665"/>
                  <a:pt x="10360877" y="5538004"/>
                </a:cubicBezTo>
                <a:cubicBezTo>
                  <a:pt x="10314101" y="5529982"/>
                  <a:pt x="10265574" y="5526529"/>
                  <a:pt x="10218664" y="5525300"/>
                </a:cubicBezTo>
                <a:close/>
                <a:moveTo>
                  <a:pt x="6946849" y="5523271"/>
                </a:moveTo>
                <a:cubicBezTo>
                  <a:pt x="6946657" y="5524520"/>
                  <a:pt x="6946560" y="5525151"/>
                  <a:pt x="6946972" y="5526491"/>
                </a:cubicBezTo>
                <a:cubicBezTo>
                  <a:pt x="6980090" y="5601397"/>
                  <a:pt x="7043425" y="5661082"/>
                  <a:pt x="7105827" y="5718700"/>
                </a:cubicBezTo>
                <a:lnTo>
                  <a:pt x="7126431" y="5737872"/>
                </a:lnTo>
                <a:cubicBezTo>
                  <a:pt x="7289613" y="5889736"/>
                  <a:pt x="7430828" y="6067705"/>
                  <a:pt x="7567269" y="6240461"/>
                </a:cubicBezTo>
                <a:cubicBezTo>
                  <a:pt x="7666876" y="6366562"/>
                  <a:pt x="7769633" y="6496348"/>
                  <a:pt x="7880270" y="6615176"/>
                </a:cubicBezTo>
                <a:lnTo>
                  <a:pt x="7892560" y="6627949"/>
                </a:lnTo>
                <a:cubicBezTo>
                  <a:pt x="7919687" y="6657095"/>
                  <a:pt x="7947417" y="6686334"/>
                  <a:pt x="7971643" y="6718236"/>
                </a:cubicBezTo>
                <a:cubicBezTo>
                  <a:pt x="7902183" y="6569208"/>
                  <a:pt x="7817787" y="6428779"/>
                  <a:pt x="7719359" y="6299011"/>
                </a:cubicBezTo>
                <a:cubicBezTo>
                  <a:pt x="7577670" y="6112005"/>
                  <a:pt x="7405928" y="5947293"/>
                  <a:pt x="7240170" y="5787985"/>
                </a:cubicBezTo>
                <a:cubicBezTo>
                  <a:pt x="7146175" y="5697975"/>
                  <a:pt x="7050053" y="5605722"/>
                  <a:pt x="6946849" y="5523271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0104407" y="5458317"/>
                </a:moveTo>
                <a:cubicBezTo>
                  <a:pt x="9978788" y="5456650"/>
                  <a:pt x="9828621" y="5479881"/>
                  <a:pt x="9704375" y="5536349"/>
                </a:cubicBezTo>
                <a:cubicBezTo>
                  <a:pt x="9726987" y="5530319"/>
                  <a:pt x="9749595" y="5524291"/>
                  <a:pt x="9773804" y="5519543"/>
                </a:cubicBezTo>
                <a:cubicBezTo>
                  <a:pt x="9873880" y="5500749"/>
                  <a:pt x="9974285" y="5497081"/>
                  <a:pt x="10086605" y="5494992"/>
                </a:cubicBezTo>
                <a:cubicBezTo>
                  <a:pt x="10168672" y="5493085"/>
                  <a:pt x="10271028" y="5491236"/>
                  <a:pt x="10367276" y="5507848"/>
                </a:cubicBezTo>
                <a:cubicBezTo>
                  <a:pt x="10396291" y="5513052"/>
                  <a:pt x="10425102" y="5519151"/>
                  <a:pt x="10454262" y="5525798"/>
                </a:cubicBezTo>
                <a:cubicBezTo>
                  <a:pt x="10493323" y="5534530"/>
                  <a:pt x="10531142" y="5542536"/>
                  <a:pt x="10569223" y="5547311"/>
                </a:cubicBezTo>
                <a:cubicBezTo>
                  <a:pt x="10422236" y="5490328"/>
                  <a:pt x="10260055" y="5460700"/>
                  <a:pt x="10104407" y="5458317"/>
                </a:cubicBezTo>
                <a:close/>
                <a:moveTo>
                  <a:pt x="6861797" y="5419899"/>
                </a:moveTo>
                <a:cubicBezTo>
                  <a:pt x="6869009" y="5420845"/>
                  <a:pt x="6876359" y="5423413"/>
                  <a:pt x="6879594" y="5424547"/>
                </a:cubicBezTo>
                <a:cubicBezTo>
                  <a:pt x="7239561" y="5537402"/>
                  <a:pt x="7549592" y="5931521"/>
                  <a:pt x="7789028" y="6212316"/>
                </a:cubicBezTo>
                <a:cubicBezTo>
                  <a:pt x="7920282" y="6366340"/>
                  <a:pt x="8046009" y="6507973"/>
                  <a:pt x="8093600" y="6710671"/>
                </a:cubicBezTo>
                <a:cubicBezTo>
                  <a:pt x="8106357" y="6764837"/>
                  <a:pt x="8115219" y="6810078"/>
                  <a:pt x="8129425" y="6854298"/>
                </a:cubicBezTo>
                <a:lnTo>
                  <a:pt x="8130898" y="6857998"/>
                </a:lnTo>
                <a:lnTo>
                  <a:pt x="7899365" y="6857998"/>
                </a:lnTo>
                <a:lnTo>
                  <a:pt x="7761176" y="6816656"/>
                </a:lnTo>
                <a:cubicBezTo>
                  <a:pt x="7707614" y="6798833"/>
                  <a:pt x="7654620" y="6779815"/>
                  <a:pt x="7602080" y="6760867"/>
                </a:cubicBezTo>
                <a:cubicBezTo>
                  <a:pt x="7499839" y="6724697"/>
                  <a:pt x="7395868" y="6687609"/>
                  <a:pt x="7289862" y="6659827"/>
                </a:cubicBezTo>
                <a:cubicBezTo>
                  <a:pt x="7386721" y="6702866"/>
                  <a:pt x="7479917" y="6741496"/>
                  <a:pt x="7582411" y="6784122"/>
                </a:cubicBezTo>
                <a:lnTo>
                  <a:pt x="7605759" y="6793465"/>
                </a:lnTo>
                <a:cubicBezTo>
                  <a:pt x="7652356" y="6812785"/>
                  <a:pt x="7694400" y="6829482"/>
                  <a:pt x="7737910" y="6840638"/>
                </a:cubicBezTo>
                <a:lnTo>
                  <a:pt x="7826532" y="6857999"/>
                </a:lnTo>
                <a:lnTo>
                  <a:pt x="7696096" y="6857999"/>
                </a:lnTo>
                <a:lnTo>
                  <a:pt x="7594081" y="6821149"/>
                </a:lnTo>
                <a:lnTo>
                  <a:pt x="7570734" y="6811799"/>
                </a:lnTo>
                <a:lnTo>
                  <a:pt x="7271814" y="6684601"/>
                </a:lnTo>
                <a:cubicBezTo>
                  <a:pt x="7315012" y="6740237"/>
                  <a:pt x="7445060" y="6805183"/>
                  <a:pt x="7585232" y="6850060"/>
                </a:cubicBezTo>
                <a:lnTo>
                  <a:pt x="7613775" y="6857998"/>
                </a:lnTo>
                <a:lnTo>
                  <a:pt x="7522197" y="6857998"/>
                </a:lnTo>
                <a:lnTo>
                  <a:pt x="7410696" y="6803861"/>
                </a:lnTo>
                <a:cubicBezTo>
                  <a:pt x="7272778" y="6731418"/>
                  <a:pt x="7152025" y="6653264"/>
                  <a:pt x="7088673" y="6610396"/>
                </a:cubicBezTo>
                <a:cubicBezTo>
                  <a:pt x="7075202" y="6601287"/>
                  <a:pt x="7065689" y="6582532"/>
                  <a:pt x="7090188" y="6584365"/>
                </a:cubicBezTo>
                <a:cubicBezTo>
                  <a:pt x="7322587" y="6603983"/>
                  <a:pt x="7561036" y="6624528"/>
                  <a:pt x="7780046" y="6711283"/>
                </a:cubicBezTo>
                <a:cubicBezTo>
                  <a:pt x="7810971" y="6723712"/>
                  <a:pt x="7991193" y="6837187"/>
                  <a:pt x="7944957" y="6799347"/>
                </a:cubicBezTo>
                <a:cubicBezTo>
                  <a:pt x="7830578" y="6704934"/>
                  <a:pt x="7705171" y="6617800"/>
                  <a:pt x="7601828" y="6503934"/>
                </a:cubicBezTo>
                <a:cubicBezTo>
                  <a:pt x="7389349" y="6269558"/>
                  <a:pt x="7257096" y="5972523"/>
                  <a:pt x="7042773" y="5734011"/>
                </a:cubicBezTo>
                <a:cubicBezTo>
                  <a:pt x="7007812" y="5695337"/>
                  <a:pt x="6799377" y="5515396"/>
                  <a:pt x="6844835" y="5424988"/>
                </a:cubicBezTo>
                <a:cubicBezTo>
                  <a:pt x="6847512" y="5419632"/>
                  <a:pt x="6854586" y="5418954"/>
                  <a:pt x="6861797" y="5419899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cubicBezTo>
                  <a:pt x="1766288" y="5450544"/>
                  <a:pt x="1795121" y="5449390"/>
                  <a:pt x="1824397" y="5447757"/>
                </a:cubicBez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cubicBezTo>
                  <a:pt x="4364015" y="5738366"/>
                  <a:pt x="4369890" y="5733933"/>
                  <a:pt x="4376219" y="5729027"/>
                </a:cubicBez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7427076" y="5142684"/>
                </a:moveTo>
                <a:cubicBezTo>
                  <a:pt x="7446602" y="5152725"/>
                  <a:pt x="7466122" y="5162767"/>
                  <a:pt x="7485963" y="5174783"/>
                </a:cubicBezTo>
                <a:cubicBezTo>
                  <a:pt x="7567460" y="5225071"/>
                  <a:pt x="7639772" y="5286770"/>
                  <a:pt x="7719410" y="5357281"/>
                </a:cubicBezTo>
                <a:cubicBezTo>
                  <a:pt x="7777835" y="5408518"/>
                  <a:pt x="7850375" y="5472816"/>
                  <a:pt x="7907163" y="5546863"/>
                </a:cubicBezTo>
                <a:cubicBezTo>
                  <a:pt x="7924160" y="5569331"/>
                  <a:pt x="7940457" y="5592330"/>
                  <a:pt x="7956656" y="5615961"/>
                </a:cubicBezTo>
                <a:cubicBezTo>
                  <a:pt x="7978464" y="5647485"/>
                  <a:pt x="7999857" y="5677676"/>
                  <a:pt x="8023445" y="5705642"/>
                </a:cubicBezTo>
                <a:cubicBezTo>
                  <a:pt x="7956400" y="5569150"/>
                  <a:pt x="7861731" y="5443166"/>
                  <a:pt x="7754656" y="5341546"/>
                </a:cubicBezTo>
                <a:cubicBezTo>
                  <a:pt x="7668081" y="5259722"/>
                  <a:pt x="7548884" y="5180582"/>
                  <a:pt x="7427076" y="5142684"/>
                </a:cubicBezTo>
                <a:close/>
                <a:moveTo>
                  <a:pt x="7312201" y="5128278"/>
                </a:moveTo>
                <a:cubicBezTo>
                  <a:pt x="7322935" y="5135049"/>
                  <a:pt x="7332964" y="5142350"/>
                  <a:pt x="7343603" y="5149746"/>
                </a:cubicBezTo>
                <a:cubicBezTo>
                  <a:pt x="7496266" y="5257079"/>
                  <a:pt x="7656157" y="5373847"/>
                  <a:pt x="7791759" y="5515717"/>
                </a:cubicBezTo>
                <a:lnTo>
                  <a:pt x="7825280" y="5551608"/>
                </a:lnTo>
                <a:cubicBezTo>
                  <a:pt x="7875363" y="5604773"/>
                  <a:pt x="7926463" y="5659374"/>
                  <a:pt x="7982410" y="5702551"/>
                </a:cubicBezTo>
                <a:cubicBezTo>
                  <a:pt x="7964809" y="5679989"/>
                  <a:pt x="7948608" y="5656366"/>
                  <a:pt x="7932408" y="5632736"/>
                </a:cubicBezTo>
                <a:cubicBezTo>
                  <a:pt x="7916712" y="5609836"/>
                  <a:pt x="7901020" y="5586930"/>
                  <a:pt x="7883927" y="5565087"/>
                </a:cubicBezTo>
                <a:cubicBezTo>
                  <a:pt x="7828664" y="5493188"/>
                  <a:pt x="7757146" y="5430331"/>
                  <a:pt x="7699832" y="5379904"/>
                </a:cubicBezTo>
                <a:cubicBezTo>
                  <a:pt x="7621217" y="5310828"/>
                  <a:pt x="7550116" y="5249322"/>
                  <a:pt x="7470240" y="5200559"/>
                </a:cubicBezTo>
                <a:cubicBezTo>
                  <a:pt x="7417598" y="5168141"/>
                  <a:pt x="7364314" y="5143956"/>
                  <a:pt x="7312201" y="5128278"/>
                </a:cubicBezTo>
                <a:close/>
                <a:moveTo>
                  <a:pt x="7244057" y="5124233"/>
                </a:moveTo>
                <a:cubicBezTo>
                  <a:pt x="7240832" y="5137197"/>
                  <a:pt x="7314310" y="5167040"/>
                  <a:pt x="7353035" y="5197318"/>
                </a:cubicBezTo>
                <a:cubicBezTo>
                  <a:pt x="7566127" y="5367091"/>
                  <a:pt x="7749139" y="5595671"/>
                  <a:pt x="7981878" y="5738345"/>
                </a:cubicBezTo>
                <a:cubicBezTo>
                  <a:pt x="7917138" y="5691903"/>
                  <a:pt x="7860147" y="5631267"/>
                  <a:pt x="7804780" y="5572174"/>
                </a:cubicBezTo>
                <a:cubicBezTo>
                  <a:pt x="7793606" y="5560210"/>
                  <a:pt x="7782433" y="5548247"/>
                  <a:pt x="7771164" y="5536908"/>
                </a:cubicBezTo>
                <a:cubicBezTo>
                  <a:pt x="7637791" y="5396658"/>
                  <a:pt x="7478920" y="5281329"/>
                  <a:pt x="7327465" y="5174181"/>
                </a:cubicBezTo>
                <a:cubicBezTo>
                  <a:pt x="7300620" y="5155330"/>
                  <a:pt x="7274186" y="5137825"/>
                  <a:pt x="7244057" y="5124233"/>
                </a:cubicBezTo>
                <a:close/>
                <a:moveTo>
                  <a:pt x="7133363" y="5050246"/>
                </a:moveTo>
                <a:cubicBezTo>
                  <a:pt x="7577149" y="5121491"/>
                  <a:pt x="7947715" y="5355125"/>
                  <a:pt x="8128687" y="5790959"/>
                </a:cubicBezTo>
                <a:cubicBezTo>
                  <a:pt x="8276565" y="5905246"/>
                  <a:pt x="8400253" y="6044012"/>
                  <a:pt x="8497002" y="6204913"/>
                </a:cubicBezTo>
                <a:cubicBezTo>
                  <a:pt x="8503575" y="6141856"/>
                  <a:pt x="8502497" y="6159666"/>
                  <a:pt x="8514292" y="6015372"/>
                </a:cubicBezTo>
                <a:cubicBezTo>
                  <a:pt x="8536052" y="5749157"/>
                  <a:pt x="8547760" y="5533819"/>
                  <a:pt x="8491838" y="5336275"/>
                </a:cubicBezTo>
                <a:cubicBezTo>
                  <a:pt x="8507078" y="5267180"/>
                  <a:pt x="8575461" y="5351481"/>
                  <a:pt x="8605731" y="5600804"/>
                </a:cubicBezTo>
                <a:cubicBezTo>
                  <a:pt x="8608350" y="5745349"/>
                  <a:pt x="8605836" y="5891029"/>
                  <a:pt x="8594880" y="6039262"/>
                </a:cubicBezTo>
                <a:cubicBezTo>
                  <a:pt x="8575957" y="6291971"/>
                  <a:pt x="8542313" y="6543716"/>
                  <a:pt x="8494242" y="6792600"/>
                </a:cubicBezTo>
                <a:cubicBezTo>
                  <a:pt x="8597730" y="6727745"/>
                  <a:pt x="8691862" y="6639036"/>
                  <a:pt x="8794675" y="6590735"/>
                </a:cubicBezTo>
                <a:cubicBezTo>
                  <a:pt x="8796362" y="6587786"/>
                  <a:pt x="8798755" y="6584312"/>
                  <a:pt x="8800448" y="6581371"/>
                </a:cubicBezTo>
                <a:cubicBezTo>
                  <a:pt x="8795284" y="6578656"/>
                  <a:pt x="8790221" y="6575317"/>
                  <a:pt x="8788186" y="6572441"/>
                </a:cubicBezTo>
                <a:cubicBezTo>
                  <a:pt x="8594646" y="6311498"/>
                  <a:pt x="8993712" y="5858248"/>
                  <a:pt x="9137232" y="5665639"/>
                </a:cubicBezTo>
                <a:cubicBezTo>
                  <a:pt x="9150495" y="5647816"/>
                  <a:pt x="9217510" y="5675384"/>
                  <a:pt x="9216765" y="5696416"/>
                </a:cubicBezTo>
                <a:cubicBezTo>
                  <a:pt x="9208076" y="5983368"/>
                  <a:pt x="9105464" y="6228377"/>
                  <a:pt x="8969849" y="6466405"/>
                </a:cubicBezTo>
                <a:cubicBezTo>
                  <a:pt x="9192790" y="6382070"/>
                  <a:pt x="9514633" y="6424367"/>
                  <a:pt x="9706237" y="6419148"/>
                </a:cubicBezTo>
                <a:cubicBezTo>
                  <a:pt x="9875985" y="6415062"/>
                  <a:pt x="9998989" y="6424957"/>
                  <a:pt x="10110375" y="6563116"/>
                </a:cubicBezTo>
                <a:cubicBezTo>
                  <a:pt x="10119737" y="6574800"/>
                  <a:pt x="10104347" y="6578204"/>
                  <a:pt x="10096281" y="6578254"/>
                </a:cubicBezTo>
                <a:cubicBezTo>
                  <a:pt x="9752742" y="6584519"/>
                  <a:pt x="9411210" y="6642343"/>
                  <a:pt x="9067672" y="6648608"/>
                </a:cubicBezTo>
                <a:cubicBezTo>
                  <a:pt x="9008636" y="6649807"/>
                  <a:pt x="8918484" y="6627657"/>
                  <a:pt x="8859441" y="6641028"/>
                </a:cubicBezTo>
                <a:cubicBezTo>
                  <a:pt x="8858839" y="6640935"/>
                  <a:pt x="8858138" y="6641468"/>
                  <a:pt x="8857528" y="6641375"/>
                </a:cubicBezTo>
                <a:cubicBezTo>
                  <a:pt x="8854312" y="6642158"/>
                  <a:pt x="8851192" y="6642319"/>
                  <a:pt x="8848579" y="6643204"/>
                </a:cubicBezTo>
                <a:cubicBezTo>
                  <a:pt x="8763018" y="6670925"/>
                  <a:pt x="8669480" y="6759768"/>
                  <a:pt x="8576285" y="6824788"/>
                </a:cubicBezTo>
                <a:lnTo>
                  <a:pt x="8519159" y="6857998"/>
                </a:lnTo>
                <a:lnTo>
                  <a:pt x="8393540" y="6857998"/>
                </a:lnTo>
                <a:lnTo>
                  <a:pt x="8417346" y="6745652"/>
                </a:lnTo>
                <a:cubicBezTo>
                  <a:pt x="8445294" y="6600749"/>
                  <a:pt x="8467982" y="6454800"/>
                  <a:pt x="8485502" y="6308216"/>
                </a:cubicBezTo>
                <a:cubicBezTo>
                  <a:pt x="8483369" y="6305964"/>
                  <a:pt x="8481139" y="6304343"/>
                  <a:pt x="8480214" y="6302278"/>
                </a:cubicBezTo>
                <a:cubicBezTo>
                  <a:pt x="8389148" y="6120471"/>
                  <a:pt x="8265637" y="5964433"/>
                  <a:pt x="8112215" y="5837768"/>
                </a:cubicBezTo>
                <a:cubicBezTo>
                  <a:pt x="8107469" y="5836403"/>
                  <a:pt x="8101510" y="5834843"/>
                  <a:pt x="8095146" y="5831943"/>
                </a:cubicBezTo>
                <a:cubicBezTo>
                  <a:pt x="7720999" y="5670157"/>
                  <a:pt x="7460805" y="5310579"/>
                  <a:pt x="7131946" y="5075653"/>
                </a:cubicBezTo>
                <a:cubicBezTo>
                  <a:pt x="7120196" y="5067444"/>
                  <a:pt x="7107334" y="5046255"/>
                  <a:pt x="7133363" y="5050246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1544294" y="4944364"/>
                </a:moveTo>
                <a:cubicBezTo>
                  <a:pt x="11560186" y="5180994"/>
                  <a:pt x="11601886" y="5476223"/>
                  <a:pt x="11755210" y="5588157"/>
                </a:cubicBezTo>
                <a:cubicBezTo>
                  <a:pt x="11638730" y="5382912"/>
                  <a:pt x="11582097" y="5153179"/>
                  <a:pt x="11544294" y="4944364"/>
                </a:cubicBezTo>
                <a:close/>
                <a:moveTo>
                  <a:pt x="11571408" y="4918599"/>
                </a:moveTo>
                <a:cubicBezTo>
                  <a:pt x="11607963" y="5126676"/>
                  <a:pt x="11663078" y="5358905"/>
                  <a:pt x="11778250" y="5565760"/>
                </a:cubicBezTo>
                <a:cubicBezTo>
                  <a:pt x="11740096" y="5335710"/>
                  <a:pt x="11685166" y="5117152"/>
                  <a:pt x="11571408" y="4918599"/>
                </a:cubicBezTo>
                <a:close/>
                <a:moveTo>
                  <a:pt x="11540154" y="4867303"/>
                </a:moveTo>
                <a:cubicBezTo>
                  <a:pt x="11540302" y="4868748"/>
                  <a:pt x="11540443" y="4870186"/>
                  <a:pt x="11540380" y="4872526"/>
                </a:cubicBezTo>
                <a:lnTo>
                  <a:pt x="11542590" y="4871112"/>
                </a:lnTo>
                <a:close/>
                <a:moveTo>
                  <a:pt x="10567662" y="4866948"/>
                </a:moveTo>
                <a:cubicBezTo>
                  <a:pt x="10522198" y="4867672"/>
                  <a:pt x="10476263" y="4872522"/>
                  <a:pt x="10431225" y="4877568"/>
                </a:cubicBezTo>
                <a:cubicBezTo>
                  <a:pt x="10381279" y="4883457"/>
                  <a:pt x="10328981" y="4889314"/>
                  <a:pt x="10277556" y="4889247"/>
                </a:cubicBezTo>
                <a:cubicBezTo>
                  <a:pt x="10236449" y="4889475"/>
                  <a:pt x="10195262" y="4885932"/>
                  <a:pt x="10155875" y="4882769"/>
                </a:cubicBezTo>
                <a:cubicBezTo>
                  <a:pt x="10128043" y="4880639"/>
                  <a:pt x="10100420" y="4877611"/>
                  <a:pt x="10072733" y="4876924"/>
                </a:cubicBezTo>
                <a:cubicBezTo>
                  <a:pt x="10009605" y="4874377"/>
                  <a:pt x="9945053" y="4878112"/>
                  <a:pt x="9882500" y="4881330"/>
                </a:cubicBezTo>
                <a:cubicBezTo>
                  <a:pt x="9817947" y="4885065"/>
                  <a:pt x="9751031" y="4888772"/>
                  <a:pt x="9685205" y="4885650"/>
                </a:cubicBezTo>
                <a:lnTo>
                  <a:pt x="9666932" y="4885075"/>
                </a:lnTo>
                <a:cubicBezTo>
                  <a:pt x="9647413" y="4883768"/>
                  <a:pt x="9627689" y="4883349"/>
                  <a:pt x="9608662" y="4884027"/>
                </a:cubicBezTo>
                <a:cubicBezTo>
                  <a:pt x="9746940" y="4906717"/>
                  <a:pt x="9886187" y="4927258"/>
                  <a:pt x="10026230" y="4938088"/>
                </a:cubicBezTo>
                <a:cubicBezTo>
                  <a:pt x="10217917" y="4954217"/>
                  <a:pt x="10389161" y="4921336"/>
                  <a:pt x="10567662" y="4866948"/>
                </a:cubicBezTo>
                <a:close/>
                <a:moveTo>
                  <a:pt x="10221015" y="4783657"/>
                </a:moveTo>
                <a:cubicBezTo>
                  <a:pt x="10183412" y="4782731"/>
                  <a:pt x="10145345" y="4783278"/>
                  <a:pt x="10107121" y="4785091"/>
                </a:cubicBezTo>
                <a:cubicBezTo>
                  <a:pt x="9954224" y="4792347"/>
                  <a:pt x="9798826" y="4819883"/>
                  <a:pt x="9660668" y="4854595"/>
                </a:cubicBezTo>
                <a:cubicBezTo>
                  <a:pt x="9663924" y="4854814"/>
                  <a:pt x="9666276" y="4854838"/>
                  <a:pt x="9669531" y="4855057"/>
                </a:cubicBezTo>
                <a:lnTo>
                  <a:pt x="9687254" y="4855986"/>
                </a:lnTo>
                <a:cubicBezTo>
                  <a:pt x="9751279" y="4858722"/>
                  <a:pt x="9817637" y="4855370"/>
                  <a:pt x="9881290" y="4851445"/>
                </a:cubicBezTo>
                <a:cubicBezTo>
                  <a:pt x="9944395" y="4847874"/>
                  <a:pt x="10009857" y="4844334"/>
                  <a:pt x="10074432" y="4846715"/>
                </a:cubicBezTo>
                <a:cubicBezTo>
                  <a:pt x="10102466" y="4847944"/>
                  <a:pt x="10131190" y="4850269"/>
                  <a:pt x="10159369" y="4852935"/>
                </a:cubicBezTo>
                <a:cubicBezTo>
                  <a:pt x="10198208" y="4856456"/>
                  <a:pt x="10239045" y="4859459"/>
                  <a:pt x="10278706" y="4859393"/>
                </a:cubicBezTo>
                <a:cubicBezTo>
                  <a:pt x="10328324" y="4859079"/>
                  <a:pt x="10379724" y="4853023"/>
                  <a:pt x="10429120" y="4847493"/>
                </a:cubicBezTo>
                <a:cubicBezTo>
                  <a:pt x="10465435" y="4843425"/>
                  <a:pt x="10501756" y="4839354"/>
                  <a:pt x="10538565" y="4837270"/>
                </a:cubicBezTo>
                <a:cubicBezTo>
                  <a:pt x="10442450" y="4802463"/>
                  <a:pt x="10333824" y="4786435"/>
                  <a:pt x="10221015" y="478365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cubicBezTo>
                  <a:pt x="2826662" y="5016937"/>
                  <a:pt x="2852553" y="5023818"/>
                  <a:pt x="2879408" y="5031590"/>
                </a:cubicBez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9857254" y="4275904"/>
                </a:moveTo>
                <a:cubicBezTo>
                  <a:pt x="9525980" y="4300770"/>
                  <a:pt x="9241479" y="4364703"/>
                  <a:pt x="8989866" y="4472742"/>
                </a:cubicBezTo>
                <a:lnTo>
                  <a:pt x="8931614" y="4498508"/>
                </a:lnTo>
                <a:cubicBezTo>
                  <a:pt x="8902659" y="4511659"/>
                  <a:pt x="8873359" y="4524268"/>
                  <a:pt x="8843711" y="4536334"/>
                </a:cubicBezTo>
                <a:cubicBezTo>
                  <a:pt x="8889894" y="4522124"/>
                  <a:pt x="8937874" y="4508296"/>
                  <a:pt x="8966093" y="4502509"/>
                </a:cubicBezTo>
                <a:cubicBezTo>
                  <a:pt x="9076195" y="4481142"/>
                  <a:pt x="9187512" y="4468967"/>
                  <a:pt x="9299227" y="4454994"/>
                </a:cubicBezTo>
                <a:cubicBezTo>
                  <a:pt x="9502333" y="4429326"/>
                  <a:pt x="9654280" y="4317586"/>
                  <a:pt x="9857254" y="4275904"/>
                </a:cubicBezTo>
                <a:close/>
                <a:moveTo>
                  <a:pt x="9615182" y="4220499"/>
                </a:moveTo>
                <a:cubicBezTo>
                  <a:pt x="9415185" y="4228027"/>
                  <a:pt x="9214426" y="4329700"/>
                  <a:pt x="9023688" y="4425819"/>
                </a:cubicBezTo>
                <a:cubicBezTo>
                  <a:pt x="9256457" y="4332127"/>
                  <a:pt x="9516545" y="4273854"/>
                  <a:pt x="9814527" y="4248048"/>
                </a:cubicBezTo>
                <a:cubicBezTo>
                  <a:pt x="9748431" y="4225943"/>
                  <a:pt x="9681848" y="4217991"/>
                  <a:pt x="9615182" y="4220499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9258094" y="3958602"/>
                </a:moveTo>
                <a:cubicBezTo>
                  <a:pt x="9013678" y="4006086"/>
                  <a:pt x="8768731" y="4060051"/>
                  <a:pt x="8526712" y="4119804"/>
                </a:cubicBezTo>
                <a:cubicBezTo>
                  <a:pt x="8781748" y="4123003"/>
                  <a:pt x="9026494" y="4069940"/>
                  <a:pt x="9258094" y="3958602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close/>
                <a:moveTo>
                  <a:pt x="11225213" y="3936722"/>
                </a:moveTo>
                <a:cubicBezTo>
                  <a:pt x="11207028" y="4022695"/>
                  <a:pt x="11194593" y="4110355"/>
                  <a:pt x="11182914" y="4196771"/>
                </a:cubicBezTo>
                <a:cubicBezTo>
                  <a:pt x="11164076" y="4335276"/>
                  <a:pt x="11145116" y="4478465"/>
                  <a:pt x="11099211" y="4613594"/>
                </a:cubicBezTo>
                <a:cubicBezTo>
                  <a:pt x="11088245" y="4645134"/>
                  <a:pt x="11076378" y="4676477"/>
                  <a:pt x="11064509" y="4707830"/>
                </a:cubicBezTo>
                <a:lnTo>
                  <a:pt x="11049349" y="4747418"/>
                </a:lnTo>
                <a:cubicBezTo>
                  <a:pt x="11022123" y="4819250"/>
                  <a:pt x="10998838" y="4892390"/>
                  <a:pt x="10978260" y="4966094"/>
                </a:cubicBezTo>
                <a:cubicBezTo>
                  <a:pt x="11216457" y="4678857"/>
                  <a:pt x="11222923" y="4300706"/>
                  <a:pt x="11225213" y="3936722"/>
                </a:cubicBezTo>
                <a:close/>
                <a:moveTo>
                  <a:pt x="9168987" y="3919232"/>
                </a:moveTo>
                <a:cubicBezTo>
                  <a:pt x="8975366" y="3912045"/>
                  <a:pt x="8788341" y="3989836"/>
                  <a:pt x="8603910" y="4068895"/>
                </a:cubicBezTo>
                <a:cubicBezTo>
                  <a:pt x="8818554" y="4017452"/>
                  <a:pt x="9035976" y="3970366"/>
                  <a:pt x="9252382" y="3927759"/>
                </a:cubicBezTo>
                <a:cubicBezTo>
                  <a:pt x="9224441" y="3923020"/>
                  <a:pt x="9196646" y="3920259"/>
                  <a:pt x="9168987" y="3919232"/>
                </a:cubicBezTo>
                <a:close/>
                <a:moveTo>
                  <a:pt x="11201005" y="3900089"/>
                </a:moveTo>
                <a:cubicBezTo>
                  <a:pt x="11064705" y="4216426"/>
                  <a:pt x="10958405" y="4541932"/>
                  <a:pt x="10968432" y="4885010"/>
                </a:cubicBezTo>
                <a:cubicBezTo>
                  <a:pt x="10984596" y="4834817"/>
                  <a:pt x="11001105" y="4785171"/>
                  <a:pt x="11019967" y="4735553"/>
                </a:cubicBezTo>
                <a:lnTo>
                  <a:pt x="11035125" y="4695966"/>
                </a:lnTo>
                <a:cubicBezTo>
                  <a:pt x="11047342" y="4665154"/>
                  <a:pt x="11059004" y="4634706"/>
                  <a:pt x="11069972" y="4603168"/>
                </a:cubicBezTo>
                <a:cubicBezTo>
                  <a:pt x="11114708" y="4471083"/>
                  <a:pt x="11133811" y="4329343"/>
                  <a:pt x="11152239" y="4192628"/>
                </a:cubicBezTo>
                <a:cubicBezTo>
                  <a:pt x="11165272" y="4096160"/>
                  <a:pt x="11178361" y="3997344"/>
                  <a:pt x="11201005" y="3900089"/>
                </a:cubicBez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close/>
                <a:moveTo>
                  <a:pt x="10268559" y="3871054"/>
                </a:moveTo>
                <a:cubicBezTo>
                  <a:pt x="10277021" y="4100939"/>
                  <a:pt x="10375577" y="4306148"/>
                  <a:pt x="10494169" y="4520780"/>
                </a:cubicBezTo>
                <a:cubicBezTo>
                  <a:pt x="10447177" y="4399850"/>
                  <a:pt x="10400743" y="4278562"/>
                  <a:pt x="10356661" y="4157302"/>
                </a:cubicBezTo>
                <a:cubicBezTo>
                  <a:pt x="10321871" y="4061517"/>
                  <a:pt x="10289232" y="3966669"/>
                  <a:pt x="10268559" y="3871054"/>
                </a:cubicBez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0277529" y="3701307"/>
                </a:moveTo>
                <a:cubicBezTo>
                  <a:pt x="10277467" y="3703640"/>
                  <a:pt x="10276853" y="3706334"/>
                  <a:pt x="10276797" y="3708672"/>
                </a:cubicBezTo>
                <a:cubicBezTo>
                  <a:pt x="10284209" y="3854149"/>
                  <a:pt x="10331835" y="3999199"/>
                  <a:pt x="10385906" y="4147031"/>
                </a:cubicBezTo>
                <a:cubicBezTo>
                  <a:pt x="10434036" y="4279493"/>
                  <a:pt x="10484873" y="4412529"/>
                  <a:pt x="10536458" y="4544310"/>
                </a:cubicBezTo>
                <a:cubicBezTo>
                  <a:pt x="10537315" y="4408107"/>
                  <a:pt x="10476552" y="4266858"/>
                  <a:pt x="10436479" y="4144570"/>
                </a:cubicBezTo>
                <a:cubicBezTo>
                  <a:pt x="10386976" y="3995354"/>
                  <a:pt x="10333255" y="3848072"/>
                  <a:pt x="10277529" y="3701307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9334796" y="3456584"/>
                </a:moveTo>
                <a:cubicBezTo>
                  <a:pt x="9406875" y="3608228"/>
                  <a:pt x="9503788" y="3758542"/>
                  <a:pt x="9651570" y="3826505"/>
                </a:cubicBezTo>
                <a:cubicBezTo>
                  <a:pt x="9559808" y="3686686"/>
                  <a:pt x="9456900" y="3564734"/>
                  <a:pt x="9334796" y="3456584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0" y="3982240"/>
                  <a:pt x="5111996" y="4065759"/>
                </a:cubicBezTo>
                <a:cubicBezTo>
                  <a:pt x="5199925" y="4149276"/>
                  <a:pt x="5291490" y="4229096"/>
                  <a:pt x="5388877" y="4300185"/>
                </a:cubicBezTo>
                <a:cubicBezTo>
                  <a:pt x="5401113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cubicBezTo>
                  <a:pt x="1042399" y="3223712"/>
                  <a:pt x="1017440" y="3235542"/>
                  <a:pt x="993319" y="3247648"/>
                </a:cubicBez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1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2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1" y="3090882"/>
                </a:cubicBezTo>
                <a:close/>
                <a:moveTo>
                  <a:pt x="9790480" y="3078533"/>
                </a:moveTo>
                <a:cubicBezTo>
                  <a:pt x="9782502" y="3134217"/>
                  <a:pt x="9773626" y="3189710"/>
                  <a:pt x="9763295" y="3245370"/>
                </a:cubicBezTo>
                <a:cubicBezTo>
                  <a:pt x="9730259" y="3421320"/>
                  <a:pt x="9693170" y="3586065"/>
                  <a:pt x="9736458" y="3758413"/>
                </a:cubicBezTo>
                <a:cubicBezTo>
                  <a:pt x="9741385" y="3680922"/>
                  <a:pt x="9752472" y="3603320"/>
                  <a:pt x="9763499" y="3528057"/>
                </a:cubicBezTo>
                <a:cubicBezTo>
                  <a:pt x="9778184" y="3430521"/>
                  <a:pt x="9793478" y="3330298"/>
                  <a:pt x="9793906" y="3231157"/>
                </a:cubicBezTo>
                <a:cubicBezTo>
                  <a:pt x="9793949" y="3202011"/>
                  <a:pt x="9792735" y="3172131"/>
                  <a:pt x="9791874" y="3142788"/>
                </a:cubicBezTo>
                <a:cubicBezTo>
                  <a:pt x="9791175" y="3121009"/>
                  <a:pt x="9790832" y="3099770"/>
                  <a:pt x="9790480" y="3078533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cubicBezTo>
                  <a:pt x="586257" y="3369787"/>
                  <a:pt x="592991" y="3367806"/>
                  <a:pt x="600288" y="3365555"/>
                </a:cubicBez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cubicBezTo>
                  <a:pt x="1004208" y="3209175"/>
                  <a:pt x="1028322" y="3197074"/>
                  <a:pt x="1053282" y="3185247"/>
                </a:cubicBez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69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lnTo>
                  <a:pt x="6038705" y="4763847"/>
                </a:lnTo>
                <a:lnTo>
                  <a:pt x="6037783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0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6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2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7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3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6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cubicBezTo>
                  <a:pt x="2766432" y="5397515"/>
                  <a:pt x="2740950" y="5412509"/>
                  <a:pt x="2714982" y="5427051"/>
                </a:cubicBez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lnTo>
                  <a:pt x="1794914" y="6858000"/>
                </a:ln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lnTo>
                  <a:pt x="1203671" y="6858000"/>
                </a:lnTo>
                <a:lnTo>
                  <a:pt x="1143180" y="6858000"/>
                </a:lnTo>
                <a:lnTo>
                  <a:pt x="1142176" y="6766045"/>
                </a:ln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1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8380397" y="2896659"/>
                </a:moveTo>
                <a:cubicBezTo>
                  <a:pt x="8455275" y="3038078"/>
                  <a:pt x="8545153" y="3173735"/>
                  <a:pt x="8634801" y="3304169"/>
                </a:cubicBezTo>
                <a:cubicBezTo>
                  <a:pt x="8726195" y="3437326"/>
                  <a:pt x="8821496" y="3600936"/>
                  <a:pt x="8971448" y="3675946"/>
                </a:cubicBezTo>
                <a:cubicBezTo>
                  <a:pt x="8910775" y="3621244"/>
                  <a:pt x="8864937" y="3553231"/>
                  <a:pt x="8820691" y="3486482"/>
                </a:cubicBezTo>
                <a:cubicBezTo>
                  <a:pt x="8816331" y="3480073"/>
                  <a:pt x="8811972" y="3473665"/>
                  <a:pt x="8807612" y="3467256"/>
                </a:cubicBezTo>
                <a:cubicBezTo>
                  <a:pt x="8727274" y="3347730"/>
                  <a:pt x="8640362" y="3230102"/>
                  <a:pt x="8556796" y="3116474"/>
                </a:cubicBezTo>
                <a:cubicBezTo>
                  <a:pt x="8515702" y="3060746"/>
                  <a:pt x="8472667" y="3003195"/>
                  <a:pt x="8427018" y="2948853"/>
                </a:cubicBezTo>
                <a:cubicBezTo>
                  <a:pt x="8411728" y="2931040"/>
                  <a:pt x="8396239" y="2914119"/>
                  <a:pt x="8380397" y="2896659"/>
                </a:cubicBezTo>
                <a:close/>
                <a:moveTo>
                  <a:pt x="9831020" y="2871730"/>
                </a:moveTo>
                <a:lnTo>
                  <a:pt x="9827707" y="2915231"/>
                </a:lnTo>
                <a:cubicBezTo>
                  <a:pt x="9824540" y="2960178"/>
                  <a:pt x="9821168" y="3006017"/>
                  <a:pt x="9820699" y="3051540"/>
                </a:cubicBezTo>
                <a:cubicBezTo>
                  <a:pt x="9820458" y="3081589"/>
                  <a:pt x="9821664" y="3111470"/>
                  <a:pt x="9822525" y="3140814"/>
                </a:cubicBezTo>
                <a:cubicBezTo>
                  <a:pt x="9823738" y="3170696"/>
                  <a:pt x="9824947" y="3200579"/>
                  <a:pt x="9824704" y="3230628"/>
                </a:cubicBezTo>
                <a:cubicBezTo>
                  <a:pt x="9823869" y="3331557"/>
                  <a:pt x="9808712" y="3433224"/>
                  <a:pt x="9793821" y="3531652"/>
                </a:cubicBezTo>
                <a:cubicBezTo>
                  <a:pt x="9783066" y="3603683"/>
                  <a:pt x="9772446" y="3677150"/>
                  <a:pt x="9767436" y="3750864"/>
                </a:cubicBezTo>
                <a:cubicBezTo>
                  <a:pt x="9782786" y="3724954"/>
                  <a:pt x="9799440" y="3697443"/>
                  <a:pt x="9814477" y="3662531"/>
                </a:cubicBezTo>
                <a:cubicBezTo>
                  <a:pt x="9926754" y="3406015"/>
                  <a:pt x="9892054" y="3133900"/>
                  <a:pt x="9831020" y="2871730"/>
                </a:cubicBezTo>
                <a:close/>
                <a:moveTo>
                  <a:pt x="8380521" y="2850596"/>
                </a:moveTo>
                <a:cubicBezTo>
                  <a:pt x="8404481" y="2875897"/>
                  <a:pt x="8428794" y="2901731"/>
                  <a:pt x="8451446" y="2928627"/>
                </a:cubicBezTo>
                <a:cubicBezTo>
                  <a:pt x="8497446" y="2983517"/>
                  <a:pt x="8540828" y="3041610"/>
                  <a:pt x="8582269" y="3097880"/>
                </a:cubicBezTo>
                <a:cubicBezTo>
                  <a:pt x="8666744" y="3211700"/>
                  <a:pt x="8753998" y="3329876"/>
                  <a:pt x="8833783" y="3449753"/>
                </a:cubicBezTo>
                <a:cubicBezTo>
                  <a:pt x="8838143" y="3456162"/>
                  <a:pt x="8842503" y="3462572"/>
                  <a:pt x="8846863" y="3468981"/>
                </a:cubicBezTo>
                <a:cubicBezTo>
                  <a:pt x="8881714" y="3521040"/>
                  <a:pt x="8917610" y="3574725"/>
                  <a:pt x="8960046" y="3620389"/>
                </a:cubicBezTo>
                <a:cubicBezTo>
                  <a:pt x="8847240" y="3316219"/>
                  <a:pt x="8665033" y="3014288"/>
                  <a:pt x="8380521" y="2850596"/>
                </a:cubicBezTo>
                <a:close/>
                <a:moveTo>
                  <a:pt x="9854151" y="2642862"/>
                </a:moveTo>
                <a:cubicBezTo>
                  <a:pt x="9862376" y="2644690"/>
                  <a:pt x="9868748" y="2649859"/>
                  <a:pt x="9871341" y="2659697"/>
                </a:cubicBezTo>
                <a:cubicBezTo>
                  <a:pt x="9936549" y="2907705"/>
                  <a:pt x="10004418" y="3164740"/>
                  <a:pt x="9966678" y="3423399"/>
                </a:cubicBezTo>
                <a:cubicBezTo>
                  <a:pt x="9951724" y="3524170"/>
                  <a:pt x="9914841" y="3605244"/>
                  <a:pt x="9880832" y="3700562"/>
                </a:cubicBezTo>
                <a:cubicBezTo>
                  <a:pt x="9817639" y="3880472"/>
                  <a:pt x="9825316" y="4002022"/>
                  <a:pt x="9896024" y="4178295"/>
                </a:cubicBezTo>
                <a:cubicBezTo>
                  <a:pt x="10068034" y="4289020"/>
                  <a:pt x="10235704" y="4406341"/>
                  <a:pt x="10395379" y="4531843"/>
                </a:cubicBezTo>
                <a:cubicBezTo>
                  <a:pt x="10227815" y="4223610"/>
                  <a:pt x="10104867" y="3926696"/>
                  <a:pt x="10225980" y="3561061"/>
                </a:cubicBezTo>
                <a:cubicBezTo>
                  <a:pt x="10233239" y="3539559"/>
                  <a:pt x="10303382" y="3509255"/>
                  <a:pt x="10314210" y="3538353"/>
                </a:cubicBezTo>
                <a:cubicBezTo>
                  <a:pt x="10408734" y="3779872"/>
                  <a:pt x="10497596" y="4023472"/>
                  <a:pt x="10573663" y="4271430"/>
                </a:cubicBezTo>
                <a:cubicBezTo>
                  <a:pt x="10618238" y="4415363"/>
                  <a:pt x="10653304" y="4549296"/>
                  <a:pt x="10583736" y="4688819"/>
                </a:cubicBezTo>
                <a:cubicBezTo>
                  <a:pt x="10685909" y="4776757"/>
                  <a:pt x="10784700" y="4869157"/>
                  <a:pt x="10880472" y="4966558"/>
                </a:cubicBezTo>
                <a:cubicBezTo>
                  <a:pt x="10849056" y="4499967"/>
                  <a:pt x="11034230" y="4066538"/>
                  <a:pt x="11231212" y="3645474"/>
                </a:cubicBezTo>
                <a:cubicBezTo>
                  <a:pt x="11242138" y="3622394"/>
                  <a:pt x="11319709" y="3598841"/>
                  <a:pt x="11317765" y="3638405"/>
                </a:cubicBezTo>
                <a:cubicBezTo>
                  <a:pt x="11295958" y="4125233"/>
                  <a:pt x="11372236" y="4676562"/>
                  <a:pt x="10982911" y="5051260"/>
                </a:cubicBezTo>
                <a:cubicBezTo>
                  <a:pt x="10979389" y="5054277"/>
                  <a:pt x="10974419" y="5057456"/>
                  <a:pt x="10968747" y="5059552"/>
                </a:cubicBezTo>
                <a:cubicBezTo>
                  <a:pt x="11069120" y="5167803"/>
                  <a:pt x="11166116" y="5280511"/>
                  <a:pt x="11258020" y="5401078"/>
                </a:cubicBezTo>
                <a:cubicBezTo>
                  <a:pt x="11414501" y="5606795"/>
                  <a:pt x="11558425" y="5822089"/>
                  <a:pt x="11688741" y="6045312"/>
                </a:cubicBezTo>
                <a:cubicBezTo>
                  <a:pt x="11728326" y="5923422"/>
                  <a:pt x="11744133" y="5789920"/>
                  <a:pt x="11794425" y="5681109"/>
                </a:cubicBezTo>
                <a:cubicBezTo>
                  <a:pt x="11793785" y="5677682"/>
                  <a:pt x="11793359" y="5673360"/>
                  <a:pt x="11792727" y="5669934"/>
                </a:cubicBezTo>
                <a:cubicBezTo>
                  <a:pt x="11786706" y="5671483"/>
                  <a:pt x="11780344" y="5672486"/>
                  <a:pt x="11776744" y="5671723"/>
                </a:cubicBezTo>
                <a:cubicBezTo>
                  <a:pt x="11442886" y="5608574"/>
                  <a:pt x="11457436" y="4983823"/>
                  <a:pt x="11442546" y="4736592"/>
                </a:cubicBezTo>
                <a:cubicBezTo>
                  <a:pt x="11441155" y="4713728"/>
                  <a:pt x="11514076" y="4687776"/>
                  <a:pt x="11527771" y="4704317"/>
                </a:cubicBezTo>
                <a:cubicBezTo>
                  <a:pt x="11715804" y="4928943"/>
                  <a:pt x="11799388" y="5187422"/>
                  <a:pt x="11851542" y="5463703"/>
                </a:cubicBezTo>
                <a:cubicBezTo>
                  <a:pt x="11913004" y="5353500"/>
                  <a:pt x="12015977" y="5250086"/>
                  <a:pt x="12122505" y="5156948"/>
                </a:cubicBezTo>
                <a:lnTo>
                  <a:pt x="12192002" y="5098973"/>
                </a:lnTo>
                <a:lnTo>
                  <a:pt x="12192001" y="5160062"/>
                </a:lnTo>
                <a:lnTo>
                  <a:pt x="12155105" y="5191181"/>
                </a:lnTo>
                <a:cubicBezTo>
                  <a:pt x="12056052" y="5282318"/>
                  <a:pt x="11965498" y="5385071"/>
                  <a:pt x="11918903" y="5491132"/>
                </a:cubicBezTo>
                <a:cubicBezTo>
                  <a:pt x="11960691" y="5426848"/>
                  <a:pt x="12011970" y="5370101"/>
                  <a:pt x="12067554" y="5317498"/>
                </a:cubicBezTo>
                <a:lnTo>
                  <a:pt x="12192001" y="5211391"/>
                </a:lnTo>
                <a:lnTo>
                  <a:pt x="12192001" y="5251558"/>
                </a:lnTo>
                <a:lnTo>
                  <a:pt x="12087498" y="5340764"/>
                </a:lnTo>
                <a:cubicBezTo>
                  <a:pt x="12032329" y="5393102"/>
                  <a:pt x="11981742" y="5449408"/>
                  <a:pt x="11941335" y="5512809"/>
                </a:cubicBezTo>
                <a:cubicBezTo>
                  <a:pt x="11925082" y="5538523"/>
                  <a:pt x="11910985" y="5565169"/>
                  <a:pt x="11898139" y="5592553"/>
                </a:cubicBezTo>
                <a:cubicBezTo>
                  <a:pt x="11945914" y="5558922"/>
                  <a:pt x="11992854" y="5522778"/>
                  <a:pt x="12037359" y="5482816"/>
                </a:cubicBezTo>
                <a:lnTo>
                  <a:pt x="12192001" y="5330890"/>
                </a:lnTo>
                <a:lnTo>
                  <a:pt x="12192001" y="5402911"/>
                </a:lnTo>
                <a:lnTo>
                  <a:pt x="12054488" y="5533939"/>
                </a:lnTo>
                <a:cubicBezTo>
                  <a:pt x="12007570" y="5576210"/>
                  <a:pt x="11919625" y="5622495"/>
                  <a:pt x="11880977" y="5674040"/>
                </a:cubicBezTo>
                <a:cubicBezTo>
                  <a:pt x="11880428" y="5674391"/>
                  <a:pt x="11880223" y="5675288"/>
                  <a:pt x="11879666" y="5675644"/>
                </a:cubicBezTo>
                <a:cubicBezTo>
                  <a:pt x="11877599" y="5678494"/>
                  <a:pt x="11875186" y="5680803"/>
                  <a:pt x="11873674" y="5683306"/>
                </a:cubicBezTo>
                <a:cubicBezTo>
                  <a:pt x="11806563" y="5791374"/>
                  <a:pt x="11801847" y="5992131"/>
                  <a:pt x="11738608" y="6118417"/>
                </a:cubicBezTo>
                <a:cubicBezTo>
                  <a:pt x="11737642" y="6120562"/>
                  <a:pt x="11735234" y="6122876"/>
                  <a:pt x="11732820" y="6125184"/>
                </a:cubicBezTo>
                <a:cubicBezTo>
                  <a:pt x="11856220" y="6344593"/>
                  <a:pt x="11965159" y="6571523"/>
                  <a:pt x="12058063" y="6805045"/>
                </a:cubicBezTo>
                <a:lnTo>
                  <a:pt x="12077722" y="6857999"/>
                </a:lnTo>
                <a:lnTo>
                  <a:pt x="11980831" y="6857999"/>
                </a:lnTo>
                <a:lnTo>
                  <a:pt x="11842370" y="6532596"/>
                </a:lnTo>
                <a:lnTo>
                  <a:pt x="11807118" y="6461642"/>
                </a:lnTo>
                <a:cubicBezTo>
                  <a:pt x="11675874" y="6190726"/>
                  <a:pt x="11523363" y="5930353"/>
                  <a:pt x="11352410" y="5682534"/>
                </a:cubicBezTo>
                <a:cubicBezTo>
                  <a:pt x="11349154" y="5682314"/>
                  <a:pt x="11346248" y="5682642"/>
                  <a:pt x="11344098" y="5681717"/>
                </a:cubicBezTo>
                <a:cubicBezTo>
                  <a:pt x="11146884" y="5607050"/>
                  <a:pt x="10940954" y="5574737"/>
                  <a:pt x="10730809" y="5585749"/>
                </a:cubicBezTo>
                <a:cubicBezTo>
                  <a:pt x="10726045" y="5588034"/>
                  <a:pt x="10720166" y="5591021"/>
                  <a:pt x="10713050" y="5593271"/>
                </a:cubicBezTo>
                <a:cubicBezTo>
                  <a:pt x="10300570" y="5732161"/>
                  <a:pt x="9845774" y="5640588"/>
                  <a:pt x="9420192" y="5692050"/>
                </a:cubicBezTo>
                <a:cubicBezTo>
                  <a:pt x="9405112" y="5694029"/>
                  <a:pt x="9380308" y="5686903"/>
                  <a:pt x="9404066" y="5671708"/>
                </a:cubicBezTo>
                <a:cubicBezTo>
                  <a:pt x="9811305" y="5415077"/>
                  <a:pt x="10269729" y="5333413"/>
                  <a:pt x="10712309" y="5538562"/>
                </a:cubicBezTo>
                <a:cubicBezTo>
                  <a:pt x="10909559" y="5522006"/>
                  <a:pt x="11103888" y="5541041"/>
                  <a:pt x="11291486" y="5595804"/>
                </a:cubicBezTo>
                <a:cubicBezTo>
                  <a:pt x="11253937" y="5543176"/>
                  <a:pt x="11215832" y="5490905"/>
                  <a:pt x="11176624" y="5439340"/>
                </a:cubicBezTo>
                <a:cubicBezTo>
                  <a:pt x="11019444" y="5232532"/>
                  <a:pt x="10848144" y="5046247"/>
                  <a:pt x="10665962" y="4874588"/>
                </a:cubicBezTo>
                <a:cubicBezTo>
                  <a:pt x="10659400" y="4876493"/>
                  <a:pt x="10653378" y="4878043"/>
                  <a:pt x="10647017" y="4879047"/>
                </a:cubicBezTo>
                <a:cubicBezTo>
                  <a:pt x="10469841" y="4937947"/>
                  <a:pt x="10294852" y="4989315"/>
                  <a:pt x="10107096" y="4989072"/>
                </a:cubicBezTo>
                <a:cubicBezTo>
                  <a:pt x="9884392" y="4988955"/>
                  <a:pt x="9658777" y="4947776"/>
                  <a:pt x="9439953" y="4909921"/>
                </a:cubicBezTo>
                <a:cubicBezTo>
                  <a:pt x="9408584" y="4904693"/>
                  <a:pt x="9464056" y="4874580"/>
                  <a:pt x="9470279" y="4872131"/>
                </a:cubicBezTo>
                <a:cubicBezTo>
                  <a:pt x="9777078" y="4772480"/>
                  <a:pt x="10227985" y="4680296"/>
                  <a:pt x="10565024" y="4781269"/>
                </a:cubicBezTo>
                <a:cubicBezTo>
                  <a:pt x="10362949" y="4601638"/>
                  <a:pt x="10148128" y="4438593"/>
                  <a:pt x="9922490" y="4287833"/>
                </a:cubicBezTo>
                <a:cubicBezTo>
                  <a:pt x="9921938" y="4288186"/>
                  <a:pt x="9921032" y="4287993"/>
                  <a:pt x="9920481" y="4288346"/>
                </a:cubicBezTo>
                <a:cubicBezTo>
                  <a:pt x="9919033" y="4288508"/>
                  <a:pt x="9917026" y="4289026"/>
                  <a:pt x="9916127" y="4288836"/>
                </a:cubicBezTo>
                <a:cubicBezTo>
                  <a:pt x="9902906" y="4288860"/>
                  <a:pt x="9795895" y="4364971"/>
                  <a:pt x="9791125" y="4367248"/>
                </a:cubicBezTo>
                <a:cubicBezTo>
                  <a:pt x="9707175" y="4406384"/>
                  <a:pt x="9617775" y="4432133"/>
                  <a:pt x="9528364" y="4451767"/>
                </a:cubicBezTo>
                <a:cubicBezTo>
                  <a:pt x="9228232" y="4518029"/>
                  <a:pt x="8927622" y="4526349"/>
                  <a:pt x="8629850" y="4613329"/>
                </a:cubicBezTo>
                <a:cubicBezTo>
                  <a:pt x="8609591" y="4619390"/>
                  <a:pt x="8554225" y="4618011"/>
                  <a:pt x="8600239" y="4596243"/>
                </a:cubicBezTo>
                <a:cubicBezTo>
                  <a:pt x="8928850" y="4438196"/>
                  <a:pt x="9367700" y="4136057"/>
                  <a:pt x="9761570" y="4182283"/>
                </a:cubicBezTo>
                <a:cubicBezTo>
                  <a:pt x="9633677" y="4101602"/>
                  <a:pt x="9502269" y="4023929"/>
                  <a:pt x="9368237" y="3949470"/>
                </a:cubicBezTo>
                <a:cubicBezTo>
                  <a:pt x="9363677" y="3950852"/>
                  <a:pt x="9358768" y="3951697"/>
                  <a:pt x="9354614" y="3951288"/>
                </a:cubicBezTo>
                <a:cubicBezTo>
                  <a:pt x="9045666" y="4112095"/>
                  <a:pt x="8711508" y="4184792"/>
                  <a:pt x="8364351" y="4159267"/>
                </a:cubicBezTo>
                <a:cubicBezTo>
                  <a:pt x="8322605" y="4156073"/>
                  <a:pt x="8373028" y="4125362"/>
                  <a:pt x="8386567" y="4119760"/>
                </a:cubicBezTo>
                <a:cubicBezTo>
                  <a:pt x="8661942" y="4017222"/>
                  <a:pt x="8938634" y="3857115"/>
                  <a:pt x="9231713" y="3873539"/>
                </a:cubicBezTo>
                <a:cubicBezTo>
                  <a:pt x="9162796" y="3836374"/>
                  <a:pt x="9093324" y="3799562"/>
                  <a:pt x="9023301" y="3763109"/>
                </a:cubicBezTo>
                <a:cubicBezTo>
                  <a:pt x="9018245" y="3762512"/>
                  <a:pt x="9014299" y="3761207"/>
                  <a:pt x="9010556" y="3758998"/>
                </a:cubicBezTo>
                <a:cubicBezTo>
                  <a:pt x="8818026" y="3719652"/>
                  <a:pt x="8714888" y="3571783"/>
                  <a:pt x="8604324" y="3417171"/>
                </a:cubicBezTo>
                <a:cubicBezTo>
                  <a:pt x="8460937" y="3216099"/>
                  <a:pt x="8313620" y="2999153"/>
                  <a:pt x="8218577" y="2770227"/>
                </a:cubicBezTo>
                <a:cubicBezTo>
                  <a:pt x="8215211" y="2762227"/>
                  <a:pt x="8217371" y="2755481"/>
                  <a:pt x="8222774" y="2749954"/>
                </a:cubicBezTo>
                <a:cubicBezTo>
                  <a:pt x="8238990" y="2733370"/>
                  <a:pt x="8284424" y="2727735"/>
                  <a:pt x="8297623" y="2731935"/>
                </a:cubicBezTo>
                <a:cubicBezTo>
                  <a:pt x="8726387" y="2883841"/>
                  <a:pt x="8964880" y="3311498"/>
                  <a:pt x="9090618" y="3716225"/>
                </a:cubicBezTo>
                <a:cubicBezTo>
                  <a:pt x="9321070" y="3835548"/>
                  <a:pt x="9546131" y="3959850"/>
                  <a:pt x="9762441" y="4093587"/>
                </a:cubicBezTo>
                <a:cubicBezTo>
                  <a:pt x="9739891" y="4035197"/>
                  <a:pt x="9720655" y="3974696"/>
                  <a:pt x="9717826" y="3916719"/>
                </a:cubicBezTo>
                <a:cubicBezTo>
                  <a:pt x="9716379" y="3916883"/>
                  <a:pt x="9714371" y="3917401"/>
                  <a:pt x="9713123" y="3916663"/>
                </a:cubicBezTo>
                <a:cubicBezTo>
                  <a:pt x="9419408" y="3876118"/>
                  <a:pt x="9276568" y="3571232"/>
                  <a:pt x="9175594" y="3326950"/>
                </a:cubicBezTo>
                <a:cubicBezTo>
                  <a:pt x="9162477" y="3295477"/>
                  <a:pt x="9234580" y="3273123"/>
                  <a:pt x="9253941" y="3287566"/>
                </a:cubicBezTo>
                <a:cubicBezTo>
                  <a:pt x="9396995" y="3390749"/>
                  <a:pt x="9519263" y="3506453"/>
                  <a:pt x="9625671" y="3639960"/>
                </a:cubicBezTo>
                <a:cubicBezTo>
                  <a:pt x="9622492" y="3540061"/>
                  <a:pt x="9637797" y="3439839"/>
                  <a:pt x="9656881" y="3333361"/>
                </a:cubicBezTo>
                <a:cubicBezTo>
                  <a:pt x="9696972" y="3116116"/>
                  <a:pt x="9713720" y="2891570"/>
                  <a:pt x="9782066" y="2680771"/>
                </a:cubicBezTo>
                <a:cubicBezTo>
                  <a:pt x="9788129" y="2661952"/>
                  <a:pt x="9829478" y="2637374"/>
                  <a:pt x="9854151" y="2642862"/>
                </a:cubicBezTo>
                <a:close/>
                <a:moveTo>
                  <a:pt x="11114299" y="2390555"/>
                </a:moveTo>
                <a:lnTo>
                  <a:pt x="11113373" y="2392739"/>
                </a:lnTo>
                <a:lnTo>
                  <a:pt x="11117197" y="2394358"/>
                </a:lnTo>
                <a:cubicBezTo>
                  <a:pt x="11116333" y="2393349"/>
                  <a:pt x="11115474" y="2392343"/>
                  <a:pt x="11114299" y="2390555"/>
                </a:cubicBezTo>
                <a:close/>
                <a:moveTo>
                  <a:pt x="10506276" y="2118977"/>
                </a:moveTo>
                <a:cubicBezTo>
                  <a:pt x="10510550" y="2257918"/>
                  <a:pt x="10470507" y="2393544"/>
                  <a:pt x="10431542" y="2525128"/>
                </a:cubicBezTo>
                <a:cubicBezTo>
                  <a:pt x="10417502" y="2571972"/>
                  <a:pt x="10403548" y="2620144"/>
                  <a:pt x="10391375" y="2667145"/>
                </a:cubicBezTo>
                <a:cubicBezTo>
                  <a:pt x="10377290" y="2721696"/>
                  <a:pt x="10366481" y="2777642"/>
                  <a:pt x="10355047" y="2832031"/>
                </a:cubicBezTo>
                <a:lnTo>
                  <a:pt x="10336080" y="2927011"/>
                </a:lnTo>
                <a:cubicBezTo>
                  <a:pt x="10349636" y="2893472"/>
                  <a:pt x="10367643" y="2846374"/>
                  <a:pt x="10389394" y="2782834"/>
                </a:cubicBezTo>
                <a:cubicBezTo>
                  <a:pt x="10448427" y="2611467"/>
                  <a:pt x="10546967" y="2325483"/>
                  <a:pt x="10506276" y="2118977"/>
                </a:cubicBezTo>
                <a:close/>
                <a:moveTo>
                  <a:pt x="11538179" y="2090376"/>
                </a:moveTo>
                <a:cubicBezTo>
                  <a:pt x="11552237" y="2136248"/>
                  <a:pt x="11565750" y="2181883"/>
                  <a:pt x="11577479" y="2228695"/>
                </a:cubicBezTo>
                <a:lnTo>
                  <a:pt x="11586754" y="2266098"/>
                </a:lnTo>
                <a:cubicBezTo>
                  <a:pt x="11593656" y="2295423"/>
                  <a:pt x="11600787" y="2324193"/>
                  <a:pt x="11609011" y="2353427"/>
                </a:cubicBezTo>
                <a:cubicBezTo>
                  <a:pt x="11644349" y="2475257"/>
                  <a:pt x="11704023" y="2591295"/>
                  <a:pt x="11761579" y="2703223"/>
                </a:cubicBezTo>
                <a:cubicBezTo>
                  <a:pt x="11802170" y="2782214"/>
                  <a:pt x="11843944" y="2862994"/>
                  <a:pt x="11877711" y="2947465"/>
                </a:cubicBezTo>
                <a:cubicBezTo>
                  <a:pt x="11815017" y="2640863"/>
                  <a:pt x="11724956" y="2342636"/>
                  <a:pt x="11538179" y="2090376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11488421" y="2034549"/>
                </a:moveTo>
                <a:cubicBezTo>
                  <a:pt x="11459234" y="2371132"/>
                  <a:pt x="11651925" y="2658088"/>
                  <a:pt x="11840356" y="2932293"/>
                </a:cubicBezTo>
                <a:cubicBezTo>
                  <a:pt x="11809128" y="2858555"/>
                  <a:pt x="11772688" y="2786473"/>
                  <a:pt x="11736331" y="2715710"/>
                </a:cubicBezTo>
                <a:cubicBezTo>
                  <a:pt x="11678147" y="2602235"/>
                  <a:pt x="11617611" y="2485181"/>
                  <a:pt x="11581560" y="2360474"/>
                </a:cubicBezTo>
                <a:cubicBezTo>
                  <a:pt x="11573334" y="2331239"/>
                  <a:pt x="11565889" y="2301693"/>
                  <a:pt x="11558442" y="2272139"/>
                </a:cubicBezTo>
                <a:lnTo>
                  <a:pt x="11549169" y="2234734"/>
                </a:lnTo>
                <a:cubicBezTo>
                  <a:pt x="11532130" y="2167007"/>
                  <a:pt x="11511443" y="2100302"/>
                  <a:pt x="11488421" y="2034549"/>
                </a:cubicBezTo>
                <a:close/>
                <a:moveTo>
                  <a:pt x="10468916" y="2032338"/>
                </a:moveTo>
                <a:cubicBezTo>
                  <a:pt x="10450533" y="2081859"/>
                  <a:pt x="10434093" y="2132840"/>
                  <a:pt x="10421480" y="2185446"/>
                </a:cubicBezTo>
                <a:cubicBezTo>
                  <a:pt x="10388668" y="2317695"/>
                  <a:pt x="10374105" y="2457032"/>
                  <a:pt x="10351264" y="2591574"/>
                </a:cubicBezTo>
                <a:cubicBezTo>
                  <a:pt x="10332355" y="2700098"/>
                  <a:pt x="10281261" y="2959166"/>
                  <a:pt x="10294485" y="2991809"/>
                </a:cubicBezTo>
                <a:lnTo>
                  <a:pt x="10327850" y="2826310"/>
                </a:lnTo>
                <a:cubicBezTo>
                  <a:pt x="10338741" y="2771690"/>
                  <a:pt x="10350331" y="2715434"/>
                  <a:pt x="10364099" y="2660098"/>
                </a:cubicBezTo>
                <a:cubicBezTo>
                  <a:pt x="10376185" y="2611783"/>
                  <a:pt x="10390682" y="2563843"/>
                  <a:pt x="10404725" y="2516991"/>
                </a:cubicBezTo>
                <a:cubicBezTo>
                  <a:pt x="10443463" y="2385961"/>
                  <a:pt x="10483500" y="2250332"/>
                  <a:pt x="10478071" y="2114122"/>
                </a:cubicBezTo>
                <a:cubicBezTo>
                  <a:pt x="10476867" y="2086568"/>
                  <a:pt x="10473555" y="2059413"/>
                  <a:pt x="10468916" y="2032338"/>
                </a:cubicBezTo>
                <a:close/>
                <a:moveTo>
                  <a:pt x="10573132" y="1991479"/>
                </a:moveTo>
                <a:cubicBezTo>
                  <a:pt x="10722027" y="2144650"/>
                  <a:pt x="10877543" y="2280670"/>
                  <a:pt x="11066880" y="2371770"/>
                </a:cubicBezTo>
                <a:cubicBezTo>
                  <a:pt x="10930664" y="2234271"/>
                  <a:pt x="10767866" y="2088089"/>
                  <a:pt x="10573132" y="1991479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0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lnTo>
                  <a:pt x="5764974" y="2799609"/>
                </a:ln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0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6" y="2637633"/>
                </a:cubicBezTo>
                <a:cubicBezTo>
                  <a:pt x="5803017" y="2582794"/>
                  <a:pt x="5810097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10578769" y="1962963"/>
                </a:moveTo>
                <a:cubicBezTo>
                  <a:pt x="10773649" y="2057701"/>
                  <a:pt x="10936285" y="2201237"/>
                  <a:pt x="11073823" y="2338658"/>
                </a:cubicBezTo>
                <a:cubicBezTo>
                  <a:pt x="10938241" y="2169232"/>
                  <a:pt x="10752627" y="1968969"/>
                  <a:pt x="10578769" y="1962963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9518298" y="1338235"/>
                </a:moveTo>
                <a:cubicBezTo>
                  <a:pt x="9531977" y="1651120"/>
                  <a:pt x="9677527" y="1999242"/>
                  <a:pt x="9838009" y="2272553"/>
                </a:cubicBezTo>
                <a:cubicBezTo>
                  <a:pt x="9825312" y="2235634"/>
                  <a:pt x="9815180" y="2197225"/>
                  <a:pt x="9805906" y="2159819"/>
                </a:cubicBezTo>
                <a:lnTo>
                  <a:pt x="9801623" y="2142555"/>
                </a:lnTo>
                <a:cubicBezTo>
                  <a:pt x="9756626" y="1964482"/>
                  <a:pt x="9698390" y="1787247"/>
                  <a:pt x="9628671" y="1617375"/>
                </a:cubicBezTo>
                <a:cubicBezTo>
                  <a:pt x="9618364" y="1593060"/>
                  <a:pt x="9608603" y="1568967"/>
                  <a:pt x="9598299" y="1544643"/>
                </a:cubicBezTo>
                <a:cubicBezTo>
                  <a:pt x="9570133" y="1477354"/>
                  <a:pt x="9541339" y="1408510"/>
                  <a:pt x="9518298" y="1338235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9528078" y="1278636"/>
                </a:moveTo>
                <a:cubicBezTo>
                  <a:pt x="9552982" y="1365794"/>
                  <a:pt x="9588937" y="1451189"/>
                  <a:pt x="9623946" y="1534260"/>
                </a:cubicBezTo>
                <a:lnTo>
                  <a:pt x="9654858" y="1607218"/>
                </a:lnTo>
                <a:cubicBezTo>
                  <a:pt x="9724183" y="1774989"/>
                  <a:pt x="9781702" y="1949347"/>
                  <a:pt x="9826304" y="2125320"/>
                </a:cubicBezTo>
                <a:cubicBezTo>
                  <a:pt x="9794296" y="1963695"/>
                  <a:pt x="9753660" y="1804203"/>
                  <a:pt x="9701198" y="1646797"/>
                </a:cubicBezTo>
                <a:cubicBezTo>
                  <a:pt x="9655682" y="1511000"/>
                  <a:pt x="9586050" y="1397178"/>
                  <a:pt x="9528078" y="1278636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4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9441752" y="1245311"/>
                </a:moveTo>
                <a:cubicBezTo>
                  <a:pt x="9367449" y="1271794"/>
                  <a:pt x="9313207" y="1329954"/>
                  <a:pt x="9278979" y="1406236"/>
                </a:cubicBezTo>
                <a:cubicBezTo>
                  <a:pt x="9261017" y="1445630"/>
                  <a:pt x="9242585" y="1502850"/>
                  <a:pt x="9235540" y="1546869"/>
                </a:cubicBezTo>
                <a:cubicBezTo>
                  <a:pt x="9223867" y="1618535"/>
                  <a:pt x="9230001" y="1614698"/>
                  <a:pt x="9264074" y="1557016"/>
                </a:cubicBezTo>
                <a:cubicBezTo>
                  <a:pt x="9325587" y="1454296"/>
                  <a:pt x="9384605" y="1349880"/>
                  <a:pt x="9441752" y="1245311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4" y="1426507"/>
                  <a:pt x="6301876" y="1340642"/>
                  <a:pt x="6548420" y="1214599"/>
                </a:cubicBezTo>
                <a:cubicBezTo>
                  <a:pt x="6567440" y="1204628"/>
                  <a:pt x="6586456" y="1194658"/>
                  <a:pt x="6605473" y="1184686"/>
                </a:cubicBez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cubicBezTo>
                  <a:pt x="4001933" y="1038196"/>
                  <a:pt x="4000861" y="1038973"/>
                  <a:pt x="4000324" y="1039362"/>
                </a:cubicBezTo>
                <a:cubicBezTo>
                  <a:pt x="4001046" y="1040360"/>
                  <a:pt x="4002134" y="1041861"/>
                  <a:pt x="4002862" y="1042866"/>
                </a:cubicBez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12149131" y="959050"/>
                </a:moveTo>
                <a:cubicBezTo>
                  <a:pt x="12135265" y="975072"/>
                  <a:pt x="12121401" y="991089"/>
                  <a:pt x="12105664" y="1006960"/>
                </a:cubicBezTo>
                <a:cubicBezTo>
                  <a:pt x="12040174" y="1071943"/>
                  <a:pt x="11966532" y="1125748"/>
                  <a:pt x="11883102" y="1184424"/>
                </a:cubicBezTo>
                <a:cubicBezTo>
                  <a:pt x="11822339" y="1227583"/>
                  <a:pt x="11746281" y="1281016"/>
                  <a:pt x="11665174" y="1317493"/>
                </a:cubicBezTo>
                <a:cubicBezTo>
                  <a:pt x="11640620" y="1328342"/>
                  <a:pt x="11615753" y="1338416"/>
                  <a:pt x="11590337" y="1348256"/>
                </a:cubicBezTo>
                <a:cubicBezTo>
                  <a:pt x="11556383" y="1361567"/>
                  <a:pt x="11523739" y="1374791"/>
                  <a:pt x="11492588" y="1390573"/>
                </a:cubicBezTo>
                <a:cubicBezTo>
                  <a:pt x="11632969" y="1358579"/>
                  <a:pt x="11770492" y="1298342"/>
                  <a:pt x="11888865" y="1220988"/>
                </a:cubicBezTo>
                <a:cubicBezTo>
                  <a:pt x="11984266" y="1158366"/>
                  <a:pt x="12085135" y="1064584"/>
                  <a:pt x="12149131" y="959050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12190084" y="854709"/>
                </a:moveTo>
                <a:cubicBezTo>
                  <a:pt x="12181324" y="863235"/>
                  <a:pt x="12172252" y="870980"/>
                  <a:pt x="12162947" y="879275"/>
                </a:cubicBezTo>
                <a:cubicBezTo>
                  <a:pt x="12028326" y="998039"/>
                  <a:pt x="11883371" y="1121443"/>
                  <a:pt x="11721478" y="1216434"/>
                </a:cubicBezTo>
                <a:lnTo>
                  <a:pt x="11680712" y="1239730"/>
                </a:lnTo>
                <a:cubicBezTo>
                  <a:pt x="11620220" y="1274640"/>
                  <a:pt x="11558177" y="1310180"/>
                  <a:pt x="11505347" y="1352837"/>
                </a:cubicBezTo>
                <a:cubicBezTo>
                  <a:pt x="11530133" y="1341442"/>
                  <a:pt x="11555544" y="1331600"/>
                  <a:pt x="11580962" y="1321759"/>
                </a:cubicBezTo>
                <a:cubicBezTo>
                  <a:pt x="11605590" y="1312227"/>
                  <a:pt x="11630227" y="1302697"/>
                  <a:pt x="11654234" y="1291618"/>
                </a:cubicBezTo>
                <a:cubicBezTo>
                  <a:pt x="11733018" y="1256083"/>
                  <a:pt x="11807521" y="1203284"/>
                  <a:pt x="11867274" y="1160983"/>
                </a:cubicBezTo>
                <a:cubicBezTo>
                  <a:pt x="11949151" y="1102940"/>
                  <a:pt x="12022324" y="1050225"/>
                  <a:pt x="12086035" y="986418"/>
                </a:cubicBezTo>
                <a:cubicBezTo>
                  <a:pt x="12128278" y="944429"/>
                  <a:pt x="12163191" y="899980"/>
                  <a:pt x="12190084" y="854709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cubicBezTo>
                  <a:pt x="5405093" y="912428"/>
                  <a:pt x="5432627" y="913077"/>
                  <a:pt x="5460148" y="911442"/>
                </a:cubicBezTo>
                <a:cubicBezTo>
                  <a:pt x="5522934" y="908669"/>
                  <a:pt x="5586937" y="899666"/>
                  <a:pt x="5648970" y="891331"/>
                </a:cubicBezTo>
                <a:cubicBezTo>
                  <a:pt x="5712973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8924104" y="777000"/>
                </a:moveTo>
                <a:cubicBezTo>
                  <a:pt x="8923664" y="782606"/>
                  <a:pt x="8922673" y="787979"/>
                  <a:pt x="8921999" y="794136"/>
                </a:cubicBezTo>
                <a:cubicBezTo>
                  <a:pt x="8919582" y="810498"/>
                  <a:pt x="8917940" y="826538"/>
                  <a:pt x="8916066" y="843129"/>
                </a:cubicBezTo>
                <a:cubicBezTo>
                  <a:pt x="8910698" y="896870"/>
                  <a:pt x="8909926" y="951907"/>
                  <a:pt x="8909852" y="1005313"/>
                </a:cubicBezTo>
                <a:cubicBezTo>
                  <a:pt x="8907936" y="1206014"/>
                  <a:pt x="8906433" y="1413328"/>
                  <a:pt x="8936982" y="1614896"/>
                </a:cubicBezTo>
                <a:lnTo>
                  <a:pt x="8939706" y="1632791"/>
                </a:lnTo>
                <a:lnTo>
                  <a:pt x="8946691" y="1680170"/>
                </a:lnTo>
                <a:cubicBezTo>
                  <a:pt x="8947341" y="1669501"/>
                  <a:pt x="8947217" y="1659149"/>
                  <a:pt x="8947643" y="1649028"/>
                </a:cubicBezTo>
                <a:cubicBezTo>
                  <a:pt x="8950646" y="1394060"/>
                  <a:pt x="8954155" y="1130296"/>
                  <a:pt x="8931687" y="871628"/>
                </a:cubicBezTo>
                <a:lnTo>
                  <a:pt x="8929804" y="850229"/>
                </a:lnTo>
                <a:cubicBezTo>
                  <a:pt x="8927750" y="826182"/>
                  <a:pt x="8925696" y="802134"/>
                  <a:pt x="8924104" y="777000"/>
                </a:cubicBezTo>
                <a:close/>
                <a:moveTo>
                  <a:pt x="8951219" y="764662"/>
                </a:moveTo>
                <a:cubicBezTo>
                  <a:pt x="8952434" y="792211"/>
                  <a:pt x="8955277" y="820458"/>
                  <a:pt x="8957270" y="847698"/>
                </a:cubicBezTo>
                <a:lnTo>
                  <a:pt x="8959153" y="869097"/>
                </a:lnTo>
                <a:cubicBezTo>
                  <a:pt x="8981354" y="1119277"/>
                  <a:pt x="8978808" y="1373147"/>
                  <a:pt x="8976081" y="1619865"/>
                </a:cubicBezTo>
                <a:cubicBezTo>
                  <a:pt x="9043646" y="1335574"/>
                  <a:pt x="9035127" y="1045475"/>
                  <a:pt x="8951219" y="764662"/>
                </a:cubicBezTo>
                <a:close/>
                <a:moveTo>
                  <a:pt x="8898081" y="630137"/>
                </a:moveTo>
                <a:cubicBezTo>
                  <a:pt x="8735190" y="940376"/>
                  <a:pt x="8800852" y="1302315"/>
                  <a:pt x="8910095" y="1626691"/>
                </a:cubicBezTo>
                <a:lnTo>
                  <a:pt x="8908822" y="1619067"/>
                </a:lnTo>
                <a:cubicBezTo>
                  <a:pt x="8877873" y="1415398"/>
                  <a:pt x="8879292" y="1206762"/>
                  <a:pt x="8881669" y="1004967"/>
                </a:cubicBezTo>
                <a:cubicBezTo>
                  <a:pt x="8881975" y="951016"/>
                  <a:pt x="8882434" y="895204"/>
                  <a:pt x="8888265" y="840369"/>
                </a:cubicBezTo>
                <a:cubicBezTo>
                  <a:pt x="8890137" y="823783"/>
                  <a:pt x="8892011" y="807192"/>
                  <a:pt x="8894429" y="790831"/>
                </a:cubicBezTo>
                <a:cubicBezTo>
                  <a:pt x="8901122" y="737010"/>
                  <a:pt x="8907725" y="681866"/>
                  <a:pt x="8898081" y="630137"/>
                </a:cubicBezTo>
                <a:close/>
                <a:moveTo>
                  <a:pt x="11491396" y="623931"/>
                </a:moveTo>
                <a:cubicBezTo>
                  <a:pt x="11465686" y="637515"/>
                  <a:pt x="11440209" y="650546"/>
                  <a:pt x="11413329" y="662344"/>
                </a:cubicBezTo>
                <a:cubicBezTo>
                  <a:pt x="11268660" y="727282"/>
                  <a:pt x="11113102" y="758642"/>
                  <a:pt x="10966547" y="818916"/>
                </a:cubicBezTo>
                <a:cubicBezTo>
                  <a:pt x="10793574" y="889896"/>
                  <a:pt x="10652020" y="1008307"/>
                  <a:pt x="10498883" y="1111507"/>
                </a:cubicBezTo>
                <a:cubicBezTo>
                  <a:pt x="10559155" y="1098395"/>
                  <a:pt x="10616158" y="1067158"/>
                  <a:pt x="10671292" y="1035777"/>
                </a:cubicBezTo>
                <a:lnTo>
                  <a:pt x="10685894" y="1027151"/>
                </a:lnTo>
                <a:cubicBezTo>
                  <a:pt x="10821548" y="950027"/>
                  <a:pt x="10965272" y="882756"/>
                  <a:pt x="11104337" y="817377"/>
                </a:cubicBezTo>
                <a:cubicBezTo>
                  <a:pt x="11233375" y="757414"/>
                  <a:pt x="11364889" y="694633"/>
                  <a:pt x="11491396" y="623931"/>
                </a:cubicBezTo>
                <a:close/>
                <a:moveTo>
                  <a:pt x="10779304" y="584486"/>
                </a:moveTo>
                <a:cubicBezTo>
                  <a:pt x="10740583" y="648568"/>
                  <a:pt x="10699136" y="711502"/>
                  <a:pt x="10658378" y="772788"/>
                </a:cubicBezTo>
                <a:cubicBezTo>
                  <a:pt x="10594579" y="868744"/>
                  <a:pt x="10529620" y="967431"/>
                  <a:pt x="10475581" y="1070739"/>
                </a:cubicBezTo>
                <a:cubicBezTo>
                  <a:pt x="10578194" y="966751"/>
                  <a:pt x="10672522" y="819977"/>
                  <a:pt x="10735178" y="693281"/>
                </a:cubicBezTo>
                <a:close/>
                <a:moveTo>
                  <a:pt x="10132488" y="518596"/>
                </a:moveTo>
                <a:cubicBezTo>
                  <a:pt x="10047856" y="532980"/>
                  <a:pt x="9963302" y="548687"/>
                  <a:pt x="9879465" y="567273"/>
                </a:cubicBezTo>
                <a:cubicBezTo>
                  <a:pt x="9683016" y="611580"/>
                  <a:pt x="9523495" y="697916"/>
                  <a:pt x="9364243" y="809468"/>
                </a:cubicBezTo>
                <a:cubicBezTo>
                  <a:pt x="9364793" y="809701"/>
                  <a:pt x="9365336" y="809931"/>
                  <a:pt x="9366655" y="809848"/>
                </a:cubicBezTo>
                <a:cubicBezTo>
                  <a:pt x="9558665" y="728900"/>
                  <a:pt x="9742999" y="656935"/>
                  <a:pt x="9914233" y="596159"/>
                </a:cubicBezTo>
                <a:close/>
                <a:moveTo>
                  <a:pt x="10264524" y="501747"/>
                </a:moveTo>
                <a:lnTo>
                  <a:pt x="9922837" y="622979"/>
                </a:lnTo>
                <a:cubicBezTo>
                  <a:pt x="9763806" y="679263"/>
                  <a:pt x="9594234" y="745243"/>
                  <a:pt x="9416908" y="818889"/>
                </a:cubicBezTo>
                <a:cubicBezTo>
                  <a:pt x="9417689" y="818579"/>
                  <a:pt x="9417689" y="818579"/>
                  <a:pt x="9418234" y="818810"/>
                </a:cubicBezTo>
                <a:cubicBezTo>
                  <a:pt x="9717394" y="764555"/>
                  <a:pt x="10002904" y="633058"/>
                  <a:pt x="10264524" y="501747"/>
                </a:cubicBezTo>
                <a:close/>
                <a:moveTo>
                  <a:pt x="10802699" y="488163"/>
                </a:moveTo>
                <a:lnTo>
                  <a:pt x="10618739" y="734118"/>
                </a:lnTo>
                <a:lnTo>
                  <a:pt x="10604580" y="753877"/>
                </a:lnTo>
                <a:cubicBezTo>
                  <a:pt x="10575714" y="793161"/>
                  <a:pt x="10550336" y="828772"/>
                  <a:pt x="10529643" y="867004"/>
                </a:cubicBezTo>
                <a:cubicBezTo>
                  <a:pt x="10501301" y="918746"/>
                  <a:pt x="10479284" y="973805"/>
                  <a:pt x="10462194" y="1035452"/>
                </a:cubicBezTo>
                <a:cubicBezTo>
                  <a:pt x="10514547" y="939156"/>
                  <a:pt x="10575176" y="847655"/>
                  <a:pt x="10635117" y="757788"/>
                </a:cubicBezTo>
                <a:cubicBezTo>
                  <a:pt x="10692800" y="670189"/>
                  <a:pt x="10751735" y="581180"/>
                  <a:pt x="10802699" y="488163"/>
                </a:cubicBezTo>
                <a:close/>
                <a:moveTo>
                  <a:pt x="10359107" y="485136"/>
                </a:moveTo>
                <a:cubicBezTo>
                  <a:pt x="10100692" y="616512"/>
                  <a:pt x="9815681" y="755947"/>
                  <a:pt x="9515108" y="825701"/>
                </a:cubicBezTo>
                <a:cubicBezTo>
                  <a:pt x="9825509" y="831572"/>
                  <a:pt x="10104184" y="667562"/>
                  <a:pt x="10359107" y="485136"/>
                </a:cubicBezTo>
                <a:close/>
                <a:moveTo>
                  <a:pt x="11886089" y="483936"/>
                </a:moveTo>
                <a:cubicBezTo>
                  <a:pt x="11800033" y="547295"/>
                  <a:pt x="11710455" y="605296"/>
                  <a:pt x="11622890" y="661575"/>
                </a:cubicBezTo>
                <a:cubicBezTo>
                  <a:pt x="11437051" y="781189"/>
                  <a:pt x="11244843" y="905190"/>
                  <a:pt x="11038640" y="996875"/>
                </a:cubicBezTo>
                <a:cubicBezTo>
                  <a:pt x="10885656" y="1064725"/>
                  <a:pt x="10725662" y="1114166"/>
                  <a:pt x="10561310" y="1145020"/>
                </a:cubicBezTo>
                <a:cubicBezTo>
                  <a:pt x="10596460" y="1154752"/>
                  <a:pt x="10632933" y="1164394"/>
                  <a:pt x="10675127" y="1163586"/>
                </a:cubicBezTo>
                <a:cubicBezTo>
                  <a:pt x="10827145" y="1160350"/>
                  <a:pt x="10989398" y="1058435"/>
                  <a:pt x="11120351" y="990907"/>
                </a:cubicBezTo>
                <a:cubicBezTo>
                  <a:pt x="11302032" y="897860"/>
                  <a:pt x="11481110" y="797268"/>
                  <a:pt x="11648506" y="680145"/>
                </a:cubicBezTo>
                <a:cubicBezTo>
                  <a:pt x="11691733" y="649515"/>
                  <a:pt x="11821224" y="550475"/>
                  <a:pt x="11886089" y="483936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10784544" y="465669"/>
                </a:moveTo>
                <a:cubicBezTo>
                  <a:pt x="10662409" y="521478"/>
                  <a:pt x="10422179" y="894258"/>
                  <a:pt x="10426419" y="1062158"/>
                </a:cubicBezTo>
                <a:cubicBezTo>
                  <a:pt x="10438657" y="1011968"/>
                  <a:pt x="10453241" y="965354"/>
                  <a:pt x="10471732" y="921679"/>
                </a:cubicBezTo>
                <a:cubicBezTo>
                  <a:pt x="10481672" y="898200"/>
                  <a:pt x="10492705" y="875187"/>
                  <a:pt x="10504824" y="852631"/>
                </a:cubicBezTo>
                <a:cubicBezTo>
                  <a:pt x="10526215" y="812759"/>
                  <a:pt x="10552604" y="776291"/>
                  <a:pt x="10582237" y="736692"/>
                </a:cubicBezTo>
                <a:lnTo>
                  <a:pt x="10596401" y="716935"/>
                </a:lnTo>
                <a:cubicBezTo>
                  <a:pt x="10661482" y="628604"/>
                  <a:pt x="10720448" y="548625"/>
                  <a:pt x="10784544" y="465669"/>
                </a:cubicBezTo>
                <a:close/>
                <a:moveTo>
                  <a:pt x="11916494" y="422768"/>
                </a:moveTo>
                <a:cubicBezTo>
                  <a:pt x="11840345" y="436884"/>
                  <a:pt x="11770712" y="482734"/>
                  <a:pt x="11703185" y="528178"/>
                </a:cubicBezTo>
                <a:lnTo>
                  <a:pt x="11680755" y="543149"/>
                </a:lnTo>
                <a:cubicBezTo>
                  <a:pt x="11503085" y="661715"/>
                  <a:pt x="11307002" y="753816"/>
                  <a:pt x="11116818" y="842623"/>
                </a:cubicBezTo>
                <a:cubicBezTo>
                  <a:pt x="10977992" y="907459"/>
                  <a:pt x="10835051" y="974411"/>
                  <a:pt x="10700164" y="1051220"/>
                </a:cubicBezTo>
                <a:lnTo>
                  <a:pt x="10685570" y="1059849"/>
                </a:lnTo>
                <a:cubicBezTo>
                  <a:pt x="10652486" y="1078679"/>
                  <a:pt x="10619176" y="1098052"/>
                  <a:pt x="10584288" y="1113543"/>
                </a:cubicBezTo>
                <a:cubicBezTo>
                  <a:pt x="10736655" y="1082118"/>
                  <a:pt x="10884823" y="1034762"/>
                  <a:pt x="11026698" y="971858"/>
                </a:cubicBezTo>
                <a:cubicBezTo>
                  <a:pt x="11231114" y="881353"/>
                  <a:pt x="11422542" y="757667"/>
                  <a:pt x="11607604" y="638368"/>
                </a:cubicBezTo>
                <a:cubicBezTo>
                  <a:pt x="11712249" y="570645"/>
                  <a:pt x="11819449" y="501435"/>
                  <a:pt x="11919452" y="423380"/>
                </a:cubicBezTo>
                <a:cubicBezTo>
                  <a:pt x="11918363" y="422918"/>
                  <a:pt x="11917811" y="422686"/>
                  <a:pt x="11916494" y="422768"/>
                </a:cubicBezTo>
                <a:close/>
                <a:moveTo>
                  <a:pt x="8148168" y="416949"/>
                </a:moveTo>
                <a:cubicBezTo>
                  <a:pt x="8041447" y="489578"/>
                  <a:pt x="7951585" y="589312"/>
                  <a:pt x="7862052" y="694330"/>
                </a:cubicBezTo>
                <a:lnTo>
                  <a:pt x="7808002" y="759654"/>
                </a:lnTo>
                <a:close/>
                <a:moveTo>
                  <a:pt x="8295299" y="416143"/>
                </a:moveTo>
                <a:cubicBezTo>
                  <a:pt x="8303328" y="454953"/>
                  <a:pt x="8309263" y="494162"/>
                  <a:pt x="8309124" y="534021"/>
                </a:cubicBezTo>
                <a:cubicBezTo>
                  <a:pt x="8309177" y="581042"/>
                  <a:pt x="8301211" y="627240"/>
                  <a:pt x="8293154" y="672115"/>
                </a:cubicBezTo>
                <a:cubicBezTo>
                  <a:pt x="8287455" y="703824"/>
                  <a:pt x="8281839" y="736857"/>
                  <a:pt x="8279099" y="769176"/>
                </a:cubicBezTo>
                <a:cubicBezTo>
                  <a:pt x="8271208" y="866910"/>
                  <a:pt x="8290164" y="965070"/>
                  <a:pt x="8309186" y="1060039"/>
                </a:cubicBezTo>
                <a:cubicBezTo>
                  <a:pt x="8338258" y="1208834"/>
                  <a:pt x="8368983" y="1362838"/>
                  <a:pt x="8410512" y="1511108"/>
                </a:cubicBezTo>
                <a:cubicBezTo>
                  <a:pt x="8445511" y="1186645"/>
                  <a:pt x="8463496" y="815698"/>
                  <a:pt x="8351657" y="521768"/>
                </a:cubicBezTo>
                <a:cubicBezTo>
                  <a:pt x="8336376" y="481820"/>
                  <a:pt x="8314355" y="448679"/>
                  <a:pt x="8295299" y="416143"/>
                </a:cubicBezTo>
                <a:close/>
                <a:moveTo>
                  <a:pt x="8266483" y="414244"/>
                </a:moveTo>
                <a:cubicBezTo>
                  <a:pt x="8162811" y="736679"/>
                  <a:pt x="8223592" y="1050836"/>
                  <a:pt x="8343425" y="1357811"/>
                </a:cubicBezTo>
                <a:cubicBezTo>
                  <a:pt x="8320496" y="1259904"/>
                  <a:pt x="8300994" y="1161513"/>
                  <a:pt x="8282114" y="1064671"/>
                </a:cubicBezTo>
                <a:cubicBezTo>
                  <a:pt x="8263238" y="967838"/>
                  <a:pt x="8243336" y="867346"/>
                  <a:pt x="8251298" y="766414"/>
                </a:cubicBezTo>
                <a:cubicBezTo>
                  <a:pt x="8253954" y="732777"/>
                  <a:pt x="8259797" y="699198"/>
                  <a:pt x="8265729" y="666939"/>
                </a:cubicBezTo>
                <a:cubicBezTo>
                  <a:pt x="8273319" y="623158"/>
                  <a:pt x="8281376" y="578281"/>
                  <a:pt x="8281494" y="533909"/>
                </a:cubicBezTo>
                <a:cubicBezTo>
                  <a:pt x="8281080" y="493822"/>
                  <a:pt x="8274834" y="453832"/>
                  <a:pt x="8266483" y="414244"/>
                </a:cubicBezTo>
                <a:close/>
                <a:moveTo>
                  <a:pt x="8140802" y="388720"/>
                </a:moveTo>
                <a:cubicBezTo>
                  <a:pt x="8028462" y="422924"/>
                  <a:pt x="7941106" y="490876"/>
                  <a:pt x="7860379" y="596411"/>
                </a:cubicBezTo>
                <a:cubicBezTo>
                  <a:pt x="7812773" y="658663"/>
                  <a:pt x="7772566" y="720182"/>
                  <a:pt x="7737688" y="790400"/>
                </a:cubicBezTo>
                <a:cubicBezTo>
                  <a:pt x="7733439" y="798902"/>
                  <a:pt x="7729892" y="805767"/>
                  <a:pt x="7726885" y="812869"/>
                </a:cubicBezTo>
                <a:cubicBezTo>
                  <a:pt x="7764906" y="767160"/>
                  <a:pt x="7802380" y="721219"/>
                  <a:pt x="7840490" y="676832"/>
                </a:cubicBezTo>
                <a:cubicBezTo>
                  <a:pt x="7933738" y="567590"/>
                  <a:pt x="8028101" y="463327"/>
                  <a:pt x="8140802" y="388720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5" y="246988"/>
                  <a:pt x="5760847" y="254734"/>
                  <a:pt x="5736947" y="261367"/>
                </a:cubicBezTo>
                <a:cubicBezTo>
                  <a:pt x="5638132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cubicBezTo>
                  <a:pt x="5242649" y="257191"/>
                  <a:pt x="5225557" y="257369"/>
                  <a:pt x="5208466" y="257550"/>
                </a:cubicBez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1" y="231951"/>
                </a:cubicBezTo>
                <a:cubicBezTo>
                  <a:pt x="5794994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3" y="228123"/>
                </a:cubicBezTo>
                <a:cubicBezTo>
                  <a:pt x="5227195" y="227945"/>
                  <a:pt x="5244285" y="227765"/>
                  <a:pt x="5261015" y="227087"/>
                </a:cubicBezTo>
                <a:cubicBezTo>
                  <a:pt x="5463242" y="223204"/>
                  <a:pt x="5667966" y="183171"/>
                  <a:pt x="5861181" y="143093"/>
                </a:cubicBezTo>
                <a:cubicBezTo>
                  <a:pt x="5895330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9095810" y="0"/>
                </a:moveTo>
                <a:lnTo>
                  <a:pt x="9215999" y="0"/>
                </a:lnTo>
                <a:lnTo>
                  <a:pt x="9250991" y="17650"/>
                </a:lnTo>
                <a:cubicBezTo>
                  <a:pt x="9345825" y="54329"/>
                  <a:pt x="9448424" y="64330"/>
                  <a:pt x="9551793" y="69947"/>
                </a:cubicBezTo>
                <a:cubicBezTo>
                  <a:pt x="9773323" y="81971"/>
                  <a:pt x="9993517" y="56091"/>
                  <a:pt x="10211701" y="15192"/>
                </a:cubicBezTo>
                <a:cubicBezTo>
                  <a:pt x="10030564" y="37013"/>
                  <a:pt x="9847820" y="45912"/>
                  <a:pt x="9665014" y="41266"/>
                </a:cubicBezTo>
                <a:cubicBezTo>
                  <a:pt x="9560295" y="38460"/>
                  <a:pt x="9467175" y="31066"/>
                  <a:pt x="9382567" y="18583"/>
                </a:cubicBezTo>
                <a:lnTo>
                  <a:pt x="9283159" y="0"/>
                </a:lnTo>
                <a:lnTo>
                  <a:pt x="9469266" y="0"/>
                </a:lnTo>
                <a:lnTo>
                  <a:pt x="9504117" y="4274"/>
                </a:lnTo>
                <a:cubicBezTo>
                  <a:pt x="9555272" y="8689"/>
                  <a:pt x="9609472" y="11637"/>
                  <a:pt x="9667223" y="13232"/>
                </a:cubicBezTo>
                <a:cubicBezTo>
                  <a:pt x="9740740" y="15225"/>
                  <a:pt x="9814266" y="15008"/>
                  <a:pt x="9887703" y="12601"/>
                </a:cubicBezTo>
                <a:lnTo>
                  <a:pt x="10088930" y="0"/>
                </a:lnTo>
                <a:lnTo>
                  <a:pt x="10544171" y="0"/>
                </a:lnTo>
                <a:lnTo>
                  <a:pt x="10392396" y="36772"/>
                </a:lnTo>
                <a:cubicBezTo>
                  <a:pt x="10070832" y="110795"/>
                  <a:pt x="9739873" y="167441"/>
                  <a:pt x="9413803" y="131277"/>
                </a:cubicBezTo>
                <a:cubicBezTo>
                  <a:pt x="9315472" y="120226"/>
                  <a:pt x="9243539" y="84460"/>
                  <a:pt x="9174626" y="44983"/>
                </a:cubicBezTo>
                <a:close/>
                <a:moveTo>
                  <a:pt x="8474998" y="0"/>
                </a:moveTo>
                <a:lnTo>
                  <a:pt x="8573502" y="0"/>
                </a:lnTo>
                <a:lnTo>
                  <a:pt x="8659539" y="117664"/>
                </a:lnTo>
                <a:cubicBezTo>
                  <a:pt x="8833725" y="341427"/>
                  <a:pt x="9029703" y="551148"/>
                  <a:pt x="9248507" y="743734"/>
                </a:cubicBezTo>
                <a:cubicBezTo>
                  <a:pt x="9268744" y="761313"/>
                  <a:pt x="9289217" y="778348"/>
                  <a:pt x="9309457" y="795932"/>
                </a:cubicBezTo>
                <a:cubicBezTo>
                  <a:pt x="9458210" y="686371"/>
                  <a:pt x="9607233" y="585288"/>
                  <a:pt x="9785496" y="530713"/>
                </a:cubicBezTo>
                <a:cubicBezTo>
                  <a:pt x="10009630" y="462073"/>
                  <a:pt x="10250992" y="434854"/>
                  <a:pt x="10482828" y="399738"/>
                </a:cubicBezTo>
                <a:cubicBezTo>
                  <a:pt x="10519933" y="394202"/>
                  <a:pt x="10478550" y="453937"/>
                  <a:pt x="10468382" y="461219"/>
                </a:cubicBezTo>
                <a:cubicBezTo>
                  <a:pt x="10161572" y="688641"/>
                  <a:pt x="9818370" y="924476"/>
                  <a:pt x="9430790" y="895589"/>
                </a:cubicBezTo>
                <a:cubicBezTo>
                  <a:pt x="9617112" y="1044003"/>
                  <a:pt x="9813963" y="1178199"/>
                  <a:pt x="10019780" y="1298815"/>
                </a:cubicBezTo>
                <a:cubicBezTo>
                  <a:pt x="10142151" y="1263712"/>
                  <a:pt x="10256792" y="1186061"/>
                  <a:pt x="10372218" y="1146081"/>
                </a:cubicBezTo>
                <a:cubicBezTo>
                  <a:pt x="10279439" y="901425"/>
                  <a:pt x="10751513" y="443317"/>
                  <a:pt x="10896429" y="310883"/>
                </a:cubicBezTo>
                <a:cubicBezTo>
                  <a:pt x="10907980" y="300321"/>
                  <a:pt x="10927341" y="295643"/>
                  <a:pt x="10919735" y="318176"/>
                </a:cubicBezTo>
                <a:cubicBezTo>
                  <a:pt x="10845552" y="531416"/>
                  <a:pt x="10769057" y="750112"/>
                  <a:pt x="10637064" y="935661"/>
                </a:cubicBezTo>
                <a:cubicBezTo>
                  <a:pt x="10618262" y="961821"/>
                  <a:pt x="10471373" y="1105010"/>
                  <a:pt x="10516995" y="1070245"/>
                </a:cubicBezTo>
                <a:cubicBezTo>
                  <a:pt x="10630585" y="984423"/>
                  <a:pt x="10740230" y="886628"/>
                  <a:pt x="10868835" y="815534"/>
                </a:cubicBezTo>
                <a:cubicBezTo>
                  <a:pt x="11133493" y="669415"/>
                  <a:pt x="11435682" y="612577"/>
                  <a:pt x="11704547" y="465665"/>
                </a:cubicBezTo>
                <a:cubicBezTo>
                  <a:pt x="11748194" y="441649"/>
                  <a:pt x="11962368" y="287033"/>
                  <a:pt x="12033562" y="350012"/>
                </a:cubicBezTo>
                <a:cubicBezTo>
                  <a:pt x="12042008" y="357446"/>
                  <a:pt x="12029170" y="377121"/>
                  <a:pt x="12025537" y="382666"/>
                </a:cubicBezTo>
                <a:cubicBezTo>
                  <a:pt x="11835636" y="694348"/>
                  <a:pt x="11402055" y="895784"/>
                  <a:pt x="11088649" y="1056676"/>
                </a:cubicBezTo>
                <a:cubicBezTo>
                  <a:pt x="10916755" y="1144851"/>
                  <a:pt x="10757473" y="1230645"/>
                  <a:pt x="10561600" y="1229477"/>
                </a:cubicBezTo>
                <a:cubicBezTo>
                  <a:pt x="10456897" y="1228927"/>
                  <a:pt x="10388434" y="1221837"/>
                  <a:pt x="10280797" y="1263181"/>
                </a:cubicBezTo>
                <a:cubicBezTo>
                  <a:pt x="10214114" y="1288380"/>
                  <a:pt x="10149765" y="1312641"/>
                  <a:pt x="10083376" y="1334114"/>
                </a:cubicBezTo>
                <a:cubicBezTo>
                  <a:pt x="10323674" y="1470609"/>
                  <a:pt x="10574467" y="1588379"/>
                  <a:pt x="10832582" y="1687356"/>
                </a:cubicBezTo>
                <a:cubicBezTo>
                  <a:pt x="10835145" y="1685866"/>
                  <a:pt x="10837160" y="1684144"/>
                  <a:pt x="10839263" y="1683743"/>
                </a:cubicBezTo>
                <a:cubicBezTo>
                  <a:pt x="11026680" y="1639479"/>
                  <a:pt x="11198523" y="1559010"/>
                  <a:pt x="11350910" y="1443899"/>
                </a:cubicBezTo>
                <a:cubicBezTo>
                  <a:pt x="11353302" y="1439761"/>
                  <a:pt x="11356166" y="1434532"/>
                  <a:pt x="11360346" y="1429225"/>
                </a:cubicBezTo>
                <a:cubicBezTo>
                  <a:pt x="11568454" y="1154547"/>
                  <a:pt x="11893126" y="995756"/>
                  <a:pt x="12167580" y="789523"/>
                </a:cubicBezTo>
                <a:lnTo>
                  <a:pt x="12192000" y="769876"/>
                </a:lnTo>
                <a:lnTo>
                  <a:pt x="12192000" y="802845"/>
                </a:lnTo>
                <a:lnTo>
                  <a:pt x="12173558" y="821317"/>
                </a:lnTo>
                <a:cubicBezTo>
                  <a:pt x="12156328" y="839775"/>
                  <a:pt x="12135859" y="862655"/>
                  <a:pt x="12117398" y="877374"/>
                </a:cubicBezTo>
                <a:cubicBezTo>
                  <a:pt x="11911342" y="1038644"/>
                  <a:pt x="11659100" y="1158472"/>
                  <a:pt x="11472926" y="1344259"/>
                </a:cubicBezTo>
                <a:cubicBezTo>
                  <a:pt x="11530856" y="1294104"/>
                  <a:pt x="11599815" y="1254410"/>
                  <a:pt x="11666978" y="1215889"/>
                </a:cubicBezTo>
                <a:cubicBezTo>
                  <a:pt x="11680568" y="1208123"/>
                  <a:pt x="11694155" y="1200357"/>
                  <a:pt x="11707200" y="1192361"/>
                </a:cubicBezTo>
                <a:cubicBezTo>
                  <a:pt x="11867081" y="1099094"/>
                  <a:pt x="12010478" y="976320"/>
                  <a:pt x="12144637" y="858646"/>
                </a:cubicBezTo>
                <a:lnTo>
                  <a:pt x="12192000" y="810414"/>
                </a:lnTo>
                <a:lnTo>
                  <a:pt x="12192000" y="916439"/>
                </a:lnTo>
                <a:lnTo>
                  <a:pt x="12150630" y="982925"/>
                </a:lnTo>
                <a:cubicBezTo>
                  <a:pt x="11972246" y="1237618"/>
                  <a:pt x="11719654" y="1416530"/>
                  <a:pt x="11389484" y="1469889"/>
                </a:cubicBezTo>
                <a:cubicBezTo>
                  <a:pt x="11249700" y="1582602"/>
                  <a:pt x="11093517" y="1667134"/>
                  <a:pt x="10923736" y="1721439"/>
                </a:cubicBezTo>
                <a:cubicBezTo>
                  <a:pt x="10979487" y="1741826"/>
                  <a:pt x="11035469" y="1761662"/>
                  <a:pt x="11091913" y="1780406"/>
                </a:cubicBezTo>
                <a:cubicBezTo>
                  <a:pt x="11318237" y="1855623"/>
                  <a:pt x="11544464" y="1908264"/>
                  <a:pt x="11771238" y="1944400"/>
                </a:cubicBezTo>
                <a:cubicBezTo>
                  <a:pt x="11775181" y="1939634"/>
                  <a:pt x="11778904" y="1935410"/>
                  <a:pt x="11783166" y="1931422"/>
                </a:cubicBezTo>
                <a:cubicBezTo>
                  <a:pt x="11885723" y="1797152"/>
                  <a:pt x="11990570" y="1669642"/>
                  <a:pt x="12131988" y="1574357"/>
                </a:cubicBezTo>
                <a:lnTo>
                  <a:pt x="12192000" y="1537429"/>
                </a:lnTo>
                <a:lnTo>
                  <a:pt x="12192000" y="1589108"/>
                </a:lnTo>
                <a:lnTo>
                  <a:pt x="12112105" y="1640352"/>
                </a:lnTo>
                <a:cubicBezTo>
                  <a:pt x="12011319" y="1713959"/>
                  <a:pt x="11928638" y="1801479"/>
                  <a:pt x="11849203" y="1900149"/>
                </a:cubicBezTo>
                <a:cubicBezTo>
                  <a:pt x="11883038" y="1876488"/>
                  <a:pt x="11915071" y="1849494"/>
                  <a:pt x="11946326" y="1822808"/>
                </a:cubicBezTo>
                <a:cubicBezTo>
                  <a:pt x="11980834" y="1792997"/>
                  <a:pt x="12017130" y="1762011"/>
                  <a:pt x="12055863" y="1735914"/>
                </a:cubicBezTo>
                <a:cubicBezTo>
                  <a:pt x="12086678" y="1714840"/>
                  <a:pt x="12119524" y="1696556"/>
                  <a:pt x="12150816" y="1678902"/>
                </a:cubicBezTo>
                <a:lnTo>
                  <a:pt x="12192000" y="1655121"/>
                </a:lnTo>
                <a:lnTo>
                  <a:pt x="12192000" y="1686869"/>
                </a:lnTo>
                <a:lnTo>
                  <a:pt x="12163772" y="1703058"/>
                </a:lnTo>
                <a:cubicBezTo>
                  <a:pt x="12132704" y="1720165"/>
                  <a:pt x="12100405" y="1738677"/>
                  <a:pt x="12070597" y="1758893"/>
                </a:cubicBezTo>
                <a:cubicBezTo>
                  <a:pt x="12033422" y="1784357"/>
                  <a:pt x="11997904" y="1815035"/>
                  <a:pt x="11963621" y="1844299"/>
                </a:cubicBezTo>
                <a:cubicBezTo>
                  <a:pt x="11938421" y="1865816"/>
                  <a:pt x="11913214" y="1887338"/>
                  <a:pt x="11886604" y="1907617"/>
                </a:cubicBezTo>
                <a:cubicBezTo>
                  <a:pt x="11977116" y="1884856"/>
                  <a:pt x="12067233" y="1841647"/>
                  <a:pt x="12153575" y="1786372"/>
                </a:cubicBezTo>
                <a:lnTo>
                  <a:pt x="12192000" y="1759693"/>
                </a:lnTo>
                <a:lnTo>
                  <a:pt x="12192000" y="1809459"/>
                </a:lnTo>
                <a:lnTo>
                  <a:pt x="12121362" y="1857561"/>
                </a:lnTo>
                <a:cubicBezTo>
                  <a:pt x="12048187" y="1902591"/>
                  <a:pt x="11972544" y="1939172"/>
                  <a:pt x="11895949" y="1963079"/>
                </a:cubicBezTo>
                <a:lnTo>
                  <a:pt x="12192000" y="1990579"/>
                </a:lnTo>
                <a:lnTo>
                  <a:pt x="12192000" y="2065582"/>
                </a:lnTo>
                <a:lnTo>
                  <a:pt x="12153918" y="2063926"/>
                </a:lnTo>
                <a:lnTo>
                  <a:pt x="12192000" y="2085104"/>
                </a:lnTo>
                <a:lnTo>
                  <a:pt x="12192000" y="2178471"/>
                </a:lnTo>
                <a:lnTo>
                  <a:pt x="12085355" y="2122457"/>
                </a:lnTo>
                <a:lnTo>
                  <a:pt x="12192000" y="2196158"/>
                </a:lnTo>
                <a:lnTo>
                  <a:pt x="12192000" y="2230374"/>
                </a:lnTo>
                <a:lnTo>
                  <a:pt x="12041237" y="2126309"/>
                </a:lnTo>
                <a:cubicBezTo>
                  <a:pt x="12076493" y="2177612"/>
                  <a:pt x="12124001" y="2222030"/>
                  <a:pt x="12174450" y="2262541"/>
                </a:cubicBezTo>
                <a:lnTo>
                  <a:pt x="12192000" y="2275857"/>
                </a:lnTo>
                <a:lnTo>
                  <a:pt x="12192000" y="2377131"/>
                </a:lnTo>
                <a:lnTo>
                  <a:pt x="12155801" y="2349925"/>
                </a:lnTo>
                <a:cubicBezTo>
                  <a:pt x="12047062" y="2264619"/>
                  <a:pt x="11950704" y="2181979"/>
                  <a:pt x="11930164" y="2041945"/>
                </a:cubicBezTo>
                <a:cubicBezTo>
                  <a:pt x="11807338" y="2027929"/>
                  <a:pt x="11684723" y="2008847"/>
                  <a:pt x="11561767" y="1984479"/>
                </a:cubicBezTo>
                <a:cubicBezTo>
                  <a:pt x="11829168" y="2318516"/>
                  <a:pt x="11916257" y="2737804"/>
                  <a:pt x="11987997" y="3153822"/>
                </a:cubicBezTo>
                <a:cubicBezTo>
                  <a:pt x="11991834" y="3176690"/>
                  <a:pt x="11945766" y="3233800"/>
                  <a:pt x="11926558" y="3203134"/>
                </a:cubicBezTo>
                <a:cubicBezTo>
                  <a:pt x="11688637" y="2826855"/>
                  <a:pt x="11343207" y="2452063"/>
                  <a:pt x="11440430" y="1973028"/>
                </a:cubicBezTo>
                <a:cubicBezTo>
                  <a:pt x="11441503" y="1968973"/>
                  <a:pt x="11443583" y="1964061"/>
                  <a:pt x="11446754" y="1959605"/>
                </a:cubicBezTo>
                <a:cubicBezTo>
                  <a:pt x="11314670" y="1929437"/>
                  <a:pt x="11182797" y="1894208"/>
                  <a:pt x="11050651" y="1850495"/>
                </a:cubicBezTo>
                <a:cubicBezTo>
                  <a:pt x="10825423" y="1775743"/>
                  <a:pt x="10604642" y="1687421"/>
                  <a:pt x="10389960" y="1586232"/>
                </a:cubicBezTo>
                <a:cubicBezTo>
                  <a:pt x="10423849" y="1697796"/>
                  <a:pt x="10481699" y="1805979"/>
                  <a:pt x="10500699" y="1913175"/>
                </a:cubicBezTo>
                <a:cubicBezTo>
                  <a:pt x="10502971" y="1915419"/>
                  <a:pt x="10505550" y="1918445"/>
                  <a:pt x="10507814" y="1920694"/>
                </a:cubicBezTo>
                <a:cubicBezTo>
                  <a:pt x="10511536" y="1916469"/>
                  <a:pt x="10515800" y="1912482"/>
                  <a:pt x="10518908" y="1911226"/>
                </a:cubicBezTo>
                <a:cubicBezTo>
                  <a:pt x="10803133" y="1788841"/>
                  <a:pt x="11118572" y="2264893"/>
                  <a:pt x="11258935" y="2442781"/>
                </a:cubicBezTo>
                <a:cubicBezTo>
                  <a:pt x="11271929" y="2459223"/>
                  <a:pt x="11230610" y="2515770"/>
                  <a:pt x="11211663" y="2510325"/>
                </a:cubicBezTo>
                <a:cubicBezTo>
                  <a:pt x="10952813" y="2437432"/>
                  <a:pt x="10754880" y="2286035"/>
                  <a:pt x="10571295" y="2105302"/>
                </a:cubicBezTo>
                <a:cubicBezTo>
                  <a:pt x="10593939" y="2333141"/>
                  <a:pt x="10477445" y="2625036"/>
                  <a:pt x="10435737" y="2805672"/>
                </a:cubicBezTo>
                <a:cubicBezTo>
                  <a:pt x="10398299" y="2965580"/>
                  <a:pt x="10359478" y="3078554"/>
                  <a:pt x="10206831" y="3151701"/>
                </a:cubicBezTo>
                <a:cubicBezTo>
                  <a:pt x="10193935" y="3157832"/>
                  <a:pt x="10194572" y="3142650"/>
                  <a:pt x="10196482" y="3135084"/>
                </a:cubicBezTo>
                <a:cubicBezTo>
                  <a:pt x="10274073" y="2811909"/>
                  <a:pt x="10304290" y="2478979"/>
                  <a:pt x="10381882" y="2155807"/>
                </a:cubicBezTo>
                <a:cubicBezTo>
                  <a:pt x="10395105" y="2100241"/>
                  <a:pt x="10437104" y="2020803"/>
                  <a:pt x="10439260" y="1962486"/>
                </a:cubicBezTo>
                <a:cubicBezTo>
                  <a:pt x="10439491" y="1961942"/>
                  <a:pt x="10439175" y="1961166"/>
                  <a:pt x="10439409" y="1960615"/>
                </a:cubicBezTo>
                <a:cubicBezTo>
                  <a:pt x="10439475" y="1957427"/>
                  <a:pt x="10440085" y="1954468"/>
                  <a:pt x="10439915" y="1951821"/>
                </a:cubicBezTo>
                <a:cubicBezTo>
                  <a:pt x="10433959" y="1836632"/>
                  <a:pt x="10332627" y="1683636"/>
                  <a:pt x="10314241" y="1556749"/>
                </a:cubicBezTo>
                <a:cubicBezTo>
                  <a:pt x="10313847" y="1554649"/>
                  <a:pt x="10314451" y="1551688"/>
                  <a:pt x="10315061" y="1548729"/>
                </a:cubicBezTo>
                <a:cubicBezTo>
                  <a:pt x="10038413" y="1412938"/>
                  <a:pt x="9774128" y="1254043"/>
                  <a:pt x="9526158" y="1071804"/>
                </a:cubicBezTo>
                <a:cubicBezTo>
                  <a:pt x="9586547" y="1245450"/>
                  <a:pt x="9699054" y="1407035"/>
                  <a:pt x="9758689" y="1585512"/>
                </a:cubicBezTo>
                <a:cubicBezTo>
                  <a:pt x="9851296" y="1860991"/>
                  <a:pt x="9909066" y="2144264"/>
                  <a:pt x="9941392" y="2432858"/>
                </a:cubicBezTo>
                <a:cubicBezTo>
                  <a:pt x="9942776" y="2446319"/>
                  <a:pt x="9898852" y="2512059"/>
                  <a:pt x="9887724" y="2495762"/>
                </a:cubicBezTo>
                <a:cubicBezTo>
                  <a:pt x="9758830" y="2305989"/>
                  <a:pt x="9675953" y="2083557"/>
                  <a:pt x="9587446" y="1872898"/>
                </a:cubicBezTo>
                <a:cubicBezTo>
                  <a:pt x="9504836" y="1675682"/>
                  <a:pt x="9450239" y="1492905"/>
                  <a:pt x="9462810" y="1288346"/>
                </a:cubicBezTo>
                <a:cubicBezTo>
                  <a:pt x="9416080" y="1372857"/>
                  <a:pt x="9368030" y="1457457"/>
                  <a:pt x="9318575" y="1540820"/>
                </a:cubicBezTo>
                <a:cubicBezTo>
                  <a:pt x="9284037" y="1599587"/>
                  <a:pt x="9257140" y="1661598"/>
                  <a:pt x="9191090" y="1688355"/>
                </a:cubicBezTo>
                <a:cubicBezTo>
                  <a:pt x="9186426" y="1690241"/>
                  <a:pt x="9179411" y="1688563"/>
                  <a:pt x="9177757" y="1683354"/>
                </a:cubicBezTo>
                <a:cubicBezTo>
                  <a:pt x="9143528" y="1583238"/>
                  <a:pt x="9220115" y="1420588"/>
                  <a:pt x="9274865" y="1336896"/>
                </a:cubicBezTo>
                <a:cubicBezTo>
                  <a:pt x="9324504" y="1260695"/>
                  <a:pt x="9393212" y="1200294"/>
                  <a:pt x="9478649" y="1173376"/>
                </a:cubicBezTo>
                <a:cubicBezTo>
                  <a:pt x="9479343" y="1171736"/>
                  <a:pt x="9480811" y="1169782"/>
                  <a:pt x="9482281" y="1167830"/>
                </a:cubicBezTo>
                <a:cubicBezTo>
                  <a:pt x="9463542" y="1119335"/>
                  <a:pt x="9448141" y="1069035"/>
                  <a:pt x="9438637" y="1015438"/>
                </a:cubicBezTo>
                <a:cubicBezTo>
                  <a:pt x="9438473" y="1012795"/>
                  <a:pt x="9438847" y="1010377"/>
                  <a:pt x="9439458" y="1007420"/>
                </a:cubicBezTo>
                <a:cubicBezTo>
                  <a:pt x="9356819" y="944106"/>
                  <a:pt x="9275563" y="877509"/>
                  <a:pt x="9197105" y="808882"/>
                </a:cubicBezTo>
                <a:cubicBezTo>
                  <a:pt x="9119732" y="740719"/>
                  <a:pt x="9045390" y="669969"/>
                  <a:pt x="8973607" y="597733"/>
                </a:cubicBezTo>
                <a:cubicBezTo>
                  <a:pt x="9117865" y="988437"/>
                  <a:pt x="9115639" y="1402749"/>
                  <a:pt x="8967512" y="1795211"/>
                </a:cubicBezTo>
                <a:cubicBezTo>
                  <a:pt x="8964595" y="1803635"/>
                  <a:pt x="8922055" y="1866099"/>
                  <a:pt x="8912526" y="1841464"/>
                </a:cubicBezTo>
                <a:cubicBezTo>
                  <a:pt x="8756044" y="1433999"/>
                  <a:pt x="8647107" y="967467"/>
                  <a:pt x="8893391" y="572788"/>
                </a:cubicBezTo>
                <a:cubicBezTo>
                  <a:pt x="8896018" y="568101"/>
                  <a:pt x="8899507" y="564428"/>
                  <a:pt x="8902990" y="560750"/>
                </a:cubicBezTo>
                <a:cubicBezTo>
                  <a:pt x="8907633" y="554349"/>
                  <a:pt x="8913596" y="547863"/>
                  <a:pt x="8919102" y="542471"/>
                </a:cubicBezTo>
                <a:cubicBezTo>
                  <a:pt x="8828814" y="448553"/>
                  <a:pt x="8743025" y="351231"/>
                  <a:pt x="8661728" y="250903"/>
                </a:cubicBezTo>
                <a:close/>
                <a:moveTo>
                  <a:pt x="8357758" y="0"/>
                </a:moveTo>
                <a:lnTo>
                  <a:pt x="8405492" y="0"/>
                </a:lnTo>
                <a:lnTo>
                  <a:pt x="8392083" y="30495"/>
                </a:lnTo>
                <a:cubicBezTo>
                  <a:pt x="8354166" y="121698"/>
                  <a:pt x="8324318" y="217584"/>
                  <a:pt x="8339888" y="306259"/>
                </a:cubicBezTo>
                <a:cubicBezTo>
                  <a:pt x="8364400" y="446040"/>
                  <a:pt x="8455049" y="577127"/>
                  <a:pt x="8473847" y="727373"/>
                </a:cubicBezTo>
                <a:cubicBezTo>
                  <a:pt x="8510300" y="1013846"/>
                  <a:pt x="8488635" y="1326579"/>
                  <a:pt x="8454081" y="1611960"/>
                </a:cubicBezTo>
                <a:cubicBezTo>
                  <a:pt x="8452268" y="1625361"/>
                  <a:pt x="8409518" y="1692886"/>
                  <a:pt x="8396000" y="1663986"/>
                </a:cubicBezTo>
                <a:cubicBezTo>
                  <a:pt x="8190763" y="1233305"/>
                  <a:pt x="8063839" y="818387"/>
                  <a:pt x="8238881" y="368438"/>
                </a:cubicBezTo>
                <a:lnTo>
                  <a:pt x="7668140" y="942511"/>
                </a:lnTo>
                <a:cubicBezTo>
                  <a:pt x="7658137" y="952438"/>
                  <a:pt x="7629107" y="972341"/>
                  <a:pt x="7637853" y="942567"/>
                </a:cubicBezTo>
                <a:cubicBezTo>
                  <a:pt x="7690270" y="771614"/>
                  <a:pt x="7793861" y="624255"/>
                  <a:pt x="7909649" y="489150"/>
                </a:cubicBezTo>
                <a:cubicBezTo>
                  <a:pt x="8010566" y="370919"/>
                  <a:pt x="8112174" y="322520"/>
                  <a:pt x="8256182" y="301724"/>
                </a:cubicBezTo>
                <a:cubicBezTo>
                  <a:pt x="8255907" y="293239"/>
                  <a:pt x="8255408" y="285302"/>
                  <a:pt x="8255912" y="276498"/>
                </a:cubicBezTo>
                <a:cubicBezTo>
                  <a:pt x="8260651" y="221208"/>
                  <a:pt x="8285427" y="155085"/>
                  <a:pt x="8315225" y="89075"/>
                </a:cubicBezTo>
                <a:close/>
                <a:moveTo>
                  <a:pt x="7497388" y="0"/>
                </a:moveTo>
                <a:lnTo>
                  <a:pt x="7560921" y="0"/>
                </a:lnTo>
                <a:lnTo>
                  <a:pt x="7546742" y="68966"/>
                </a:lnTo>
                <a:cubicBezTo>
                  <a:pt x="7513334" y="225436"/>
                  <a:pt x="7494394" y="379659"/>
                  <a:pt x="7488853" y="535687"/>
                </a:cubicBezTo>
                <a:lnTo>
                  <a:pt x="7529509" y="380358"/>
                </a:lnTo>
                <a:cubicBezTo>
                  <a:pt x="7546426" y="316055"/>
                  <a:pt x="7563725" y="249346"/>
                  <a:pt x="7585939" y="184712"/>
                </a:cubicBezTo>
                <a:cubicBezTo>
                  <a:pt x="7597162" y="152119"/>
                  <a:pt x="7609478" y="119997"/>
                  <a:pt x="7621792" y="87864"/>
                </a:cubicBezTo>
                <a:lnTo>
                  <a:pt x="7654204" y="0"/>
                </a:lnTo>
                <a:lnTo>
                  <a:pt x="7683986" y="0"/>
                </a:lnTo>
                <a:lnTo>
                  <a:pt x="7647914" y="97640"/>
                </a:lnTo>
                <a:cubicBezTo>
                  <a:pt x="7635833" y="129221"/>
                  <a:pt x="7623516" y="161350"/>
                  <a:pt x="7612524" y="193392"/>
                </a:cubicBezTo>
                <a:cubicBezTo>
                  <a:pt x="7590775" y="256933"/>
                  <a:pt x="7573702" y="323103"/>
                  <a:pt x="7557013" y="386853"/>
                </a:cubicBezTo>
                <a:lnTo>
                  <a:pt x="7517286" y="539999"/>
                </a:lnTo>
                <a:cubicBezTo>
                  <a:pt x="7579804" y="409054"/>
                  <a:pt x="7648790" y="283748"/>
                  <a:pt x="7704204" y="152292"/>
                </a:cubicBezTo>
                <a:lnTo>
                  <a:pt x="7756975" y="0"/>
                </a:lnTo>
                <a:lnTo>
                  <a:pt x="7837329" y="0"/>
                </a:lnTo>
                <a:lnTo>
                  <a:pt x="7821760" y="65656"/>
                </a:lnTo>
                <a:cubicBezTo>
                  <a:pt x="7739780" y="311007"/>
                  <a:pt x="7576279" y="519263"/>
                  <a:pt x="7488925" y="763628"/>
                </a:cubicBezTo>
                <a:cubicBezTo>
                  <a:pt x="7478308" y="793254"/>
                  <a:pt x="7422482" y="826275"/>
                  <a:pt x="7419999" y="774360"/>
                </a:cubicBezTo>
                <a:cubicBezTo>
                  <a:pt x="7407159" y="524115"/>
                  <a:pt x="7434412" y="279259"/>
                  <a:pt x="7487820" y="37416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6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cubicBezTo>
                  <a:pt x="6396578" y="1848113"/>
                  <a:pt x="6466739" y="1878148"/>
                  <a:pt x="6537433" y="1907790"/>
                </a:cubicBez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6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7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2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1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20AF199-99C2-4569-9CAF-24514AE5E8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1" y="457197"/>
            <a:ext cx="11277600" cy="5943606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77C34E3-CD91-9843-1D01-C64A0D5DD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5124" y="1676401"/>
            <a:ext cx="4495801" cy="22860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8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Alignment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0FA059D-FB77-D0B2-4827-BEBAFCB3E0DF}"/>
              </a:ext>
            </a:extLst>
          </p:cNvPr>
          <p:cNvSpPr txBox="1"/>
          <p:nvPr/>
        </p:nvSpPr>
        <p:spPr>
          <a:xfrm>
            <a:off x="6715124" y="4267200"/>
            <a:ext cx="4495801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“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0000"/>
                </a:highlight>
                <a:latin typeface="+mn-lt"/>
                <a:ea typeface="+mn-ea"/>
                <a:cs typeface="+mn-cs"/>
              </a:rPr>
              <a:t>Le Chien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court dans 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l’ </a:t>
            </a:r>
            <a:r>
              <a:rPr lang="en-US" sz="2700" kern="1200" dirty="0" err="1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herbe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highlight>
                  <a:srgbClr val="FFFF00"/>
                </a:highlight>
                <a:latin typeface="+mn-lt"/>
                <a:ea typeface="+mn-ea"/>
                <a:cs typeface="+mn-cs"/>
              </a:rPr>
              <a:t> verte</a:t>
            </a:r>
            <a:r>
              <a:rPr lang="en-US" sz="2700" kern="1200" dirty="0">
                <a:solidFill>
                  <a:schemeClr val="tx1">
                    <a:alpha val="55000"/>
                  </a:schemeClr>
                </a:solidFill>
                <a:latin typeface="+mn-lt"/>
                <a:ea typeface="+mn-ea"/>
                <a:cs typeface="+mn-cs"/>
              </a:rPr>
              <a:t>”</a:t>
            </a:r>
          </a:p>
        </p:txBody>
      </p:sp>
      <p:pic>
        <p:nvPicPr>
          <p:cNvPr id="4" name="Espace réservé du contenu 3" descr="Une image contenant herbe, plein air, chien, animal domestique&#10;&#10;Le contenu généré par l’IA peut être incorrect.">
            <a:extLst>
              <a:ext uri="{FF2B5EF4-FFF2-40B4-BE49-F238E27FC236}">
                <a16:creationId xmlns:a16="http://schemas.microsoft.com/office/drawing/2014/main" id="{A68393B6-EC87-BBFE-9552-61E4BA647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8" t="9091"/>
          <a:stretch>
            <a:fillRect/>
          </a:stretch>
        </p:blipFill>
        <p:spPr bwMode="auto">
          <a:xfrm>
            <a:off x="981074" y="1586549"/>
            <a:ext cx="4657726" cy="3684897"/>
          </a:xfrm>
          <a:prstGeom prst="rect">
            <a:avLst/>
          </a:prstGeom>
          <a:noFill/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D439D9F-E4F2-0F35-4538-A86106EAC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60877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96CC1E-59E6-2FA6-E14C-D43AAC80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 dirty="0"/>
              <a:t>Structure d’</a:t>
            </a:r>
            <a:r>
              <a:rPr lang="en-US"/>
              <a:t> </a:t>
            </a:r>
            <a:r>
              <a:rPr lang="en-US" dirty="0"/>
              <a:t>Alignment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6AB5528-21F7-A5F1-1477-D52A46B4A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8362"/>
            <a:ext cx="4958966" cy="3917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2000" dirty="0"/>
              <a:t>Il existe deux principales structures, l’alignement Discret et l’alignement continue:</a:t>
            </a:r>
          </a:p>
          <a:p>
            <a:r>
              <a:rPr lang="fr-FR" sz="2000" dirty="0"/>
              <a:t>L’alignement discret et principalement utiliser pour les données qui ne nécessite pas de temporalité et sont par définition s des Éléments discrets, comme des photos du texte. </a:t>
            </a:r>
          </a:p>
          <a:p>
            <a:r>
              <a:rPr lang="fr-FR" sz="2000" dirty="0"/>
              <a:t>L’alignement continue est utiliser pour les signaux qui sont indivisible par nature comme les audio ou encore les vidéos </a:t>
            </a:r>
          </a:p>
          <a:p>
            <a:endParaRPr lang="fr-FR" sz="2000" dirty="0"/>
          </a:p>
        </p:txBody>
      </p:sp>
      <p:pic>
        <p:nvPicPr>
          <p:cNvPr id="4" name="Image 3" descr="Une image contenant texte, ligne, diagramm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7B5BCFA-B9DC-8198-45D1-241671DDA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9367" y="3211467"/>
            <a:ext cx="4788505" cy="1702808"/>
          </a:xfrm>
          <a:prstGeom prst="rect">
            <a:avLst/>
          </a:prstGeom>
        </p:spPr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05312BD-D6D8-C88E-1A65-1588FEE9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59900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652423-A3F4-01DA-D14D-7FAF6972D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D901FC-675F-4C8A-C468-E16141D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400C95E-A6CA-702D-297E-C5A67719F6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1B508D6-BD60-184C-7F76-9EFF1C6B1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E2DCDD-B252-4BF1-CA30-9107836C1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2D0F36F-5F54-E5D5-BCD7-1FF16F8E2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E2E3770-2FE0-64B5-6322-F78B3AD13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80FDBEB-6074-77AE-F7ED-C8DEB7078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5A474C5-D771-6929-585A-F21784E39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98223776-0720-7498-5463-5C6C00DBF877}"/>
              </a:ext>
            </a:extLst>
          </p:cNvPr>
          <p:cNvSpPr txBox="1"/>
          <p:nvPr/>
        </p:nvSpPr>
        <p:spPr>
          <a:xfrm>
            <a:off x="777835" y="2176862"/>
            <a:ext cx="678081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b="1" dirty="0">
                <a:solidFill>
                  <a:schemeClr val="bg1"/>
                </a:solidFill>
              </a:rPr>
              <a:t>Le </a:t>
            </a:r>
            <a:r>
              <a:rPr lang="fr-FR" dirty="0">
                <a:solidFill>
                  <a:schemeClr val="bg1"/>
                </a:solidFill>
              </a:rPr>
              <a:t>co-learning permet de transférer les connaissances d’une modalité vers une modalité plus limitée ou bruitée.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Il exploite la complémentarité des modalités pour améliorer les performances, même lorsque certaines informations manquent.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Approche est particulièrement adaptée aux contextes réels (santé, robotique, multimédia, systèmes autonomes) où les données sont souvent incomplètes ou imparfaites</a:t>
            </a:r>
            <a:endParaRPr lang="es-A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18DD9-2199-D765-DFC5-022416D3C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4125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grands </a:t>
            </a:r>
            <a:r>
              <a:rPr lang="en-US" sz="37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défis</a:t>
            </a:r>
            <a:r>
              <a:rPr lang="en-US" sz="37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228345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données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600" dirty="0"/>
                        <a:t>Doit gérer des données qui peuvent être soit fortement liées, soit faiblement mises en correspondance, ou reliées par une modalité commune</a:t>
                      </a: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bruitée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des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modalités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de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domaine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</a:t>
                      </a:r>
                      <a:r>
                        <a:rPr lang="es-A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 et </a:t>
                      </a:r>
                      <a:r>
                        <a:rPr lang="es-AR" sz="1700" b="0" i="0" u="none" strike="noStrike" cap="none" spc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équité</a:t>
                      </a:r>
                      <a:endParaRPr lang="es-AR" sz="1700" b="0" i="0" u="none" strike="noStrike" cap="none" spc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2D372D8-6FC8-FF8B-4132-75B9D17BA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Freeform: Shape 27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8660119-3129-7C08-B86B-1FEC90D14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0274" y="643467"/>
            <a:ext cx="5111451" cy="5571065"/>
          </a:xfrm>
          <a:prstGeom prst="rect">
            <a:avLst/>
          </a:prstGeom>
          <a:ln>
            <a:noFill/>
          </a:ln>
        </p:spPr>
      </p:pic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BEE0986-6D94-42CA-FF7A-95E78DE9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0725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FF47CB7-972F-479F-A36D-9E72D26EC8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0">
            <a:extLst>
              <a:ext uri="{FF2B5EF4-FFF2-40B4-BE49-F238E27FC236}">
                <a16:creationId xmlns:a16="http://schemas.microsoft.com/office/drawing/2014/main" id="{0D153B68-5844-490D-8E67-F616D6D721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1766176" cy="2061837"/>
          </a:xfrm>
          <a:custGeom>
            <a:avLst/>
            <a:gdLst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13657 w 10768629"/>
              <a:gd name="connsiteY144" fmla="*/ 1730706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18446 w 10768629"/>
              <a:gd name="connsiteY143" fmla="*/ 1726895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45936 w 10768629"/>
              <a:gd name="connsiteY142" fmla="*/ 1713743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9437 w 10768629"/>
              <a:gd name="connsiteY140" fmla="*/ 1636968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40853 w 10768629"/>
              <a:gd name="connsiteY141" fmla="*/ 1657958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38835 w 10768629"/>
              <a:gd name="connsiteY164" fmla="*/ 1920210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32568 w 10768629"/>
              <a:gd name="connsiteY178" fmla="*/ 1793149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186881 w 10768629"/>
              <a:gd name="connsiteY179" fmla="*/ 1768613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1967996 w 10768629"/>
              <a:gd name="connsiteY173" fmla="*/ 1953187 h 1978172"/>
              <a:gd name="connsiteX174" fmla="*/ 1855805 w 10768629"/>
              <a:gd name="connsiteY174" fmla="*/ 1926082 h 1978172"/>
              <a:gd name="connsiteX175" fmla="*/ 1790957 w 10768629"/>
              <a:gd name="connsiteY175" fmla="*/ 1919460 h 1978172"/>
              <a:gd name="connsiteX176" fmla="*/ 1613978 w 10768629"/>
              <a:gd name="connsiteY176" fmla="*/ 1891581 h 1978172"/>
              <a:gd name="connsiteX177" fmla="*/ 1436831 w 10768629"/>
              <a:gd name="connsiteY177" fmla="*/ 1856201 h 1978172"/>
              <a:gd name="connsiteX178" fmla="*/ 1357365 w 10768629"/>
              <a:gd name="connsiteY178" fmla="*/ 1832140 h 1978172"/>
              <a:gd name="connsiteX179" fmla="*/ 1232341 w 10768629"/>
              <a:gd name="connsiteY179" fmla="*/ 1785942 h 1978172"/>
              <a:gd name="connsiteX180" fmla="*/ 1162595 w 10768629"/>
              <a:gd name="connsiteY180" fmla="*/ 1758337 h 1978172"/>
              <a:gd name="connsiteX181" fmla="*/ 1128523 w 10768629"/>
              <a:gd name="connsiteY181" fmla="*/ 1763621 h 1978172"/>
              <a:gd name="connsiteX182" fmla="*/ 991903 w 10768629"/>
              <a:gd name="connsiteY182" fmla="*/ 1786741 h 1978172"/>
              <a:gd name="connsiteX183" fmla="*/ 883960 w 10768629"/>
              <a:gd name="connsiteY183" fmla="*/ 1822386 h 1978172"/>
              <a:gd name="connsiteX184" fmla="*/ 766531 w 10768629"/>
              <a:gd name="connsiteY184" fmla="*/ 1805053 h 1978172"/>
              <a:gd name="connsiteX185" fmla="*/ 669779 w 10768629"/>
              <a:gd name="connsiteY185" fmla="*/ 1800537 h 1978172"/>
              <a:gd name="connsiteX186" fmla="*/ 523898 w 10768629"/>
              <a:gd name="connsiteY186" fmla="*/ 1811085 h 1978172"/>
              <a:gd name="connsiteX187" fmla="*/ 360251 w 10768629"/>
              <a:gd name="connsiteY187" fmla="*/ 1830735 h 1978172"/>
              <a:gd name="connsiteX188" fmla="*/ 255207 w 10768629"/>
              <a:gd name="connsiteY188" fmla="*/ 1818275 h 1978172"/>
              <a:gd name="connsiteX189" fmla="*/ 101803 w 10768629"/>
              <a:gd name="connsiteY189" fmla="*/ 1870647 h 1978172"/>
              <a:gd name="connsiteX190" fmla="*/ 25397 w 10768629"/>
              <a:gd name="connsiteY190" fmla="*/ 1888443 h 1978172"/>
              <a:gd name="connsiteX191" fmla="*/ 2370 w 10768629"/>
              <a:gd name="connsiteY191" fmla="*/ 1878311 h 1978172"/>
              <a:gd name="connsiteX192" fmla="*/ 0 w 10768629"/>
              <a:gd name="connsiteY192" fmla="*/ 1878785 h 1978172"/>
              <a:gd name="connsiteX193" fmla="*/ 0 w 10768629"/>
              <a:gd name="connsiteY193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115176 w 10768629"/>
              <a:gd name="connsiteY163" fmla="*/ 1943459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57504 w 10768629"/>
              <a:gd name="connsiteY162" fmla="*/ 1957276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90336 w 10768629"/>
              <a:gd name="connsiteY159" fmla="*/ 1925039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76289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407128 w 10768629"/>
              <a:gd name="connsiteY46" fmla="*/ 961344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69725 w 10768629"/>
              <a:gd name="connsiteY49" fmla="*/ 989186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9462 w 10768629"/>
              <a:gd name="connsiteY48" fmla="*/ 987106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79948 w 10768629"/>
              <a:gd name="connsiteY35" fmla="*/ 576062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316893 w 10768629"/>
              <a:gd name="connsiteY28" fmla="*/ 491390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69666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43525 w 10768629"/>
              <a:gd name="connsiteY78" fmla="*/ 1179064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85942 w 10768629"/>
              <a:gd name="connsiteY79" fmla="*/ 1233723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07190 w 10768629"/>
              <a:gd name="connsiteY82" fmla="*/ 1314737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5361 w 10768629"/>
              <a:gd name="connsiteY152" fmla="*/ 1894711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20200 w 10768629"/>
              <a:gd name="connsiteY151" fmla="*/ 1873173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22386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8523 w 10768629"/>
              <a:gd name="connsiteY182" fmla="*/ 1763621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58337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  <a:gd name="connsiteX0" fmla="*/ 0 w 10768629"/>
              <a:gd name="connsiteY0" fmla="*/ 0 h 1978172"/>
              <a:gd name="connsiteX1" fmla="*/ 10768629 w 10768629"/>
              <a:gd name="connsiteY1" fmla="*/ 0 h 1978172"/>
              <a:gd name="connsiteX2" fmla="*/ 10733254 w 10768629"/>
              <a:gd name="connsiteY2" fmla="*/ 31439 h 1978172"/>
              <a:gd name="connsiteX3" fmla="*/ 10727085 w 10768629"/>
              <a:gd name="connsiteY3" fmla="*/ 37910 h 1978172"/>
              <a:gd name="connsiteX4" fmla="*/ 10675953 w 10768629"/>
              <a:gd name="connsiteY4" fmla="*/ 68623 h 1978172"/>
              <a:gd name="connsiteX5" fmla="*/ 10637091 w 10768629"/>
              <a:gd name="connsiteY5" fmla="*/ 90361 h 1978172"/>
              <a:gd name="connsiteX6" fmla="*/ 10610971 w 10768629"/>
              <a:gd name="connsiteY6" fmla="*/ 110764 h 1978172"/>
              <a:gd name="connsiteX7" fmla="*/ 10532872 w 10768629"/>
              <a:gd name="connsiteY7" fmla="*/ 138028 h 1978172"/>
              <a:gd name="connsiteX8" fmla="*/ 10398558 w 10768629"/>
              <a:gd name="connsiteY8" fmla="*/ 172911 h 1978172"/>
              <a:gd name="connsiteX9" fmla="*/ 10371128 w 10768629"/>
              <a:gd name="connsiteY9" fmla="*/ 182609 h 1978172"/>
              <a:gd name="connsiteX10" fmla="*/ 10352178 w 10768629"/>
              <a:gd name="connsiteY10" fmla="*/ 199976 h 1978172"/>
              <a:gd name="connsiteX11" fmla="*/ 10351815 w 10768629"/>
              <a:gd name="connsiteY11" fmla="*/ 211879 h 1978172"/>
              <a:gd name="connsiteX12" fmla="*/ 10337471 w 10768629"/>
              <a:gd name="connsiteY12" fmla="*/ 218661 h 1978172"/>
              <a:gd name="connsiteX13" fmla="*/ 10334625 w 10768629"/>
              <a:gd name="connsiteY13" fmla="*/ 222351 h 1978172"/>
              <a:gd name="connsiteX14" fmla="*/ 10256365 w 10768629"/>
              <a:gd name="connsiteY14" fmla="*/ 235917 h 1978172"/>
              <a:gd name="connsiteX15" fmla="*/ 10201127 w 10768629"/>
              <a:gd name="connsiteY15" fmla="*/ 267448 h 1978172"/>
              <a:gd name="connsiteX16" fmla="*/ 9961218 w 10768629"/>
              <a:gd name="connsiteY16" fmla="*/ 326720 h 1978172"/>
              <a:gd name="connsiteX17" fmla="*/ 9859715 w 10768629"/>
              <a:gd name="connsiteY17" fmla="*/ 355698 h 1978172"/>
              <a:gd name="connsiteX18" fmla="*/ 9679867 w 10768629"/>
              <a:gd name="connsiteY18" fmla="*/ 399081 h 1978172"/>
              <a:gd name="connsiteX19" fmla="*/ 9490654 w 10768629"/>
              <a:gd name="connsiteY19" fmla="*/ 455225 h 1978172"/>
              <a:gd name="connsiteX20" fmla="*/ 9470837 w 10768629"/>
              <a:gd name="connsiteY20" fmla="*/ 452539 h 1978172"/>
              <a:gd name="connsiteX21" fmla="*/ 9469082 w 10768629"/>
              <a:gd name="connsiteY21" fmla="*/ 454891 h 1978172"/>
              <a:gd name="connsiteX22" fmla="*/ 9448038 w 10768629"/>
              <a:gd name="connsiteY22" fmla="*/ 459733 h 1978172"/>
              <a:gd name="connsiteX23" fmla="*/ 9396821 w 10768629"/>
              <a:gd name="connsiteY23" fmla="*/ 455795 h 1978172"/>
              <a:gd name="connsiteX24" fmla="*/ 9392197 w 10768629"/>
              <a:gd name="connsiteY24" fmla="*/ 459796 h 1978172"/>
              <a:gd name="connsiteX25" fmla="*/ 9347994 w 10768629"/>
              <a:gd name="connsiteY25" fmla="*/ 464462 h 1978172"/>
              <a:gd name="connsiteX26" fmla="*/ 9347889 w 10768629"/>
              <a:gd name="connsiteY26" fmla="*/ 466539 h 1978172"/>
              <a:gd name="connsiteX27" fmla="*/ 9337639 w 10768629"/>
              <a:gd name="connsiteY27" fmla="*/ 476654 h 1978172"/>
              <a:gd name="connsiteX28" fmla="*/ 9287964 w 10768629"/>
              <a:gd name="connsiteY28" fmla="*/ 513052 h 1978172"/>
              <a:gd name="connsiteX29" fmla="*/ 9229283 w 10768629"/>
              <a:gd name="connsiteY29" fmla="*/ 555377 h 1978172"/>
              <a:gd name="connsiteX30" fmla="*/ 9220274 w 10768629"/>
              <a:gd name="connsiteY30" fmla="*/ 557502 h 1978172"/>
              <a:gd name="connsiteX31" fmla="*/ 9220202 w 10768629"/>
              <a:gd name="connsiteY31" fmla="*/ 558001 h 1978172"/>
              <a:gd name="connsiteX32" fmla="*/ 9210908 w 10768629"/>
              <a:gd name="connsiteY32" fmla="*/ 561147 h 1978172"/>
              <a:gd name="connsiteX33" fmla="*/ 9186374 w 10768629"/>
              <a:gd name="connsiteY33" fmla="*/ 565502 h 1978172"/>
              <a:gd name="connsiteX34" fmla="*/ 9181058 w 10768629"/>
              <a:gd name="connsiteY34" fmla="*/ 569943 h 1978172"/>
              <a:gd name="connsiteX35" fmla="*/ 9167549 w 10768629"/>
              <a:gd name="connsiteY35" fmla="*/ 584727 h 1978172"/>
              <a:gd name="connsiteX36" fmla="*/ 9149110 w 10768629"/>
              <a:gd name="connsiteY36" fmla="*/ 598906 h 1978172"/>
              <a:gd name="connsiteX37" fmla="*/ 9078556 w 10768629"/>
              <a:gd name="connsiteY37" fmla="*/ 644039 h 1978172"/>
              <a:gd name="connsiteX38" fmla="*/ 8996399 w 10768629"/>
              <a:gd name="connsiteY38" fmla="*/ 690055 h 1978172"/>
              <a:gd name="connsiteX39" fmla="*/ 8803791 w 10768629"/>
              <a:gd name="connsiteY39" fmla="*/ 813860 h 1978172"/>
              <a:gd name="connsiteX40" fmla="*/ 8636202 w 10768629"/>
              <a:gd name="connsiteY40" fmla="*/ 848463 h 1978172"/>
              <a:gd name="connsiteX41" fmla="*/ 8555372 w 10768629"/>
              <a:gd name="connsiteY41" fmla="*/ 883171 h 1978172"/>
              <a:gd name="connsiteX42" fmla="*/ 8507229 w 10768629"/>
              <a:gd name="connsiteY42" fmla="*/ 901665 h 1978172"/>
              <a:gd name="connsiteX43" fmla="*/ 8428473 w 10768629"/>
              <a:gd name="connsiteY43" fmla="*/ 927985 h 1978172"/>
              <a:gd name="connsiteX44" fmla="*/ 8427914 w 10768629"/>
              <a:gd name="connsiteY44" fmla="*/ 933480 h 1978172"/>
              <a:gd name="connsiteX45" fmla="*/ 8420327 w 10768629"/>
              <a:gd name="connsiteY45" fmla="*/ 941984 h 1978172"/>
              <a:gd name="connsiteX46" fmla="*/ 8394729 w 10768629"/>
              <a:gd name="connsiteY46" fmla="*/ 948347 h 1978172"/>
              <a:gd name="connsiteX47" fmla="*/ 8380548 w 10768629"/>
              <a:gd name="connsiteY47" fmla="*/ 987916 h 1978172"/>
              <a:gd name="connsiteX48" fmla="*/ 8375330 w 10768629"/>
              <a:gd name="connsiteY48" fmla="*/ 965444 h 1978172"/>
              <a:gd name="connsiteX49" fmla="*/ 8340796 w 10768629"/>
              <a:gd name="connsiteY49" fmla="*/ 980522 h 1978172"/>
              <a:gd name="connsiteX50" fmla="*/ 8304438 w 10768629"/>
              <a:gd name="connsiteY50" fmla="*/ 996739 h 1978172"/>
              <a:gd name="connsiteX51" fmla="*/ 8280929 w 10768629"/>
              <a:gd name="connsiteY51" fmla="*/ 1023089 h 1978172"/>
              <a:gd name="connsiteX52" fmla="*/ 8275760 w 10768629"/>
              <a:gd name="connsiteY52" fmla="*/ 1027772 h 1978172"/>
              <a:gd name="connsiteX53" fmla="*/ 8275478 w 10768629"/>
              <a:gd name="connsiteY53" fmla="*/ 1027605 h 1978172"/>
              <a:gd name="connsiteX54" fmla="*/ 8249003 w 10768629"/>
              <a:gd name="connsiteY54" fmla="*/ 1032033 h 1978172"/>
              <a:gd name="connsiteX55" fmla="*/ 8203836 w 10768629"/>
              <a:gd name="connsiteY55" fmla="*/ 1037347 h 1978172"/>
              <a:gd name="connsiteX56" fmla="*/ 8122936 w 10768629"/>
              <a:gd name="connsiteY56" fmla="*/ 1063113 h 1978172"/>
              <a:gd name="connsiteX57" fmla="*/ 8043658 w 10768629"/>
              <a:gd name="connsiteY57" fmla="*/ 1092746 h 1978172"/>
              <a:gd name="connsiteX58" fmla="*/ 8015351 w 10768629"/>
              <a:gd name="connsiteY58" fmla="*/ 1105478 h 1978172"/>
              <a:gd name="connsiteX59" fmla="*/ 7963145 w 10768629"/>
              <a:gd name="connsiteY59" fmla="*/ 1119346 h 1978172"/>
              <a:gd name="connsiteX60" fmla="*/ 7938145 w 10768629"/>
              <a:gd name="connsiteY60" fmla="*/ 1120225 h 1978172"/>
              <a:gd name="connsiteX61" fmla="*/ 7937238 w 10768629"/>
              <a:gd name="connsiteY61" fmla="*/ 1121204 h 1978172"/>
              <a:gd name="connsiteX62" fmla="*/ 7934398 w 10768629"/>
              <a:gd name="connsiteY62" fmla="*/ 1118240 h 1978172"/>
              <a:gd name="connsiteX63" fmla="*/ 7918248 w 10768629"/>
              <a:gd name="connsiteY63" fmla="*/ 1124371 h 1978172"/>
              <a:gd name="connsiteX64" fmla="*/ 7914119 w 10768629"/>
              <a:gd name="connsiteY64" fmla="*/ 1127653 h 1978172"/>
              <a:gd name="connsiteX65" fmla="*/ 7907658 w 10768629"/>
              <a:gd name="connsiteY65" fmla="*/ 1130350 h 1978172"/>
              <a:gd name="connsiteX66" fmla="*/ 7907434 w 10768629"/>
              <a:gd name="connsiteY66" fmla="*/ 1130103 h 1978172"/>
              <a:gd name="connsiteX67" fmla="*/ 7901508 w 10768629"/>
              <a:gd name="connsiteY67" fmla="*/ 1133245 h 1978172"/>
              <a:gd name="connsiteX68" fmla="*/ 7873287 w 10768629"/>
              <a:gd name="connsiteY68" fmla="*/ 1152609 h 1978172"/>
              <a:gd name="connsiteX69" fmla="*/ 7834833 w 10768629"/>
              <a:gd name="connsiteY69" fmla="*/ 1153868 h 1978172"/>
              <a:gd name="connsiteX70" fmla="*/ 7828661 w 10768629"/>
              <a:gd name="connsiteY70" fmla="*/ 1139994 h 1978172"/>
              <a:gd name="connsiteX71" fmla="*/ 7823966 w 10768629"/>
              <a:gd name="connsiteY71" fmla="*/ 1143178 h 1978172"/>
              <a:gd name="connsiteX72" fmla="*/ 7815078 w 10768629"/>
              <a:gd name="connsiteY72" fmla="*/ 1151776 h 1978172"/>
              <a:gd name="connsiteX73" fmla="*/ 7812026 w 10768629"/>
              <a:gd name="connsiteY73" fmla="*/ 1151522 h 1978172"/>
              <a:gd name="connsiteX74" fmla="*/ 7782249 w 10768629"/>
              <a:gd name="connsiteY74" fmla="*/ 1160970 h 1978172"/>
              <a:gd name="connsiteX75" fmla="*/ 7773476 w 10768629"/>
              <a:gd name="connsiteY75" fmla="*/ 1157414 h 1978172"/>
              <a:gd name="connsiteX76" fmla="*/ 7769600 w 10768629"/>
              <a:gd name="connsiteY76" fmla="*/ 1157365 h 1978172"/>
              <a:gd name="connsiteX77" fmla="*/ 7752631 w 10768629"/>
              <a:gd name="connsiteY77" fmla="*/ 1172815 h 1978172"/>
              <a:gd name="connsiteX78" fmla="*/ 7739392 w 10768629"/>
              <a:gd name="connsiteY78" fmla="*/ 1192062 h 1978172"/>
              <a:gd name="connsiteX79" fmla="*/ 7677677 w 10768629"/>
              <a:gd name="connsiteY79" fmla="*/ 1216394 h 1978172"/>
              <a:gd name="connsiteX80" fmla="*/ 7586920 w 10768629"/>
              <a:gd name="connsiteY80" fmla="*/ 1261888 h 1978172"/>
              <a:gd name="connsiteX81" fmla="*/ 7486100 w 10768629"/>
              <a:gd name="connsiteY81" fmla="*/ 1292563 h 1978172"/>
              <a:gd name="connsiteX82" fmla="*/ 7411323 w 10768629"/>
              <a:gd name="connsiteY82" fmla="*/ 1340732 h 1978172"/>
              <a:gd name="connsiteX83" fmla="*/ 7240698 w 10768629"/>
              <a:gd name="connsiteY83" fmla="*/ 1438832 h 1978172"/>
              <a:gd name="connsiteX84" fmla="*/ 7197675 w 10768629"/>
              <a:gd name="connsiteY84" fmla="*/ 1447530 h 1978172"/>
              <a:gd name="connsiteX85" fmla="*/ 7164788 w 10768629"/>
              <a:gd name="connsiteY85" fmla="*/ 1480293 h 1978172"/>
              <a:gd name="connsiteX86" fmla="*/ 7147929 w 10768629"/>
              <a:gd name="connsiteY86" fmla="*/ 1477641 h 1978172"/>
              <a:gd name="connsiteX87" fmla="*/ 7144965 w 10768629"/>
              <a:gd name="connsiteY87" fmla="*/ 1476908 h 1978172"/>
              <a:gd name="connsiteX88" fmla="*/ 7134299 w 10768629"/>
              <a:gd name="connsiteY88" fmla="*/ 1479969 h 1978172"/>
              <a:gd name="connsiteX89" fmla="*/ 7129809 w 10768629"/>
              <a:gd name="connsiteY89" fmla="*/ 1473339 h 1978172"/>
              <a:gd name="connsiteX90" fmla="*/ 7112688 w 10768629"/>
              <a:gd name="connsiteY90" fmla="*/ 1472575 h 1978172"/>
              <a:gd name="connsiteX91" fmla="*/ 7093470 w 10768629"/>
              <a:gd name="connsiteY91" fmla="*/ 1480300 h 1978172"/>
              <a:gd name="connsiteX92" fmla="*/ 7025034 w 10768629"/>
              <a:gd name="connsiteY92" fmla="*/ 1506934 h 1978172"/>
              <a:gd name="connsiteX93" fmla="*/ 7014783 w 10768629"/>
              <a:gd name="connsiteY93" fmla="*/ 1515868 h 1978172"/>
              <a:gd name="connsiteX94" fmla="*/ 6979706 w 10768629"/>
              <a:gd name="connsiteY94" fmla="*/ 1523511 h 1978172"/>
              <a:gd name="connsiteX95" fmla="*/ 6977890 w 10768629"/>
              <a:gd name="connsiteY95" fmla="*/ 1525793 h 1978172"/>
              <a:gd name="connsiteX96" fmla="*/ 6944339 w 10768629"/>
              <a:gd name="connsiteY96" fmla="*/ 1536237 h 1978172"/>
              <a:gd name="connsiteX97" fmla="*/ 6886996 w 10768629"/>
              <a:gd name="connsiteY97" fmla="*/ 1563569 h 1978172"/>
              <a:gd name="connsiteX98" fmla="*/ 6874510 w 10768629"/>
              <a:gd name="connsiteY98" fmla="*/ 1558469 h 1978172"/>
              <a:gd name="connsiteX99" fmla="*/ 6871943 w 10768629"/>
              <a:gd name="connsiteY99" fmla="*/ 1554651 h 1978172"/>
              <a:gd name="connsiteX100" fmla="*/ 6856174 w 10768629"/>
              <a:gd name="connsiteY100" fmla="*/ 1562024 h 1978172"/>
              <a:gd name="connsiteX101" fmla="*/ 6842321 w 10768629"/>
              <a:gd name="connsiteY101" fmla="*/ 1560554 h 1978172"/>
              <a:gd name="connsiteX102" fmla="*/ 6832713 w 10768629"/>
              <a:gd name="connsiteY102" fmla="*/ 1569357 h 1978172"/>
              <a:gd name="connsiteX103" fmla="*/ 6816351 w 10768629"/>
              <a:gd name="connsiteY103" fmla="*/ 1571495 h 1978172"/>
              <a:gd name="connsiteX104" fmla="*/ 6795800 w 10768629"/>
              <a:gd name="connsiteY104" fmla="*/ 1572010 h 1978172"/>
              <a:gd name="connsiteX105" fmla="*/ 6777546 w 10768629"/>
              <a:gd name="connsiteY105" fmla="*/ 1568661 h 1978172"/>
              <a:gd name="connsiteX106" fmla="*/ 6751528 w 10768629"/>
              <a:gd name="connsiteY106" fmla="*/ 1574143 h 1978172"/>
              <a:gd name="connsiteX107" fmla="*/ 6691966 w 10768629"/>
              <a:gd name="connsiteY107" fmla="*/ 1582255 h 1978172"/>
              <a:gd name="connsiteX108" fmla="*/ 6646941 w 10768629"/>
              <a:gd name="connsiteY108" fmla="*/ 1588471 h 1978172"/>
              <a:gd name="connsiteX109" fmla="*/ 6568576 w 10768629"/>
              <a:gd name="connsiteY109" fmla="*/ 1606488 h 1978172"/>
              <a:gd name="connsiteX110" fmla="*/ 6554358 w 10768629"/>
              <a:gd name="connsiteY110" fmla="*/ 1621701 h 1978172"/>
              <a:gd name="connsiteX111" fmla="*/ 6516968 w 10768629"/>
              <a:gd name="connsiteY111" fmla="*/ 1617195 h 1978172"/>
              <a:gd name="connsiteX112" fmla="*/ 6506479 w 10768629"/>
              <a:gd name="connsiteY112" fmla="*/ 1602227 h 1978172"/>
              <a:gd name="connsiteX113" fmla="*/ 6458436 w 10768629"/>
              <a:gd name="connsiteY113" fmla="*/ 1607332 h 1978172"/>
              <a:gd name="connsiteX114" fmla="*/ 6414786 w 10768629"/>
              <a:gd name="connsiteY114" fmla="*/ 1628815 h 1978172"/>
              <a:gd name="connsiteX115" fmla="*/ 6357085 w 10768629"/>
              <a:gd name="connsiteY115" fmla="*/ 1640846 h 1978172"/>
              <a:gd name="connsiteX116" fmla="*/ 6322636 w 10768629"/>
              <a:gd name="connsiteY116" fmla="*/ 1648213 h 1978172"/>
              <a:gd name="connsiteX117" fmla="*/ 6226172 w 10768629"/>
              <a:gd name="connsiteY117" fmla="*/ 1654676 h 1978172"/>
              <a:gd name="connsiteX118" fmla="*/ 6221217 w 10768629"/>
              <a:gd name="connsiteY118" fmla="*/ 1654506 h 1978172"/>
              <a:gd name="connsiteX119" fmla="*/ 6204956 w 10768629"/>
              <a:gd name="connsiteY119" fmla="*/ 1664280 h 1978172"/>
              <a:gd name="connsiteX120" fmla="*/ 6204270 w 10768629"/>
              <a:gd name="connsiteY120" fmla="*/ 1666782 h 1978172"/>
              <a:gd name="connsiteX121" fmla="*/ 6143810 w 10768629"/>
              <a:gd name="connsiteY121" fmla="*/ 1661963 h 1978172"/>
              <a:gd name="connsiteX122" fmla="*/ 6136560 w 10768629"/>
              <a:gd name="connsiteY122" fmla="*/ 1665728 h 1978172"/>
              <a:gd name="connsiteX123" fmla="*/ 6096155 w 10768629"/>
              <a:gd name="connsiteY123" fmla="*/ 1656951 h 1978172"/>
              <a:gd name="connsiteX124" fmla="*/ 6075812 w 10768629"/>
              <a:gd name="connsiteY124" fmla="*/ 1655422 h 1978172"/>
              <a:gd name="connsiteX125" fmla="*/ 6039495 w 10768629"/>
              <a:gd name="connsiteY125" fmla="*/ 1649680 h 1978172"/>
              <a:gd name="connsiteX126" fmla="*/ 6036523 w 10768629"/>
              <a:gd name="connsiteY126" fmla="*/ 1652121 h 1978172"/>
              <a:gd name="connsiteX127" fmla="*/ 6029328 w 10768629"/>
              <a:gd name="connsiteY127" fmla="*/ 1649904 h 1978172"/>
              <a:gd name="connsiteX128" fmla="*/ 6024075 w 10768629"/>
              <a:gd name="connsiteY128" fmla="*/ 1652779 h 1978172"/>
              <a:gd name="connsiteX129" fmla="*/ 6018085 w 10768629"/>
              <a:gd name="connsiteY129" fmla="*/ 1652030 h 1978172"/>
              <a:gd name="connsiteX130" fmla="*/ 5955513 w 10768629"/>
              <a:gd name="connsiteY130" fmla="*/ 1663584 h 1978172"/>
              <a:gd name="connsiteX131" fmla="*/ 5941996 w 10768629"/>
              <a:gd name="connsiteY131" fmla="*/ 1661326 h 1978172"/>
              <a:gd name="connsiteX132" fmla="*/ 5931789 w 10768629"/>
              <a:gd name="connsiteY132" fmla="*/ 1669915 h 1978172"/>
              <a:gd name="connsiteX133" fmla="*/ 5888686 w 10768629"/>
              <a:gd name="connsiteY133" fmla="*/ 1672175 h 1978172"/>
              <a:gd name="connsiteX134" fmla="*/ 5873794 w 10768629"/>
              <a:gd name="connsiteY134" fmla="*/ 1665454 h 1978172"/>
              <a:gd name="connsiteX135" fmla="*/ 5860022 w 10768629"/>
              <a:gd name="connsiteY135" fmla="*/ 1660635 h 1978172"/>
              <a:gd name="connsiteX136" fmla="*/ 5858237 w 10768629"/>
              <a:gd name="connsiteY136" fmla="*/ 1660649 h 1978172"/>
              <a:gd name="connsiteX137" fmla="*/ 5840319 w 10768629"/>
              <a:gd name="connsiteY137" fmla="*/ 1660798 h 1978172"/>
              <a:gd name="connsiteX138" fmla="*/ 5806984 w 10768629"/>
              <a:gd name="connsiteY138" fmla="*/ 1661075 h 1978172"/>
              <a:gd name="connsiteX139" fmla="*/ 5742351 w 10768629"/>
              <a:gd name="connsiteY139" fmla="*/ 1667489 h 1978172"/>
              <a:gd name="connsiteX140" fmla="*/ 5521171 w 10768629"/>
              <a:gd name="connsiteY140" fmla="*/ 1671626 h 1978172"/>
              <a:gd name="connsiteX141" fmla="*/ 5457384 w 10768629"/>
              <a:gd name="connsiteY141" fmla="*/ 1683952 h 1978172"/>
              <a:gd name="connsiteX142" fmla="*/ 4950070 w 10768629"/>
              <a:gd name="connsiteY142" fmla="*/ 1748401 h 1978172"/>
              <a:gd name="connsiteX143" fmla="*/ 4872172 w 10768629"/>
              <a:gd name="connsiteY143" fmla="*/ 1757222 h 1978172"/>
              <a:gd name="connsiteX144" fmla="*/ 4809524 w 10768629"/>
              <a:gd name="connsiteY144" fmla="*/ 1761033 h 1978172"/>
              <a:gd name="connsiteX145" fmla="*/ 4759058 w 10768629"/>
              <a:gd name="connsiteY145" fmla="*/ 1766533 h 1978172"/>
              <a:gd name="connsiteX146" fmla="*/ 4719749 w 10768629"/>
              <a:gd name="connsiteY146" fmla="*/ 1771811 h 1978172"/>
              <a:gd name="connsiteX147" fmla="*/ 4568686 w 10768629"/>
              <a:gd name="connsiteY147" fmla="*/ 1786141 h 1978172"/>
              <a:gd name="connsiteX148" fmla="*/ 4418751 w 10768629"/>
              <a:gd name="connsiteY148" fmla="*/ 1796932 h 1978172"/>
              <a:gd name="connsiteX149" fmla="*/ 4378377 w 10768629"/>
              <a:gd name="connsiteY149" fmla="*/ 1815528 h 1978172"/>
              <a:gd name="connsiteX150" fmla="*/ 4320575 w 10768629"/>
              <a:gd name="connsiteY150" fmla="*/ 1832722 h 1978172"/>
              <a:gd name="connsiteX151" fmla="*/ 4211935 w 10768629"/>
              <a:gd name="connsiteY151" fmla="*/ 1860177 h 1978172"/>
              <a:gd name="connsiteX152" fmla="*/ 4101228 w 10768629"/>
              <a:gd name="connsiteY152" fmla="*/ 1868717 h 1978172"/>
              <a:gd name="connsiteX153" fmla="*/ 3973223 w 10768629"/>
              <a:gd name="connsiteY153" fmla="*/ 1881015 h 1978172"/>
              <a:gd name="connsiteX154" fmla="*/ 3900992 w 10768629"/>
              <a:gd name="connsiteY154" fmla="*/ 1880603 h 1978172"/>
              <a:gd name="connsiteX155" fmla="*/ 3662119 w 10768629"/>
              <a:gd name="connsiteY155" fmla="*/ 1889285 h 1978172"/>
              <a:gd name="connsiteX156" fmla="*/ 3496919 w 10768629"/>
              <a:gd name="connsiteY156" fmla="*/ 1873180 h 1978172"/>
              <a:gd name="connsiteX157" fmla="*/ 3449433 w 10768629"/>
              <a:gd name="connsiteY157" fmla="*/ 1889681 h 1978172"/>
              <a:gd name="connsiteX158" fmla="*/ 3369766 w 10768629"/>
              <a:gd name="connsiteY158" fmla="*/ 1916653 h 1978172"/>
              <a:gd name="connsiteX159" fmla="*/ 3269672 w 10768629"/>
              <a:gd name="connsiteY159" fmla="*/ 1938036 h 1978172"/>
              <a:gd name="connsiteX160" fmla="*/ 3224897 w 10768629"/>
              <a:gd name="connsiteY160" fmla="*/ 1943733 h 1978172"/>
              <a:gd name="connsiteX161" fmla="*/ 3161463 w 10768629"/>
              <a:gd name="connsiteY161" fmla="*/ 1946591 h 1978172"/>
              <a:gd name="connsiteX162" fmla="*/ 3112044 w 10768629"/>
              <a:gd name="connsiteY162" fmla="*/ 1935614 h 1978172"/>
              <a:gd name="connsiteX163" fmla="*/ 3069716 w 10768629"/>
              <a:gd name="connsiteY163" fmla="*/ 1930463 h 1978172"/>
              <a:gd name="connsiteX164" fmla="*/ 3005773 w 10768629"/>
              <a:gd name="connsiteY164" fmla="*/ 1915878 h 1978172"/>
              <a:gd name="connsiteX165" fmla="*/ 2897201 w 10768629"/>
              <a:gd name="connsiteY165" fmla="*/ 1926772 h 1978172"/>
              <a:gd name="connsiteX166" fmla="*/ 2783891 w 10768629"/>
              <a:gd name="connsiteY166" fmla="*/ 1931749 h 1978172"/>
              <a:gd name="connsiteX167" fmla="*/ 2712447 w 10768629"/>
              <a:gd name="connsiteY167" fmla="*/ 1933044 h 1978172"/>
              <a:gd name="connsiteX168" fmla="*/ 2560151 w 10768629"/>
              <a:gd name="connsiteY168" fmla="*/ 1963609 h 1978172"/>
              <a:gd name="connsiteX169" fmla="*/ 2367221 w 10768629"/>
              <a:gd name="connsiteY169" fmla="*/ 1971884 h 1978172"/>
              <a:gd name="connsiteX170" fmla="*/ 2272130 w 10768629"/>
              <a:gd name="connsiteY170" fmla="*/ 1961162 h 1978172"/>
              <a:gd name="connsiteX171" fmla="*/ 2189404 w 10768629"/>
              <a:gd name="connsiteY171" fmla="*/ 1978172 h 1978172"/>
              <a:gd name="connsiteX172" fmla="*/ 2077704 w 10768629"/>
              <a:gd name="connsiteY172" fmla="*/ 1965002 h 1978172"/>
              <a:gd name="connsiteX173" fmla="*/ 2033299 w 10768629"/>
              <a:gd name="connsiteY173" fmla="*/ 1969042 h 1978172"/>
              <a:gd name="connsiteX174" fmla="*/ 1967996 w 10768629"/>
              <a:gd name="connsiteY174" fmla="*/ 1953187 h 1978172"/>
              <a:gd name="connsiteX175" fmla="*/ 1855805 w 10768629"/>
              <a:gd name="connsiteY175" fmla="*/ 1926082 h 1978172"/>
              <a:gd name="connsiteX176" fmla="*/ 1790957 w 10768629"/>
              <a:gd name="connsiteY176" fmla="*/ 1919460 h 1978172"/>
              <a:gd name="connsiteX177" fmla="*/ 1613978 w 10768629"/>
              <a:gd name="connsiteY177" fmla="*/ 1891581 h 1978172"/>
              <a:gd name="connsiteX178" fmla="*/ 1436831 w 10768629"/>
              <a:gd name="connsiteY178" fmla="*/ 1856201 h 1978172"/>
              <a:gd name="connsiteX179" fmla="*/ 1357365 w 10768629"/>
              <a:gd name="connsiteY179" fmla="*/ 1832140 h 1978172"/>
              <a:gd name="connsiteX180" fmla="*/ 1232341 w 10768629"/>
              <a:gd name="connsiteY180" fmla="*/ 1785942 h 1978172"/>
              <a:gd name="connsiteX181" fmla="*/ 1162595 w 10768629"/>
              <a:gd name="connsiteY181" fmla="*/ 1784330 h 1978172"/>
              <a:gd name="connsiteX182" fmla="*/ 1120257 w 10768629"/>
              <a:gd name="connsiteY182" fmla="*/ 1789615 h 1978172"/>
              <a:gd name="connsiteX183" fmla="*/ 991903 w 10768629"/>
              <a:gd name="connsiteY183" fmla="*/ 1786741 h 1978172"/>
              <a:gd name="connsiteX184" fmla="*/ 883960 w 10768629"/>
              <a:gd name="connsiteY184" fmla="*/ 1809389 h 1978172"/>
              <a:gd name="connsiteX185" fmla="*/ 766531 w 10768629"/>
              <a:gd name="connsiteY185" fmla="*/ 1805053 h 1978172"/>
              <a:gd name="connsiteX186" fmla="*/ 669779 w 10768629"/>
              <a:gd name="connsiteY186" fmla="*/ 1800537 h 1978172"/>
              <a:gd name="connsiteX187" fmla="*/ 523898 w 10768629"/>
              <a:gd name="connsiteY187" fmla="*/ 1811085 h 1978172"/>
              <a:gd name="connsiteX188" fmla="*/ 360251 w 10768629"/>
              <a:gd name="connsiteY188" fmla="*/ 1830735 h 1978172"/>
              <a:gd name="connsiteX189" fmla="*/ 255207 w 10768629"/>
              <a:gd name="connsiteY189" fmla="*/ 1818275 h 1978172"/>
              <a:gd name="connsiteX190" fmla="*/ 101803 w 10768629"/>
              <a:gd name="connsiteY190" fmla="*/ 1870647 h 1978172"/>
              <a:gd name="connsiteX191" fmla="*/ 25397 w 10768629"/>
              <a:gd name="connsiteY191" fmla="*/ 1888443 h 1978172"/>
              <a:gd name="connsiteX192" fmla="*/ 2370 w 10768629"/>
              <a:gd name="connsiteY192" fmla="*/ 1878311 h 1978172"/>
              <a:gd name="connsiteX193" fmla="*/ 0 w 10768629"/>
              <a:gd name="connsiteY193" fmla="*/ 1878785 h 1978172"/>
              <a:gd name="connsiteX194" fmla="*/ 0 w 10768629"/>
              <a:gd name="connsiteY194" fmla="*/ 0 h 197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</a:cxnLst>
            <a:rect l="l" t="t" r="r" b="b"/>
            <a:pathLst>
              <a:path w="10768629" h="1978172">
                <a:moveTo>
                  <a:pt x="0" y="0"/>
                </a:moveTo>
                <a:lnTo>
                  <a:pt x="10768629" y="0"/>
                </a:lnTo>
                <a:lnTo>
                  <a:pt x="10733254" y="31439"/>
                </a:lnTo>
                <a:lnTo>
                  <a:pt x="10727085" y="37910"/>
                </a:lnTo>
                <a:cubicBezTo>
                  <a:pt x="10712973" y="56080"/>
                  <a:pt x="10699457" y="78430"/>
                  <a:pt x="10675953" y="68623"/>
                </a:cubicBezTo>
                <a:cubicBezTo>
                  <a:pt x="10685972" y="89202"/>
                  <a:pt x="10641629" y="69781"/>
                  <a:pt x="10637091" y="90361"/>
                </a:cubicBezTo>
                <a:cubicBezTo>
                  <a:pt x="10635214" y="107005"/>
                  <a:pt x="10621323" y="104993"/>
                  <a:pt x="10610971" y="110764"/>
                </a:cubicBezTo>
                <a:cubicBezTo>
                  <a:pt x="10603980" y="127568"/>
                  <a:pt x="10551417" y="141180"/>
                  <a:pt x="10532872" y="138028"/>
                </a:cubicBezTo>
                <a:cubicBezTo>
                  <a:pt x="10480300" y="119072"/>
                  <a:pt x="10440532" y="186296"/>
                  <a:pt x="10398558" y="172911"/>
                </a:cubicBezTo>
                <a:cubicBezTo>
                  <a:pt x="10387708" y="174114"/>
                  <a:pt x="10378792" y="177646"/>
                  <a:pt x="10371128" y="182609"/>
                </a:cubicBezTo>
                <a:lnTo>
                  <a:pt x="10352178" y="199976"/>
                </a:lnTo>
                <a:lnTo>
                  <a:pt x="10351815" y="211879"/>
                </a:lnTo>
                <a:lnTo>
                  <a:pt x="10337471" y="218661"/>
                </a:lnTo>
                <a:lnTo>
                  <a:pt x="10334625" y="222351"/>
                </a:lnTo>
                <a:cubicBezTo>
                  <a:pt x="10321108" y="225227"/>
                  <a:pt x="10278615" y="228401"/>
                  <a:pt x="10256365" y="235917"/>
                </a:cubicBezTo>
                <a:cubicBezTo>
                  <a:pt x="10218136" y="258033"/>
                  <a:pt x="10224552" y="209685"/>
                  <a:pt x="10201127" y="267448"/>
                </a:cubicBezTo>
                <a:cubicBezTo>
                  <a:pt x="10121320" y="273476"/>
                  <a:pt x="10040763" y="345580"/>
                  <a:pt x="9961218" y="326720"/>
                </a:cubicBezTo>
                <a:cubicBezTo>
                  <a:pt x="9980173" y="341621"/>
                  <a:pt x="9883038" y="318484"/>
                  <a:pt x="9859715" y="355698"/>
                </a:cubicBezTo>
                <a:cubicBezTo>
                  <a:pt x="9812822" y="367758"/>
                  <a:pt x="9752089" y="383830"/>
                  <a:pt x="9679867" y="399081"/>
                </a:cubicBezTo>
                <a:cubicBezTo>
                  <a:pt x="9618357" y="415668"/>
                  <a:pt x="9525492" y="446315"/>
                  <a:pt x="9490654" y="455225"/>
                </a:cubicBezTo>
                <a:lnTo>
                  <a:pt x="9470837" y="452539"/>
                </a:lnTo>
                <a:lnTo>
                  <a:pt x="9469082" y="454891"/>
                </a:lnTo>
                <a:cubicBezTo>
                  <a:pt x="9460057" y="461184"/>
                  <a:pt x="9453495" y="461729"/>
                  <a:pt x="9448038" y="459733"/>
                </a:cubicBezTo>
                <a:lnTo>
                  <a:pt x="9396821" y="455795"/>
                </a:lnTo>
                <a:lnTo>
                  <a:pt x="9392197" y="459796"/>
                </a:lnTo>
                <a:lnTo>
                  <a:pt x="9347994" y="464462"/>
                </a:lnTo>
                <a:cubicBezTo>
                  <a:pt x="9347959" y="465155"/>
                  <a:pt x="9347925" y="465846"/>
                  <a:pt x="9347889" y="466539"/>
                </a:cubicBezTo>
                <a:cubicBezTo>
                  <a:pt x="9346648" y="471307"/>
                  <a:pt x="9343831" y="475025"/>
                  <a:pt x="9337639" y="476654"/>
                </a:cubicBezTo>
                <a:cubicBezTo>
                  <a:pt x="9354547" y="503661"/>
                  <a:pt x="9307720" y="510631"/>
                  <a:pt x="9287964" y="513052"/>
                </a:cubicBezTo>
                <a:cubicBezTo>
                  <a:pt x="9269905" y="526173"/>
                  <a:pt x="9245386" y="544358"/>
                  <a:pt x="9229283" y="555377"/>
                </a:cubicBezTo>
                <a:lnTo>
                  <a:pt x="9220274" y="557502"/>
                </a:lnTo>
                <a:cubicBezTo>
                  <a:pt x="9220250" y="557668"/>
                  <a:pt x="9220226" y="557835"/>
                  <a:pt x="9220202" y="558001"/>
                </a:cubicBezTo>
                <a:cubicBezTo>
                  <a:pt x="9218468" y="559434"/>
                  <a:pt x="9215591" y="560497"/>
                  <a:pt x="9210908" y="561147"/>
                </a:cubicBezTo>
                <a:lnTo>
                  <a:pt x="9186374" y="565502"/>
                </a:lnTo>
                <a:lnTo>
                  <a:pt x="9181058" y="569943"/>
                </a:lnTo>
                <a:lnTo>
                  <a:pt x="9167549" y="584727"/>
                </a:lnTo>
                <a:lnTo>
                  <a:pt x="9149110" y="598906"/>
                </a:lnTo>
                <a:cubicBezTo>
                  <a:pt x="9133575" y="594395"/>
                  <a:pt x="9087390" y="636567"/>
                  <a:pt x="9078556" y="644039"/>
                </a:cubicBezTo>
                <a:lnTo>
                  <a:pt x="8996399" y="690055"/>
                </a:lnTo>
                <a:cubicBezTo>
                  <a:pt x="8913147" y="777045"/>
                  <a:pt x="8867993" y="772591"/>
                  <a:pt x="8803791" y="813860"/>
                </a:cubicBezTo>
                <a:cubicBezTo>
                  <a:pt x="8745270" y="819906"/>
                  <a:pt x="8690049" y="823612"/>
                  <a:pt x="8636202" y="848463"/>
                </a:cubicBezTo>
                <a:cubicBezTo>
                  <a:pt x="8594799" y="860014"/>
                  <a:pt x="8568613" y="864779"/>
                  <a:pt x="8555372" y="883171"/>
                </a:cubicBezTo>
                <a:lnTo>
                  <a:pt x="8507229" y="901665"/>
                </a:lnTo>
                <a:lnTo>
                  <a:pt x="8428473" y="927985"/>
                </a:lnTo>
                <a:cubicBezTo>
                  <a:pt x="8428287" y="929817"/>
                  <a:pt x="8428100" y="931648"/>
                  <a:pt x="8427914" y="933480"/>
                </a:cubicBezTo>
                <a:lnTo>
                  <a:pt x="8420327" y="941984"/>
                </a:lnTo>
                <a:lnTo>
                  <a:pt x="8394729" y="948347"/>
                </a:lnTo>
                <a:lnTo>
                  <a:pt x="8380548" y="987916"/>
                </a:lnTo>
                <a:lnTo>
                  <a:pt x="8375330" y="965444"/>
                </a:lnTo>
                <a:cubicBezTo>
                  <a:pt x="8372375" y="964202"/>
                  <a:pt x="8344433" y="977378"/>
                  <a:pt x="8340796" y="980522"/>
                </a:cubicBezTo>
                <a:cubicBezTo>
                  <a:pt x="8328292" y="982128"/>
                  <a:pt x="8319237" y="991089"/>
                  <a:pt x="8304438" y="996739"/>
                </a:cubicBezTo>
                <a:cubicBezTo>
                  <a:pt x="8297193" y="1005683"/>
                  <a:pt x="8289328" y="1014568"/>
                  <a:pt x="8280929" y="1023089"/>
                </a:cubicBezTo>
                <a:lnTo>
                  <a:pt x="8275760" y="1027772"/>
                </a:lnTo>
                <a:lnTo>
                  <a:pt x="8275478" y="1027605"/>
                </a:lnTo>
                <a:cubicBezTo>
                  <a:pt x="8273970" y="1028076"/>
                  <a:pt x="8251461" y="1029408"/>
                  <a:pt x="8249003" y="1032033"/>
                </a:cubicBezTo>
                <a:lnTo>
                  <a:pt x="8203836" y="1037347"/>
                </a:lnTo>
                <a:cubicBezTo>
                  <a:pt x="8172789" y="1049890"/>
                  <a:pt x="8148166" y="1034625"/>
                  <a:pt x="8122936" y="1063113"/>
                </a:cubicBezTo>
                <a:cubicBezTo>
                  <a:pt x="8093850" y="1074757"/>
                  <a:pt x="8066781" y="1075350"/>
                  <a:pt x="8043658" y="1092746"/>
                </a:cubicBezTo>
                <a:cubicBezTo>
                  <a:pt x="8032157" y="1089174"/>
                  <a:pt x="8022145" y="1089998"/>
                  <a:pt x="8015351" y="1105478"/>
                </a:cubicBezTo>
                <a:cubicBezTo>
                  <a:pt x="7987544" y="1113006"/>
                  <a:pt x="7977708" y="1099152"/>
                  <a:pt x="7963145" y="1119346"/>
                </a:cubicBezTo>
                <a:cubicBezTo>
                  <a:pt x="7942622" y="1098880"/>
                  <a:pt x="7943760" y="1109516"/>
                  <a:pt x="7938145" y="1120225"/>
                </a:cubicBezTo>
                <a:lnTo>
                  <a:pt x="7937238" y="1121204"/>
                </a:lnTo>
                <a:lnTo>
                  <a:pt x="7934398" y="1118240"/>
                </a:lnTo>
                <a:lnTo>
                  <a:pt x="7918248" y="1124371"/>
                </a:lnTo>
                <a:lnTo>
                  <a:pt x="7914119" y="1127653"/>
                </a:lnTo>
                <a:cubicBezTo>
                  <a:pt x="7911201" y="1129547"/>
                  <a:pt x="7909169" y="1130331"/>
                  <a:pt x="7907658" y="1130350"/>
                </a:cubicBezTo>
                <a:lnTo>
                  <a:pt x="7907434" y="1130103"/>
                </a:lnTo>
                <a:lnTo>
                  <a:pt x="7901508" y="1133245"/>
                </a:lnTo>
                <a:cubicBezTo>
                  <a:pt x="7891644" y="1139271"/>
                  <a:pt x="7882185" y="1145815"/>
                  <a:pt x="7873287" y="1152609"/>
                </a:cubicBezTo>
                <a:cubicBezTo>
                  <a:pt x="7864672" y="1141906"/>
                  <a:pt x="7845199" y="1159242"/>
                  <a:pt x="7834833" y="1153868"/>
                </a:cubicBezTo>
                <a:lnTo>
                  <a:pt x="7828661" y="1139994"/>
                </a:lnTo>
                <a:lnTo>
                  <a:pt x="7823966" y="1143178"/>
                </a:lnTo>
                <a:lnTo>
                  <a:pt x="7815078" y="1151776"/>
                </a:lnTo>
                <a:cubicBezTo>
                  <a:pt x="7813692" y="1152943"/>
                  <a:pt x="7812687" y="1153116"/>
                  <a:pt x="7812026" y="1151522"/>
                </a:cubicBezTo>
                <a:cubicBezTo>
                  <a:pt x="7806555" y="1153054"/>
                  <a:pt x="7788673" y="1159989"/>
                  <a:pt x="7782249" y="1160970"/>
                </a:cubicBezTo>
                <a:lnTo>
                  <a:pt x="7773476" y="1157414"/>
                </a:lnTo>
                <a:lnTo>
                  <a:pt x="7769600" y="1157365"/>
                </a:lnTo>
                <a:lnTo>
                  <a:pt x="7752631" y="1172815"/>
                </a:lnTo>
                <a:lnTo>
                  <a:pt x="7739392" y="1192062"/>
                </a:lnTo>
                <a:lnTo>
                  <a:pt x="7677677" y="1216394"/>
                </a:lnTo>
                <a:lnTo>
                  <a:pt x="7586920" y="1261888"/>
                </a:lnTo>
                <a:cubicBezTo>
                  <a:pt x="7556723" y="1298911"/>
                  <a:pt x="7489187" y="1284518"/>
                  <a:pt x="7486100" y="1292563"/>
                </a:cubicBezTo>
                <a:cubicBezTo>
                  <a:pt x="7454875" y="1308356"/>
                  <a:pt x="7453335" y="1326361"/>
                  <a:pt x="7411323" y="1340732"/>
                </a:cubicBezTo>
                <a:cubicBezTo>
                  <a:pt x="7372519" y="1390006"/>
                  <a:pt x="7288617" y="1403664"/>
                  <a:pt x="7240698" y="1438832"/>
                </a:cubicBezTo>
                <a:cubicBezTo>
                  <a:pt x="7206467" y="1417136"/>
                  <a:pt x="7227555" y="1441678"/>
                  <a:pt x="7197675" y="1447530"/>
                </a:cubicBezTo>
                <a:cubicBezTo>
                  <a:pt x="7211601" y="1474927"/>
                  <a:pt x="7159483" y="1444981"/>
                  <a:pt x="7164788" y="1480293"/>
                </a:cubicBezTo>
                <a:cubicBezTo>
                  <a:pt x="7159184" y="1480240"/>
                  <a:pt x="7153584" y="1479075"/>
                  <a:pt x="7147929" y="1477641"/>
                </a:cubicBezTo>
                <a:lnTo>
                  <a:pt x="7144965" y="1476908"/>
                </a:lnTo>
                <a:lnTo>
                  <a:pt x="7134299" y="1479969"/>
                </a:lnTo>
                <a:lnTo>
                  <a:pt x="7129809" y="1473339"/>
                </a:lnTo>
                <a:lnTo>
                  <a:pt x="7112688" y="1472575"/>
                </a:lnTo>
                <a:cubicBezTo>
                  <a:pt x="7106506" y="1473449"/>
                  <a:pt x="7100123" y="1475741"/>
                  <a:pt x="7093470" y="1480300"/>
                </a:cubicBezTo>
                <a:cubicBezTo>
                  <a:pt x="7079039" y="1501274"/>
                  <a:pt x="7048991" y="1495718"/>
                  <a:pt x="7025034" y="1506934"/>
                </a:cubicBezTo>
                <a:lnTo>
                  <a:pt x="7014783" y="1515868"/>
                </a:lnTo>
                <a:lnTo>
                  <a:pt x="6979706" y="1523511"/>
                </a:lnTo>
                <a:lnTo>
                  <a:pt x="6977890" y="1525793"/>
                </a:lnTo>
                <a:cubicBezTo>
                  <a:pt x="6971996" y="1527914"/>
                  <a:pt x="6959488" y="1529941"/>
                  <a:pt x="6944339" y="1536237"/>
                </a:cubicBezTo>
                <a:lnTo>
                  <a:pt x="6886996" y="1563569"/>
                </a:lnTo>
                <a:lnTo>
                  <a:pt x="6874510" y="1558469"/>
                </a:lnTo>
                <a:lnTo>
                  <a:pt x="6871943" y="1554651"/>
                </a:lnTo>
                <a:lnTo>
                  <a:pt x="6856174" y="1562024"/>
                </a:lnTo>
                <a:lnTo>
                  <a:pt x="6842321" y="1560554"/>
                </a:lnTo>
                <a:lnTo>
                  <a:pt x="6832713" y="1569357"/>
                </a:lnTo>
                <a:lnTo>
                  <a:pt x="6816351" y="1571495"/>
                </a:lnTo>
                <a:cubicBezTo>
                  <a:pt x="6810216" y="1571510"/>
                  <a:pt x="6803310" y="1571324"/>
                  <a:pt x="6795800" y="1572010"/>
                </a:cubicBezTo>
                <a:lnTo>
                  <a:pt x="6777546" y="1568661"/>
                </a:lnTo>
                <a:lnTo>
                  <a:pt x="6751528" y="1574143"/>
                </a:lnTo>
                <a:cubicBezTo>
                  <a:pt x="6731455" y="1578562"/>
                  <a:pt x="6712054" y="1582098"/>
                  <a:pt x="6691966" y="1582255"/>
                </a:cubicBezTo>
                <a:cubicBezTo>
                  <a:pt x="6677921" y="1590738"/>
                  <a:pt x="6663787" y="1595441"/>
                  <a:pt x="6646941" y="1588471"/>
                </a:cubicBezTo>
                <a:cubicBezTo>
                  <a:pt x="6605135" y="1597971"/>
                  <a:pt x="6598373" y="1612583"/>
                  <a:pt x="6568576" y="1606488"/>
                </a:cubicBezTo>
                <a:cubicBezTo>
                  <a:pt x="6562510" y="1614734"/>
                  <a:pt x="6558067" y="1619360"/>
                  <a:pt x="6554358" y="1621701"/>
                </a:cubicBezTo>
                <a:cubicBezTo>
                  <a:pt x="6543227" y="1628727"/>
                  <a:pt x="6538724" y="1615196"/>
                  <a:pt x="6516968" y="1617195"/>
                </a:cubicBezTo>
                <a:cubicBezTo>
                  <a:pt x="6493173" y="1617368"/>
                  <a:pt x="6528193" y="1598652"/>
                  <a:pt x="6506479" y="1602227"/>
                </a:cubicBezTo>
                <a:cubicBezTo>
                  <a:pt x="6486674" y="1613929"/>
                  <a:pt x="6478484" y="1593997"/>
                  <a:pt x="6458436" y="1607332"/>
                </a:cubicBezTo>
                <a:cubicBezTo>
                  <a:pt x="6471168" y="1620800"/>
                  <a:pt x="6410323" y="1615478"/>
                  <a:pt x="6414786" y="1628815"/>
                </a:cubicBezTo>
                <a:cubicBezTo>
                  <a:pt x="6385942" y="1615041"/>
                  <a:pt x="6386569" y="1640238"/>
                  <a:pt x="6357085" y="1640846"/>
                </a:cubicBezTo>
                <a:cubicBezTo>
                  <a:pt x="6341163" y="1636809"/>
                  <a:pt x="6331497" y="1637754"/>
                  <a:pt x="6322636" y="1648213"/>
                </a:cubicBezTo>
                <a:cubicBezTo>
                  <a:pt x="6248448" y="1627802"/>
                  <a:pt x="6286748" y="1654976"/>
                  <a:pt x="6226172" y="1654676"/>
                </a:cubicBezTo>
                <a:lnTo>
                  <a:pt x="6221217" y="1654506"/>
                </a:lnTo>
                <a:lnTo>
                  <a:pt x="6204956" y="1664280"/>
                </a:lnTo>
                <a:cubicBezTo>
                  <a:pt x="6204728" y="1665114"/>
                  <a:pt x="6204498" y="1665947"/>
                  <a:pt x="6204270" y="1666782"/>
                </a:cubicBezTo>
                <a:lnTo>
                  <a:pt x="6143810" y="1661963"/>
                </a:lnTo>
                <a:lnTo>
                  <a:pt x="6136560" y="1665728"/>
                </a:lnTo>
                <a:lnTo>
                  <a:pt x="6096155" y="1656951"/>
                </a:lnTo>
                <a:lnTo>
                  <a:pt x="6075812" y="1655422"/>
                </a:lnTo>
                <a:lnTo>
                  <a:pt x="6039495" y="1649680"/>
                </a:lnTo>
                <a:lnTo>
                  <a:pt x="6036523" y="1652121"/>
                </a:lnTo>
                <a:lnTo>
                  <a:pt x="6029328" y="1649904"/>
                </a:lnTo>
                <a:lnTo>
                  <a:pt x="6024075" y="1652779"/>
                </a:lnTo>
                <a:lnTo>
                  <a:pt x="6018085" y="1652030"/>
                </a:lnTo>
                <a:cubicBezTo>
                  <a:pt x="6006658" y="1653831"/>
                  <a:pt x="5968194" y="1662035"/>
                  <a:pt x="5955513" y="1663584"/>
                </a:cubicBezTo>
                <a:lnTo>
                  <a:pt x="5941996" y="1661326"/>
                </a:lnTo>
                <a:lnTo>
                  <a:pt x="5931789" y="1669915"/>
                </a:lnTo>
                <a:lnTo>
                  <a:pt x="5888686" y="1672175"/>
                </a:lnTo>
                <a:lnTo>
                  <a:pt x="5873794" y="1665454"/>
                </a:lnTo>
                <a:lnTo>
                  <a:pt x="5860022" y="1660635"/>
                </a:lnTo>
                <a:lnTo>
                  <a:pt x="5858237" y="1660649"/>
                </a:lnTo>
                <a:lnTo>
                  <a:pt x="5840319" y="1660798"/>
                </a:lnTo>
                <a:lnTo>
                  <a:pt x="5806984" y="1661075"/>
                </a:lnTo>
                <a:cubicBezTo>
                  <a:pt x="5785708" y="1661533"/>
                  <a:pt x="5764126" y="1662974"/>
                  <a:pt x="5742351" y="1667489"/>
                </a:cubicBezTo>
                <a:cubicBezTo>
                  <a:pt x="5659069" y="1645168"/>
                  <a:pt x="5615134" y="1706361"/>
                  <a:pt x="5521171" y="1671626"/>
                </a:cubicBezTo>
                <a:cubicBezTo>
                  <a:pt x="5491803" y="1671296"/>
                  <a:pt x="5498089" y="1662666"/>
                  <a:pt x="5457384" y="1683952"/>
                </a:cubicBezTo>
                <a:cubicBezTo>
                  <a:pt x="5356959" y="1699287"/>
                  <a:pt x="5078905" y="1774579"/>
                  <a:pt x="4950070" y="1748401"/>
                </a:cubicBezTo>
                <a:cubicBezTo>
                  <a:pt x="4918276" y="1752255"/>
                  <a:pt x="4891043" y="1756936"/>
                  <a:pt x="4872172" y="1757222"/>
                </a:cubicBezTo>
                <a:lnTo>
                  <a:pt x="4809524" y="1761033"/>
                </a:lnTo>
                <a:cubicBezTo>
                  <a:pt x="4791324" y="1772975"/>
                  <a:pt x="4777258" y="1754591"/>
                  <a:pt x="4759058" y="1766533"/>
                </a:cubicBezTo>
                <a:cubicBezTo>
                  <a:pt x="4747481" y="1770744"/>
                  <a:pt x="4734604" y="1772921"/>
                  <a:pt x="4719749" y="1771811"/>
                </a:cubicBezTo>
                <a:cubicBezTo>
                  <a:pt x="4671168" y="1780243"/>
                  <a:pt x="4634134" y="1775931"/>
                  <a:pt x="4568686" y="1786141"/>
                </a:cubicBezTo>
                <a:cubicBezTo>
                  <a:pt x="4544667" y="1777910"/>
                  <a:pt x="4432547" y="1778168"/>
                  <a:pt x="4418751" y="1796932"/>
                </a:cubicBezTo>
                <a:cubicBezTo>
                  <a:pt x="4403360" y="1801488"/>
                  <a:pt x="4385278" y="1795746"/>
                  <a:pt x="4378377" y="1815528"/>
                </a:cubicBezTo>
                <a:cubicBezTo>
                  <a:pt x="4366870" y="1839461"/>
                  <a:pt x="4337372" y="1814003"/>
                  <a:pt x="4320575" y="1832722"/>
                </a:cubicBezTo>
                <a:cubicBezTo>
                  <a:pt x="4277898" y="1857053"/>
                  <a:pt x="4243945" y="1846759"/>
                  <a:pt x="4211935" y="1860177"/>
                </a:cubicBezTo>
                <a:cubicBezTo>
                  <a:pt x="4181519" y="1859584"/>
                  <a:pt x="4171342" y="1859762"/>
                  <a:pt x="4101228" y="1868717"/>
                </a:cubicBezTo>
                <a:cubicBezTo>
                  <a:pt x="4080159" y="1876188"/>
                  <a:pt x="4039427" y="1877381"/>
                  <a:pt x="3973223" y="1881015"/>
                </a:cubicBezTo>
                <a:cubicBezTo>
                  <a:pt x="3971330" y="1884974"/>
                  <a:pt x="3952843" y="1879225"/>
                  <a:pt x="3900992" y="1880603"/>
                </a:cubicBezTo>
                <a:cubicBezTo>
                  <a:pt x="3849141" y="1881981"/>
                  <a:pt x="3740060" y="1895686"/>
                  <a:pt x="3662119" y="1889285"/>
                </a:cubicBezTo>
                <a:cubicBezTo>
                  <a:pt x="3565155" y="1881322"/>
                  <a:pt x="3613412" y="1915150"/>
                  <a:pt x="3496919" y="1873180"/>
                </a:cubicBezTo>
                <a:cubicBezTo>
                  <a:pt x="3488062" y="1895719"/>
                  <a:pt x="3474293" y="1876288"/>
                  <a:pt x="3449433" y="1889681"/>
                </a:cubicBezTo>
                <a:cubicBezTo>
                  <a:pt x="3406553" y="1891629"/>
                  <a:pt x="3413217" y="1897797"/>
                  <a:pt x="3369766" y="1916653"/>
                </a:cubicBezTo>
                <a:cubicBezTo>
                  <a:pt x="3338805" y="1929531"/>
                  <a:pt x="3289487" y="1928617"/>
                  <a:pt x="3269672" y="1938036"/>
                </a:cubicBezTo>
                <a:lnTo>
                  <a:pt x="3224897" y="1943733"/>
                </a:lnTo>
                <a:cubicBezTo>
                  <a:pt x="3188693" y="1949271"/>
                  <a:pt x="3178540" y="1909145"/>
                  <a:pt x="3161463" y="1946591"/>
                </a:cubicBezTo>
                <a:lnTo>
                  <a:pt x="3112044" y="1935614"/>
                </a:lnTo>
                <a:lnTo>
                  <a:pt x="3069716" y="1930463"/>
                </a:lnTo>
                <a:cubicBezTo>
                  <a:pt x="3049937" y="1924285"/>
                  <a:pt x="3047816" y="1925644"/>
                  <a:pt x="3005773" y="1915878"/>
                </a:cubicBezTo>
                <a:cubicBezTo>
                  <a:pt x="2978838" y="1921092"/>
                  <a:pt x="2967972" y="1927319"/>
                  <a:pt x="2897201" y="1926772"/>
                </a:cubicBezTo>
                <a:lnTo>
                  <a:pt x="2783891" y="1931749"/>
                </a:lnTo>
                <a:cubicBezTo>
                  <a:pt x="2753098" y="1932794"/>
                  <a:pt x="2731621" y="1915151"/>
                  <a:pt x="2712447" y="1933044"/>
                </a:cubicBezTo>
                <a:cubicBezTo>
                  <a:pt x="2621923" y="1990472"/>
                  <a:pt x="2637976" y="1949546"/>
                  <a:pt x="2560151" y="1963609"/>
                </a:cubicBezTo>
                <a:cubicBezTo>
                  <a:pt x="2472084" y="1973456"/>
                  <a:pt x="2423631" y="1962133"/>
                  <a:pt x="2367221" y="1971884"/>
                </a:cubicBezTo>
                <a:cubicBezTo>
                  <a:pt x="2355331" y="1950582"/>
                  <a:pt x="2295649" y="1950006"/>
                  <a:pt x="2272130" y="1961162"/>
                </a:cubicBezTo>
                <a:cubicBezTo>
                  <a:pt x="2229336" y="1964326"/>
                  <a:pt x="2232627" y="1943953"/>
                  <a:pt x="2189404" y="1978172"/>
                </a:cubicBezTo>
                <a:cubicBezTo>
                  <a:pt x="2153824" y="1968017"/>
                  <a:pt x="2114605" y="1969166"/>
                  <a:pt x="2077704" y="1965002"/>
                </a:cubicBezTo>
                <a:cubicBezTo>
                  <a:pt x="2053064" y="1962036"/>
                  <a:pt x="2051584" y="1971011"/>
                  <a:pt x="2033299" y="1969042"/>
                </a:cubicBezTo>
                <a:cubicBezTo>
                  <a:pt x="2015014" y="1967073"/>
                  <a:pt x="1998956" y="1958903"/>
                  <a:pt x="1967996" y="1953187"/>
                </a:cubicBezTo>
                <a:cubicBezTo>
                  <a:pt x="1924117" y="1970917"/>
                  <a:pt x="1915668" y="1940297"/>
                  <a:pt x="1855805" y="1926082"/>
                </a:cubicBezTo>
                <a:cubicBezTo>
                  <a:pt x="1830663" y="1943732"/>
                  <a:pt x="1810564" y="1935694"/>
                  <a:pt x="1790957" y="1919460"/>
                </a:cubicBezTo>
                <a:cubicBezTo>
                  <a:pt x="1732588" y="1924884"/>
                  <a:pt x="1679506" y="1900619"/>
                  <a:pt x="1613978" y="1891581"/>
                </a:cubicBezTo>
                <a:cubicBezTo>
                  <a:pt x="1542961" y="1912227"/>
                  <a:pt x="1506863" y="1865666"/>
                  <a:pt x="1436831" y="1856201"/>
                </a:cubicBezTo>
                <a:cubicBezTo>
                  <a:pt x="1409149" y="1862955"/>
                  <a:pt x="1416370" y="1829853"/>
                  <a:pt x="1357365" y="1832140"/>
                </a:cubicBezTo>
                <a:cubicBezTo>
                  <a:pt x="1285880" y="1811785"/>
                  <a:pt x="1273193" y="1786872"/>
                  <a:pt x="1232341" y="1785942"/>
                </a:cubicBezTo>
                <a:cubicBezTo>
                  <a:pt x="1223903" y="1792798"/>
                  <a:pt x="1160576" y="1793911"/>
                  <a:pt x="1162595" y="1784330"/>
                </a:cubicBezTo>
                <a:cubicBezTo>
                  <a:pt x="1153167" y="1787110"/>
                  <a:pt x="1122206" y="1805077"/>
                  <a:pt x="1120257" y="1789615"/>
                </a:cubicBezTo>
                <a:cubicBezTo>
                  <a:pt x="1073149" y="1786750"/>
                  <a:pt x="1034361" y="1768718"/>
                  <a:pt x="991903" y="1786741"/>
                </a:cubicBezTo>
                <a:cubicBezTo>
                  <a:pt x="966383" y="1781126"/>
                  <a:pt x="949501" y="1800915"/>
                  <a:pt x="883960" y="1809389"/>
                </a:cubicBezTo>
                <a:cubicBezTo>
                  <a:pt x="836064" y="1808194"/>
                  <a:pt x="826980" y="1826610"/>
                  <a:pt x="766531" y="1805053"/>
                </a:cubicBezTo>
                <a:cubicBezTo>
                  <a:pt x="732778" y="1801141"/>
                  <a:pt x="694055" y="1787044"/>
                  <a:pt x="669779" y="1800537"/>
                </a:cubicBezTo>
                <a:cubicBezTo>
                  <a:pt x="645252" y="1794709"/>
                  <a:pt x="563495" y="1813232"/>
                  <a:pt x="523898" y="1811085"/>
                </a:cubicBezTo>
                <a:cubicBezTo>
                  <a:pt x="457555" y="1798530"/>
                  <a:pt x="395227" y="1824052"/>
                  <a:pt x="360251" y="1830735"/>
                </a:cubicBezTo>
                <a:cubicBezTo>
                  <a:pt x="313564" y="1825583"/>
                  <a:pt x="298281" y="1811622"/>
                  <a:pt x="255207" y="1818275"/>
                </a:cubicBezTo>
                <a:cubicBezTo>
                  <a:pt x="206572" y="1839769"/>
                  <a:pt x="160277" y="1836800"/>
                  <a:pt x="101803" y="1870647"/>
                </a:cubicBezTo>
                <a:cubicBezTo>
                  <a:pt x="85849" y="1910002"/>
                  <a:pt x="27997" y="1845258"/>
                  <a:pt x="25397" y="1888443"/>
                </a:cubicBezTo>
                <a:cubicBezTo>
                  <a:pt x="19096" y="1881154"/>
                  <a:pt x="11260" y="1878398"/>
                  <a:pt x="2370" y="1878311"/>
                </a:cubicBezTo>
                <a:lnTo>
                  <a:pt x="0" y="1878785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D437BB8-0764-4822-10D7-96F79362C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4" y="609597"/>
            <a:ext cx="9392421" cy="1330841"/>
          </a:xfrm>
        </p:spPr>
        <p:txBody>
          <a:bodyPr>
            <a:normAutofit/>
          </a:bodyPr>
          <a:lstStyle/>
          <a:p>
            <a:r>
              <a:rPr lang="fr-FR"/>
              <a:t>Les applications de la Fusion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574CC0-436E-C023-33AC-209F5E4241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122" y="3097433"/>
            <a:ext cx="4958966" cy="1930876"/>
          </a:xfrm>
        </p:spPr>
        <p:txBody>
          <a:bodyPr>
            <a:normAutofit/>
          </a:bodyPr>
          <a:lstStyle/>
          <a:p>
            <a:endParaRPr lang="fr-FR" sz="2000" dirty="0"/>
          </a:p>
          <a:p>
            <a:pPr lvl="1"/>
            <a:r>
              <a:rPr lang="fr-FR" sz="2000" dirty="0" err="1"/>
              <a:t>Autonomous</a:t>
            </a:r>
            <a:r>
              <a:rPr lang="fr-FR" sz="2000" dirty="0"/>
              <a:t> Driving</a:t>
            </a:r>
          </a:p>
          <a:p>
            <a:pPr lvl="1"/>
            <a:r>
              <a:rPr lang="fr-FR" sz="2000" dirty="0"/>
              <a:t>Smart </a:t>
            </a:r>
            <a:r>
              <a:rPr lang="fr-FR" sz="2000" dirty="0" err="1"/>
              <a:t>Helthcare</a:t>
            </a:r>
            <a:endParaRPr lang="fr-FR" sz="2000" dirty="0"/>
          </a:p>
          <a:p>
            <a:pPr lvl="1"/>
            <a:r>
              <a:rPr lang="fr-FR" sz="2000" dirty="0"/>
              <a:t>Sentimental </a:t>
            </a:r>
            <a:r>
              <a:rPr lang="fr-FR" sz="2000" dirty="0" err="1"/>
              <a:t>analysis</a:t>
            </a:r>
            <a:endParaRPr lang="fr-FR" sz="2000" dirty="0"/>
          </a:p>
          <a:p>
            <a:pPr lvl="1"/>
            <a:r>
              <a:rPr lang="fr-FR" sz="2000" dirty="0" err="1"/>
              <a:t>LLM’s</a:t>
            </a:r>
            <a:r>
              <a:rPr lang="fr-FR" sz="2000" dirty="0"/>
              <a:t> Enrichie</a:t>
            </a:r>
          </a:p>
        </p:txBody>
      </p:sp>
      <p:pic>
        <p:nvPicPr>
          <p:cNvPr id="4" name="Image 3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763F5075-F5FA-41CD-21A4-AF24038AB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9263" y="2495191"/>
            <a:ext cx="4788505" cy="316041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1" name="Freeform: Shape 12">
            <a:extLst>
              <a:ext uri="{FF2B5EF4-FFF2-40B4-BE49-F238E27FC236}">
                <a16:creationId xmlns:a16="http://schemas.microsoft.com/office/drawing/2014/main" id="{9A0D773F-7A7D-4DBB-9DEA-86BB8B8F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5381624" y="6209414"/>
            <a:ext cx="6810375" cy="648586"/>
          </a:xfrm>
          <a:custGeom>
            <a:avLst/>
            <a:gdLst>
              <a:gd name="connsiteX0" fmla="*/ 0 w 10753706"/>
              <a:gd name="connsiteY0" fmla="*/ 0 h 1027260"/>
              <a:gd name="connsiteX1" fmla="*/ 10753706 w 10753706"/>
              <a:gd name="connsiteY1" fmla="*/ 0 h 1027260"/>
              <a:gd name="connsiteX2" fmla="*/ 10748809 w 10753706"/>
              <a:gd name="connsiteY2" fmla="*/ 2522 h 1027260"/>
              <a:gd name="connsiteX3" fmla="*/ 10725330 w 10753706"/>
              <a:gd name="connsiteY3" fmla="*/ 11977 h 1027260"/>
              <a:gd name="connsiteX4" fmla="*/ 10615423 w 10753706"/>
              <a:gd name="connsiteY4" fmla="*/ 52967 h 1027260"/>
              <a:gd name="connsiteX5" fmla="*/ 10533936 w 10753706"/>
              <a:gd name="connsiteY5" fmla="*/ 53095 h 1027260"/>
              <a:gd name="connsiteX6" fmla="*/ 10466876 w 10753706"/>
              <a:gd name="connsiteY6" fmla="*/ 45180 h 1027260"/>
              <a:gd name="connsiteX7" fmla="*/ 10355090 w 10753706"/>
              <a:gd name="connsiteY7" fmla="*/ 89741 h 1027260"/>
              <a:gd name="connsiteX8" fmla="*/ 10087145 w 10753706"/>
              <a:gd name="connsiteY8" fmla="*/ 66115 h 1027260"/>
              <a:gd name="connsiteX9" fmla="*/ 10015902 w 10753706"/>
              <a:gd name="connsiteY9" fmla="*/ 76178 h 1027260"/>
              <a:gd name="connsiteX10" fmla="*/ 9806005 w 10753706"/>
              <a:gd name="connsiteY10" fmla="*/ 102435 h 1027260"/>
              <a:gd name="connsiteX11" fmla="*/ 9602583 w 10753706"/>
              <a:gd name="connsiteY11" fmla="*/ 179170 h 1027260"/>
              <a:gd name="connsiteX12" fmla="*/ 9469719 w 10753706"/>
              <a:gd name="connsiteY12" fmla="*/ 174721 h 1027260"/>
              <a:gd name="connsiteX13" fmla="*/ 9408692 w 10753706"/>
              <a:gd name="connsiteY13" fmla="*/ 189513 h 1027260"/>
              <a:gd name="connsiteX14" fmla="*/ 9364151 w 10753706"/>
              <a:gd name="connsiteY14" fmla="*/ 194072 h 1027260"/>
              <a:gd name="connsiteX15" fmla="*/ 9337751 w 10753706"/>
              <a:gd name="connsiteY15" fmla="*/ 197579 h 1027260"/>
              <a:gd name="connsiteX16" fmla="*/ 9297166 w 10753706"/>
              <a:gd name="connsiteY16" fmla="*/ 216558 h 1027260"/>
              <a:gd name="connsiteX17" fmla="*/ 9123859 w 10753706"/>
              <a:gd name="connsiteY17" fmla="*/ 237356 h 1027260"/>
              <a:gd name="connsiteX18" fmla="*/ 8950741 w 10753706"/>
              <a:gd name="connsiteY18" fmla="*/ 238020 h 1027260"/>
              <a:gd name="connsiteX19" fmla="*/ 8718236 w 10753706"/>
              <a:gd name="connsiteY19" fmla="*/ 303148 h 1027260"/>
              <a:gd name="connsiteX20" fmla="*/ 8694011 w 10753706"/>
              <a:gd name="connsiteY20" fmla="*/ 308812 h 1027260"/>
              <a:gd name="connsiteX21" fmla="*/ 8611976 w 10753706"/>
              <a:gd name="connsiteY21" fmla="*/ 324819 h 1027260"/>
              <a:gd name="connsiteX22" fmla="*/ 8562074 w 10753706"/>
              <a:gd name="connsiteY22" fmla="*/ 337971 h 1027260"/>
              <a:gd name="connsiteX23" fmla="*/ 8501724 w 10753706"/>
              <a:gd name="connsiteY23" fmla="*/ 360865 h 1027260"/>
              <a:gd name="connsiteX24" fmla="*/ 8504489 w 10753706"/>
              <a:gd name="connsiteY24" fmla="*/ 364790 h 1027260"/>
              <a:gd name="connsiteX25" fmla="*/ 8492774 w 10753706"/>
              <a:gd name="connsiteY25" fmla="*/ 366181 h 1027260"/>
              <a:gd name="connsiteX26" fmla="*/ 8466405 w 10753706"/>
              <a:gd name="connsiteY26" fmla="*/ 368724 h 1027260"/>
              <a:gd name="connsiteX27" fmla="*/ 8427069 w 10753706"/>
              <a:gd name="connsiteY27" fmla="*/ 387211 h 1027260"/>
              <a:gd name="connsiteX28" fmla="*/ 8387766 w 10753706"/>
              <a:gd name="connsiteY28" fmla="*/ 377161 h 1027260"/>
              <a:gd name="connsiteX29" fmla="*/ 8315874 w 10753706"/>
              <a:gd name="connsiteY29" fmla="*/ 395527 h 1027260"/>
              <a:gd name="connsiteX30" fmla="*/ 8274474 w 10753706"/>
              <a:gd name="connsiteY30" fmla="*/ 405112 h 1027260"/>
              <a:gd name="connsiteX31" fmla="*/ 8234664 w 10753706"/>
              <a:gd name="connsiteY31" fmla="*/ 410219 h 1027260"/>
              <a:gd name="connsiteX32" fmla="*/ 8211268 w 10753706"/>
              <a:gd name="connsiteY32" fmla="*/ 416791 h 1027260"/>
              <a:gd name="connsiteX33" fmla="*/ 8188615 w 10753706"/>
              <a:gd name="connsiteY33" fmla="*/ 421755 h 1027260"/>
              <a:gd name="connsiteX34" fmla="*/ 8179981 w 10753706"/>
              <a:gd name="connsiteY34" fmla="*/ 420402 h 1027260"/>
              <a:gd name="connsiteX35" fmla="*/ 8179307 w 10753706"/>
              <a:gd name="connsiteY35" fmla="*/ 422516 h 1027260"/>
              <a:gd name="connsiteX36" fmla="*/ 8147929 w 10753706"/>
              <a:gd name="connsiteY36" fmla="*/ 450302 h 1027260"/>
              <a:gd name="connsiteX37" fmla="*/ 8089136 w 10753706"/>
              <a:gd name="connsiteY37" fmla="*/ 465283 h 1027260"/>
              <a:gd name="connsiteX38" fmla="*/ 8049973 w 10753706"/>
              <a:gd name="connsiteY38" fmla="*/ 454121 h 1027260"/>
              <a:gd name="connsiteX39" fmla="*/ 7965913 w 10753706"/>
              <a:gd name="connsiteY39" fmla="*/ 464415 h 1027260"/>
              <a:gd name="connsiteX40" fmla="*/ 7945093 w 10753706"/>
              <a:gd name="connsiteY40" fmla="*/ 464798 h 1027260"/>
              <a:gd name="connsiteX41" fmla="*/ 7935335 w 10753706"/>
              <a:gd name="connsiteY41" fmla="*/ 462442 h 1027260"/>
              <a:gd name="connsiteX42" fmla="*/ 7904779 w 10753706"/>
              <a:gd name="connsiteY42" fmla="*/ 471429 h 1027260"/>
              <a:gd name="connsiteX43" fmla="*/ 7855604 w 10753706"/>
              <a:gd name="connsiteY43" fmla="*/ 480199 h 1027260"/>
              <a:gd name="connsiteX44" fmla="*/ 7832630 w 10753706"/>
              <a:gd name="connsiteY44" fmla="*/ 485371 h 1027260"/>
              <a:gd name="connsiteX45" fmla="*/ 7812438 w 10753706"/>
              <a:gd name="connsiteY45" fmla="*/ 485391 h 1027260"/>
              <a:gd name="connsiteX46" fmla="*/ 7701399 w 10753706"/>
              <a:gd name="connsiteY46" fmla="*/ 495197 h 1027260"/>
              <a:gd name="connsiteX47" fmla="*/ 7674778 w 10753706"/>
              <a:gd name="connsiteY47" fmla="*/ 494723 h 1027260"/>
              <a:gd name="connsiteX48" fmla="*/ 7660445 w 10753706"/>
              <a:gd name="connsiteY48" fmla="*/ 490194 h 1027260"/>
              <a:gd name="connsiteX49" fmla="*/ 7651781 w 10753706"/>
              <a:gd name="connsiteY49" fmla="*/ 493084 h 1027260"/>
              <a:gd name="connsiteX50" fmla="*/ 7584807 w 10753706"/>
              <a:gd name="connsiteY50" fmla="*/ 499490 h 1027260"/>
              <a:gd name="connsiteX51" fmla="*/ 7541324 w 10753706"/>
              <a:gd name="connsiteY51" fmla="*/ 504184 h 1027260"/>
              <a:gd name="connsiteX52" fmla="*/ 7541756 w 10753706"/>
              <a:gd name="connsiteY52" fmla="*/ 512184 h 1027260"/>
              <a:gd name="connsiteX53" fmla="*/ 7503906 w 10753706"/>
              <a:gd name="connsiteY53" fmla="*/ 518551 h 1027260"/>
              <a:gd name="connsiteX54" fmla="*/ 7460411 w 10753706"/>
              <a:gd name="connsiteY54" fmla="*/ 517415 h 1027260"/>
              <a:gd name="connsiteX55" fmla="*/ 7460116 w 10753706"/>
              <a:gd name="connsiteY55" fmla="*/ 517548 h 1027260"/>
              <a:gd name="connsiteX56" fmla="*/ 7297810 w 10753706"/>
              <a:gd name="connsiteY56" fmla="*/ 563947 h 1027260"/>
              <a:gd name="connsiteX57" fmla="*/ 6946388 w 10753706"/>
              <a:gd name="connsiteY57" fmla="*/ 665244 h 1027260"/>
              <a:gd name="connsiteX58" fmla="*/ 6741704 w 10753706"/>
              <a:gd name="connsiteY58" fmla="*/ 679365 h 1027260"/>
              <a:gd name="connsiteX59" fmla="*/ 6624680 w 10753706"/>
              <a:gd name="connsiteY59" fmla="*/ 677674 h 1027260"/>
              <a:gd name="connsiteX60" fmla="*/ 6605700 w 10753706"/>
              <a:gd name="connsiteY60" fmla="*/ 683566 h 1027260"/>
              <a:gd name="connsiteX61" fmla="*/ 6576922 w 10753706"/>
              <a:gd name="connsiteY61" fmla="*/ 683030 h 1027260"/>
              <a:gd name="connsiteX62" fmla="*/ 6405123 w 10753706"/>
              <a:gd name="connsiteY62" fmla="*/ 721946 h 1027260"/>
              <a:gd name="connsiteX63" fmla="*/ 6368938 w 10753706"/>
              <a:gd name="connsiteY63" fmla="*/ 717341 h 1027260"/>
              <a:gd name="connsiteX64" fmla="*/ 6295102 w 10753706"/>
              <a:gd name="connsiteY64" fmla="*/ 729508 h 1027260"/>
              <a:gd name="connsiteX65" fmla="*/ 6202084 w 10753706"/>
              <a:gd name="connsiteY65" fmla="*/ 767091 h 1027260"/>
              <a:gd name="connsiteX66" fmla="*/ 6067157 w 10753706"/>
              <a:gd name="connsiteY66" fmla="*/ 790339 h 1027260"/>
              <a:gd name="connsiteX67" fmla="*/ 6061443 w 10753706"/>
              <a:gd name="connsiteY67" fmla="*/ 796151 h 1027260"/>
              <a:gd name="connsiteX68" fmla="*/ 6051406 w 10753706"/>
              <a:gd name="connsiteY68" fmla="*/ 800684 h 1027260"/>
              <a:gd name="connsiteX69" fmla="*/ 6049097 w 10753706"/>
              <a:gd name="connsiteY69" fmla="*/ 800636 h 1027260"/>
              <a:gd name="connsiteX70" fmla="*/ 6034222 w 10753706"/>
              <a:gd name="connsiteY70" fmla="*/ 804110 h 1027260"/>
              <a:gd name="connsiteX71" fmla="*/ 6033121 w 10753706"/>
              <a:gd name="connsiteY71" fmla="*/ 806078 h 1027260"/>
              <a:gd name="connsiteX72" fmla="*/ 6023593 w 10753706"/>
              <a:gd name="connsiteY72" fmla="*/ 808842 h 1027260"/>
              <a:gd name="connsiteX73" fmla="*/ 6006639 w 10753706"/>
              <a:gd name="connsiteY73" fmla="*/ 815304 h 1027260"/>
              <a:gd name="connsiteX74" fmla="*/ 6001762 w 10753706"/>
              <a:gd name="connsiteY74" fmla="*/ 815557 h 1027260"/>
              <a:gd name="connsiteX75" fmla="*/ 5973534 w 10753706"/>
              <a:gd name="connsiteY75" fmla="*/ 823815 h 1027260"/>
              <a:gd name="connsiteX76" fmla="*/ 5972336 w 10753706"/>
              <a:gd name="connsiteY76" fmla="*/ 823476 h 1027260"/>
              <a:gd name="connsiteX77" fmla="*/ 5960841 w 10753706"/>
              <a:gd name="connsiteY77" fmla="*/ 823819 h 1027260"/>
              <a:gd name="connsiteX78" fmla="*/ 5940719 w 10753706"/>
              <a:gd name="connsiteY78" fmla="*/ 825514 h 1027260"/>
              <a:gd name="connsiteX79" fmla="*/ 5884298 w 10753706"/>
              <a:gd name="connsiteY79" fmla="*/ 823806 h 1027260"/>
              <a:gd name="connsiteX80" fmla="*/ 5854779 w 10753706"/>
              <a:gd name="connsiteY80" fmla="*/ 832365 h 1027260"/>
              <a:gd name="connsiteX81" fmla="*/ 5848382 w 10753706"/>
              <a:gd name="connsiteY81" fmla="*/ 833844 h 1027260"/>
              <a:gd name="connsiteX82" fmla="*/ 5848066 w 10753706"/>
              <a:gd name="connsiteY82" fmla="*/ 833772 h 1027260"/>
              <a:gd name="connsiteX83" fmla="*/ 5840944 w 10753706"/>
              <a:gd name="connsiteY83" fmla="*/ 835132 h 1027260"/>
              <a:gd name="connsiteX84" fmla="*/ 5836719 w 10753706"/>
              <a:gd name="connsiteY84" fmla="*/ 836539 h 1027260"/>
              <a:gd name="connsiteX85" fmla="*/ 5824311 w 10753706"/>
              <a:gd name="connsiteY85" fmla="*/ 839408 h 1027260"/>
              <a:gd name="connsiteX86" fmla="*/ 5818788 w 10753706"/>
              <a:gd name="connsiteY86" fmla="*/ 839727 h 1027260"/>
              <a:gd name="connsiteX87" fmla="*/ 5763953 w 10753706"/>
              <a:gd name="connsiteY87" fmla="*/ 834282 h 1027260"/>
              <a:gd name="connsiteX88" fmla="*/ 5667748 w 10753706"/>
              <a:gd name="connsiteY88" fmla="*/ 840211 h 1027260"/>
              <a:gd name="connsiteX89" fmla="*/ 5573108 w 10753706"/>
              <a:gd name="connsiteY89" fmla="*/ 847611 h 1027260"/>
              <a:gd name="connsiteX90" fmla="*/ 5539137 w 10753706"/>
              <a:gd name="connsiteY90" fmla="*/ 851033 h 1027260"/>
              <a:gd name="connsiteX91" fmla="*/ 5510651 w 10753706"/>
              <a:gd name="connsiteY91" fmla="*/ 844215 h 1027260"/>
              <a:gd name="connsiteX92" fmla="*/ 5457331 w 10753706"/>
              <a:gd name="connsiteY92" fmla="*/ 839159 h 1027260"/>
              <a:gd name="connsiteX93" fmla="*/ 5410613 w 10753706"/>
              <a:gd name="connsiteY93" fmla="*/ 834358 h 1027260"/>
              <a:gd name="connsiteX94" fmla="*/ 5370040 w 10753706"/>
              <a:gd name="connsiteY94" fmla="*/ 862127 h 1027260"/>
              <a:gd name="connsiteX95" fmla="*/ 5318778 w 10753706"/>
              <a:gd name="connsiteY95" fmla="*/ 855310 h 1027260"/>
              <a:gd name="connsiteX96" fmla="*/ 5298645 w 10753706"/>
              <a:gd name="connsiteY96" fmla="*/ 855171 h 1027260"/>
              <a:gd name="connsiteX97" fmla="*/ 5253828 w 10753706"/>
              <a:gd name="connsiteY97" fmla="*/ 859670 h 1027260"/>
              <a:gd name="connsiteX98" fmla="*/ 5216955 w 10753706"/>
              <a:gd name="connsiteY98" fmla="*/ 866245 h 1027260"/>
              <a:gd name="connsiteX99" fmla="*/ 5214344 w 10753706"/>
              <a:gd name="connsiteY99" fmla="*/ 868102 h 1027260"/>
              <a:gd name="connsiteX100" fmla="*/ 5195561 w 10753706"/>
              <a:gd name="connsiteY100" fmla="*/ 869949 h 1027260"/>
              <a:gd name="connsiteX101" fmla="*/ 5182555 w 10753706"/>
              <a:gd name="connsiteY101" fmla="*/ 873542 h 1027260"/>
              <a:gd name="connsiteX102" fmla="*/ 5172552 w 10753706"/>
              <a:gd name="connsiteY102" fmla="*/ 878801 h 1027260"/>
              <a:gd name="connsiteX103" fmla="*/ 5027993 w 10753706"/>
              <a:gd name="connsiteY103" fmla="*/ 889666 h 1027260"/>
              <a:gd name="connsiteX104" fmla="*/ 4939844 w 10753706"/>
              <a:gd name="connsiteY104" fmla="*/ 934802 h 1027260"/>
              <a:gd name="connsiteX105" fmla="*/ 4792576 w 10753706"/>
              <a:gd name="connsiteY105" fmla="*/ 934820 h 1027260"/>
              <a:gd name="connsiteX106" fmla="*/ 4602423 w 10753706"/>
              <a:gd name="connsiteY106" fmla="*/ 958063 h 1027260"/>
              <a:gd name="connsiteX107" fmla="*/ 4290656 w 10753706"/>
              <a:gd name="connsiteY107" fmla="*/ 969152 h 1027260"/>
              <a:gd name="connsiteX108" fmla="*/ 3952334 w 10753706"/>
              <a:gd name="connsiteY108" fmla="*/ 954043 h 1027260"/>
              <a:gd name="connsiteX109" fmla="*/ 3858560 w 10753706"/>
              <a:gd name="connsiteY109" fmla="*/ 948781 h 1027260"/>
              <a:gd name="connsiteX110" fmla="*/ 3846597 w 10753706"/>
              <a:gd name="connsiteY110" fmla="*/ 948382 h 1027260"/>
              <a:gd name="connsiteX111" fmla="*/ 3736044 w 10753706"/>
              <a:gd name="connsiteY111" fmla="*/ 947759 h 1027260"/>
              <a:gd name="connsiteX112" fmla="*/ 3713136 w 10753706"/>
              <a:gd name="connsiteY112" fmla="*/ 946963 h 1027260"/>
              <a:gd name="connsiteX113" fmla="*/ 3695939 w 10753706"/>
              <a:gd name="connsiteY113" fmla="*/ 943639 h 1027260"/>
              <a:gd name="connsiteX114" fmla="*/ 3694125 w 10753706"/>
              <a:gd name="connsiteY114" fmla="*/ 940567 h 1027260"/>
              <a:gd name="connsiteX115" fmla="*/ 3681925 w 10753706"/>
              <a:gd name="connsiteY115" fmla="*/ 939706 h 1027260"/>
              <a:gd name="connsiteX116" fmla="*/ 3679204 w 10753706"/>
              <a:gd name="connsiteY116" fmla="*/ 938926 h 1027260"/>
              <a:gd name="connsiteX117" fmla="*/ 3615656 w 10753706"/>
              <a:gd name="connsiteY117" fmla="*/ 940320 h 1027260"/>
              <a:gd name="connsiteX118" fmla="*/ 3567983 w 10753706"/>
              <a:gd name="connsiteY118" fmla="*/ 935596 h 1027260"/>
              <a:gd name="connsiteX119" fmla="*/ 3422423 w 10753706"/>
              <a:gd name="connsiteY119" fmla="*/ 932129 h 1027260"/>
              <a:gd name="connsiteX120" fmla="*/ 3310925 w 10753706"/>
              <a:gd name="connsiteY120" fmla="*/ 911072 h 1027260"/>
              <a:gd name="connsiteX121" fmla="*/ 3139421 w 10753706"/>
              <a:gd name="connsiteY121" fmla="*/ 934151 h 1027260"/>
              <a:gd name="connsiteX122" fmla="*/ 2996922 w 10753706"/>
              <a:gd name="connsiteY122" fmla="*/ 927537 h 1027260"/>
              <a:gd name="connsiteX123" fmla="*/ 2982785 w 10753706"/>
              <a:gd name="connsiteY123" fmla="*/ 931453 h 1027260"/>
              <a:gd name="connsiteX124" fmla="*/ 2967478 w 10753706"/>
              <a:gd name="connsiteY124" fmla="*/ 933397 h 1027260"/>
              <a:gd name="connsiteX125" fmla="*/ 2948552 w 10753706"/>
              <a:gd name="connsiteY125" fmla="*/ 932961 h 1027260"/>
              <a:gd name="connsiteX126" fmla="*/ 2944404 w 10753706"/>
              <a:gd name="connsiteY126" fmla="*/ 934452 h 1027260"/>
              <a:gd name="connsiteX127" fmla="*/ 2908608 w 10753706"/>
              <a:gd name="connsiteY127" fmla="*/ 937205 h 1027260"/>
              <a:gd name="connsiteX128" fmla="*/ 2904443 w 10753706"/>
              <a:gd name="connsiteY128" fmla="*/ 936455 h 1027260"/>
              <a:gd name="connsiteX129" fmla="*/ 2868935 w 10753706"/>
              <a:gd name="connsiteY129" fmla="*/ 938022 h 1027260"/>
              <a:gd name="connsiteX130" fmla="*/ 2868586 w 10753706"/>
              <a:gd name="connsiteY130" fmla="*/ 937487 h 1027260"/>
              <a:gd name="connsiteX131" fmla="*/ 2859191 w 10753706"/>
              <a:gd name="connsiteY131" fmla="*/ 935503 h 1027260"/>
              <a:gd name="connsiteX132" fmla="*/ 2840915 w 10753706"/>
              <a:gd name="connsiteY132" fmla="*/ 932977 h 1027260"/>
              <a:gd name="connsiteX133" fmla="*/ 2763509 w 10753706"/>
              <a:gd name="connsiteY133" fmla="*/ 921850 h 1027260"/>
              <a:gd name="connsiteX134" fmla="*/ 2756121 w 10753706"/>
              <a:gd name="connsiteY134" fmla="*/ 921864 h 1027260"/>
              <a:gd name="connsiteX135" fmla="*/ 2755998 w 10753706"/>
              <a:gd name="connsiteY135" fmla="*/ 921739 h 1027260"/>
              <a:gd name="connsiteX136" fmla="*/ 2748255 w 10753706"/>
              <a:gd name="connsiteY136" fmla="*/ 921505 h 1027260"/>
              <a:gd name="connsiteX137" fmla="*/ 2694601 w 10753706"/>
              <a:gd name="connsiteY137" fmla="*/ 915575 h 1027260"/>
              <a:gd name="connsiteX138" fmla="*/ 2635357 w 10753706"/>
              <a:gd name="connsiteY138" fmla="*/ 910976 h 1027260"/>
              <a:gd name="connsiteX139" fmla="*/ 2601047 w 10753706"/>
              <a:gd name="connsiteY139" fmla="*/ 910263 h 1027260"/>
              <a:gd name="connsiteX140" fmla="*/ 2507482 w 10753706"/>
              <a:gd name="connsiteY140" fmla="*/ 906211 h 1027260"/>
              <a:gd name="connsiteX141" fmla="*/ 2413884 w 10753706"/>
              <a:gd name="connsiteY141" fmla="*/ 900545 h 1027260"/>
              <a:gd name="connsiteX142" fmla="*/ 2368912 w 10753706"/>
              <a:gd name="connsiteY142" fmla="*/ 888755 h 1027260"/>
              <a:gd name="connsiteX143" fmla="*/ 2349490 w 10753706"/>
              <a:gd name="connsiteY143" fmla="*/ 889719 h 1027260"/>
              <a:gd name="connsiteX144" fmla="*/ 2344290 w 10753706"/>
              <a:gd name="connsiteY144" fmla="*/ 890584 h 1027260"/>
              <a:gd name="connsiteX145" fmla="*/ 2336488 w 10753706"/>
              <a:gd name="connsiteY145" fmla="*/ 891058 h 1027260"/>
              <a:gd name="connsiteX146" fmla="*/ 2329015 w 10753706"/>
              <a:gd name="connsiteY146" fmla="*/ 891627 h 1027260"/>
              <a:gd name="connsiteX147" fmla="*/ 2293898 w 10753706"/>
              <a:gd name="connsiteY147" fmla="*/ 896431 h 1027260"/>
              <a:gd name="connsiteX148" fmla="*/ 2243927 w 10753706"/>
              <a:gd name="connsiteY148" fmla="*/ 888076 h 1027260"/>
              <a:gd name="connsiteX149" fmla="*/ 2223920 w 10753706"/>
              <a:gd name="connsiteY149" fmla="*/ 887331 h 1027260"/>
              <a:gd name="connsiteX150" fmla="*/ 2213081 w 10753706"/>
              <a:gd name="connsiteY150" fmla="*/ 886302 h 1027260"/>
              <a:gd name="connsiteX151" fmla="*/ 2212307 w 10753706"/>
              <a:gd name="connsiteY151" fmla="*/ 885829 h 1027260"/>
              <a:gd name="connsiteX152" fmla="*/ 2152321 w 10753706"/>
              <a:gd name="connsiteY152" fmla="*/ 894418 h 1027260"/>
              <a:gd name="connsiteX153" fmla="*/ 2140985 w 10753706"/>
              <a:gd name="connsiteY153" fmla="*/ 895968 h 1027260"/>
              <a:gd name="connsiteX154" fmla="*/ 2121210 w 10753706"/>
              <a:gd name="connsiteY154" fmla="*/ 899354 h 1027260"/>
              <a:gd name="connsiteX155" fmla="*/ 2119146 w 10753706"/>
              <a:gd name="connsiteY155" fmla="*/ 899033 h 1027260"/>
              <a:gd name="connsiteX156" fmla="*/ 2105666 w 10753706"/>
              <a:gd name="connsiteY156" fmla="*/ 902240 h 1027260"/>
              <a:gd name="connsiteX157" fmla="*/ 2094924 w 10753706"/>
              <a:gd name="connsiteY157" fmla="*/ 907203 h 1027260"/>
              <a:gd name="connsiteX158" fmla="*/ 1949478 w 10753706"/>
              <a:gd name="connsiteY158" fmla="*/ 913748 h 1027260"/>
              <a:gd name="connsiteX159" fmla="*/ 1749684 w 10753706"/>
              <a:gd name="connsiteY159" fmla="*/ 942223 h 1027260"/>
              <a:gd name="connsiteX160" fmla="*/ 1585576 w 10753706"/>
              <a:gd name="connsiteY160" fmla="*/ 954170 h 1027260"/>
              <a:gd name="connsiteX161" fmla="*/ 1476250 w 10753706"/>
              <a:gd name="connsiteY161" fmla="*/ 950653 h 1027260"/>
              <a:gd name="connsiteX162" fmla="*/ 1433927 w 10753706"/>
              <a:gd name="connsiteY162" fmla="*/ 959926 h 1027260"/>
              <a:gd name="connsiteX163" fmla="*/ 1414893 w 10753706"/>
              <a:gd name="connsiteY163" fmla="*/ 957671 h 1027260"/>
              <a:gd name="connsiteX164" fmla="*/ 1411585 w 10753706"/>
              <a:gd name="connsiteY164" fmla="*/ 957179 h 1027260"/>
              <a:gd name="connsiteX165" fmla="*/ 1398896 w 10753706"/>
              <a:gd name="connsiteY165" fmla="*/ 957460 h 1027260"/>
              <a:gd name="connsiteX166" fmla="*/ 1394632 w 10753706"/>
              <a:gd name="connsiteY166" fmla="*/ 954725 h 1027260"/>
              <a:gd name="connsiteX167" fmla="*/ 1375043 w 10753706"/>
              <a:gd name="connsiteY167" fmla="*/ 953132 h 1027260"/>
              <a:gd name="connsiteX168" fmla="*/ 1351876 w 10753706"/>
              <a:gd name="connsiteY168" fmla="*/ 954436 h 1027260"/>
              <a:gd name="connsiteX169" fmla="*/ 1242676 w 10753706"/>
              <a:gd name="connsiteY169" fmla="*/ 963767 h 1027260"/>
              <a:gd name="connsiteX170" fmla="*/ 1205993 w 10753706"/>
              <a:gd name="connsiteY170" fmla="*/ 974080 h 1027260"/>
              <a:gd name="connsiteX171" fmla="*/ 1052221 w 10753706"/>
              <a:gd name="connsiteY171" fmla="*/ 963954 h 1027260"/>
              <a:gd name="connsiteX172" fmla="*/ 968270 w 10753706"/>
              <a:gd name="connsiteY172" fmla="*/ 964761 h 1027260"/>
              <a:gd name="connsiteX173" fmla="*/ 874493 w 10753706"/>
              <a:gd name="connsiteY173" fmla="*/ 998122 h 1027260"/>
              <a:gd name="connsiteX174" fmla="*/ 814411 w 10753706"/>
              <a:gd name="connsiteY174" fmla="*/ 1007391 h 1027260"/>
              <a:gd name="connsiteX175" fmla="*/ 688604 w 10753706"/>
              <a:gd name="connsiteY175" fmla="*/ 1015631 h 1027260"/>
              <a:gd name="connsiteX176" fmla="*/ 618171 w 10753706"/>
              <a:gd name="connsiteY176" fmla="*/ 1027260 h 1027260"/>
              <a:gd name="connsiteX177" fmla="*/ 570379 w 10753706"/>
              <a:gd name="connsiteY177" fmla="*/ 1023487 h 1027260"/>
              <a:gd name="connsiteX178" fmla="*/ 482519 w 10753706"/>
              <a:gd name="connsiteY178" fmla="*/ 1002108 h 1027260"/>
              <a:gd name="connsiteX179" fmla="*/ 475319 w 10753706"/>
              <a:gd name="connsiteY179" fmla="*/ 1009922 h 1027260"/>
              <a:gd name="connsiteX180" fmla="*/ 431104 w 10753706"/>
              <a:gd name="connsiteY180" fmla="*/ 1009317 h 1027260"/>
              <a:gd name="connsiteX181" fmla="*/ 363782 w 10753706"/>
              <a:gd name="connsiteY181" fmla="*/ 1007585 h 1027260"/>
              <a:gd name="connsiteX182" fmla="*/ 325533 w 10753706"/>
              <a:gd name="connsiteY182" fmla="*/ 1008502 h 1027260"/>
              <a:gd name="connsiteX183" fmla="*/ 220429 w 10753706"/>
              <a:gd name="connsiteY183" fmla="*/ 1008927 h 1027260"/>
              <a:gd name="connsiteX184" fmla="*/ 114676 w 10753706"/>
              <a:gd name="connsiteY184" fmla="*/ 1007765 h 1027260"/>
              <a:gd name="connsiteX185" fmla="*/ 13470 w 10753706"/>
              <a:gd name="connsiteY185" fmla="*/ 998544 h 1027260"/>
              <a:gd name="connsiteX186" fmla="*/ 0 w 10753706"/>
              <a:gd name="connsiteY186" fmla="*/ 997355 h 102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</a:cxnLst>
            <a:rect l="l" t="t" r="r" b="b"/>
            <a:pathLst>
              <a:path w="10753706" h="1027260">
                <a:moveTo>
                  <a:pt x="0" y="0"/>
                </a:moveTo>
                <a:lnTo>
                  <a:pt x="10753706" y="0"/>
                </a:lnTo>
                <a:lnTo>
                  <a:pt x="10748809" y="2522"/>
                </a:lnTo>
                <a:cubicBezTo>
                  <a:pt x="10744031" y="4644"/>
                  <a:pt x="10737551" y="7204"/>
                  <a:pt x="10725330" y="11977"/>
                </a:cubicBezTo>
                <a:cubicBezTo>
                  <a:pt x="10700888" y="21523"/>
                  <a:pt x="10652058" y="39304"/>
                  <a:pt x="10615423" y="52967"/>
                </a:cubicBezTo>
                <a:cubicBezTo>
                  <a:pt x="10598524" y="49017"/>
                  <a:pt x="10550674" y="61360"/>
                  <a:pt x="10533936" y="53095"/>
                </a:cubicBezTo>
                <a:cubicBezTo>
                  <a:pt x="10519435" y="55674"/>
                  <a:pt x="10480156" y="49393"/>
                  <a:pt x="10466876" y="45180"/>
                </a:cubicBezTo>
                <a:cubicBezTo>
                  <a:pt x="10443145" y="68059"/>
                  <a:pt x="10382269" y="71294"/>
                  <a:pt x="10355090" y="89741"/>
                </a:cubicBezTo>
                <a:cubicBezTo>
                  <a:pt x="10286222" y="95376"/>
                  <a:pt x="10146285" y="63529"/>
                  <a:pt x="10087145" y="66115"/>
                </a:cubicBezTo>
                <a:cubicBezTo>
                  <a:pt x="10067575" y="79584"/>
                  <a:pt x="10043111" y="68921"/>
                  <a:pt x="10015902" y="76178"/>
                </a:cubicBezTo>
                <a:cubicBezTo>
                  <a:pt x="9952302" y="84628"/>
                  <a:pt x="9893286" y="103337"/>
                  <a:pt x="9806005" y="102435"/>
                </a:cubicBezTo>
                <a:cubicBezTo>
                  <a:pt x="9782247" y="141133"/>
                  <a:pt x="9674787" y="151643"/>
                  <a:pt x="9602583" y="179170"/>
                </a:cubicBezTo>
                <a:cubicBezTo>
                  <a:pt x="9557658" y="187584"/>
                  <a:pt x="9478290" y="154235"/>
                  <a:pt x="9469719" y="174721"/>
                </a:cubicBezTo>
                <a:cubicBezTo>
                  <a:pt x="9443779" y="165070"/>
                  <a:pt x="9431317" y="185692"/>
                  <a:pt x="9408692" y="189513"/>
                </a:cubicBezTo>
                <a:cubicBezTo>
                  <a:pt x="9387154" y="183843"/>
                  <a:pt x="9380475" y="191089"/>
                  <a:pt x="9364151" y="194072"/>
                </a:cubicBezTo>
                <a:cubicBezTo>
                  <a:pt x="9354686" y="190222"/>
                  <a:pt x="9340485" y="191782"/>
                  <a:pt x="9337751" y="197579"/>
                </a:cubicBezTo>
                <a:cubicBezTo>
                  <a:pt x="9349566" y="209270"/>
                  <a:pt x="9297468" y="207714"/>
                  <a:pt x="9297166" y="216558"/>
                </a:cubicBezTo>
                <a:cubicBezTo>
                  <a:pt x="9269057" y="220999"/>
                  <a:pt x="9139630" y="221783"/>
                  <a:pt x="9123859" y="237356"/>
                </a:cubicBezTo>
                <a:cubicBezTo>
                  <a:pt x="9068176" y="249209"/>
                  <a:pt x="8975349" y="235349"/>
                  <a:pt x="8950741" y="238020"/>
                </a:cubicBezTo>
                <a:cubicBezTo>
                  <a:pt x="8916265" y="215428"/>
                  <a:pt x="8822808" y="292026"/>
                  <a:pt x="8718236" y="303148"/>
                </a:cubicBezTo>
                <a:cubicBezTo>
                  <a:pt x="8703111" y="302060"/>
                  <a:pt x="8695551" y="302792"/>
                  <a:pt x="8694011" y="308812"/>
                </a:cubicBezTo>
                <a:cubicBezTo>
                  <a:pt x="8661810" y="312764"/>
                  <a:pt x="8637956" y="329628"/>
                  <a:pt x="8611976" y="324819"/>
                </a:cubicBezTo>
                <a:cubicBezTo>
                  <a:pt x="8621849" y="336388"/>
                  <a:pt x="8562809" y="325917"/>
                  <a:pt x="8562074" y="337971"/>
                </a:cubicBezTo>
                <a:cubicBezTo>
                  <a:pt x="8543699" y="343978"/>
                  <a:pt x="8511321" y="356396"/>
                  <a:pt x="8501724" y="360865"/>
                </a:cubicBezTo>
                <a:lnTo>
                  <a:pt x="8504489" y="364790"/>
                </a:lnTo>
                <a:lnTo>
                  <a:pt x="8492774" y="366181"/>
                </a:lnTo>
                <a:lnTo>
                  <a:pt x="8466405" y="368724"/>
                </a:lnTo>
                <a:cubicBezTo>
                  <a:pt x="8455454" y="372229"/>
                  <a:pt x="8440175" y="385805"/>
                  <a:pt x="8427069" y="387211"/>
                </a:cubicBezTo>
                <a:cubicBezTo>
                  <a:pt x="8400442" y="392215"/>
                  <a:pt x="8397079" y="382989"/>
                  <a:pt x="8387766" y="377161"/>
                </a:cubicBezTo>
                <a:cubicBezTo>
                  <a:pt x="8369233" y="378548"/>
                  <a:pt x="8334756" y="390869"/>
                  <a:pt x="8315874" y="395527"/>
                </a:cubicBezTo>
                <a:cubicBezTo>
                  <a:pt x="8306664" y="400500"/>
                  <a:pt x="8272845" y="393679"/>
                  <a:pt x="8274474" y="405112"/>
                </a:cubicBezTo>
                <a:cubicBezTo>
                  <a:pt x="8255483" y="406194"/>
                  <a:pt x="8244963" y="408376"/>
                  <a:pt x="8234664" y="410219"/>
                </a:cubicBezTo>
                <a:lnTo>
                  <a:pt x="8211268" y="416791"/>
                </a:lnTo>
                <a:cubicBezTo>
                  <a:pt x="8204720" y="419941"/>
                  <a:pt x="8197411" y="422004"/>
                  <a:pt x="8188615" y="421755"/>
                </a:cubicBezTo>
                <a:lnTo>
                  <a:pt x="8179981" y="420402"/>
                </a:lnTo>
                <a:lnTo>
                  <a:pt x="8179307" y="422516"/>
                </a:lnTo>
                <a:cubicBezTo>
                  <a:pt x="8179027" y="425797"/>
                  <a:pt x="8175790" y="448341"/>
                  <a:pt x="8147929" y="450302"/>
                </a:cubicBezTo>
                <a:cubicBezTo>
                  <a:pt x="8130300" y="457967"/>
                  <a:pt x="8114933" y="461015"/>
                  <a:pt x="8089136" y="465283"/>
                </a:cubicBezTo>
                <a:cubicBezTo>
                  <a:pt x="8072810" y="465920"/>
                  <a:pt x="8069376" y="451569"/>
                  <a:pt x="8049973" y="454121"/>
                </a:cubicBezTo>
                <a:cubicBezTo>
                  <a:pt x="7974508" y="471465"/>
                  <a:pt x="8006050" y="447139"/>
                  <a:pt x="7965913" y="464415"/>
                </a:cubicBezTo>
                <a:cubicBezTo>
                  <a:pt x="7958234" y="466025"/>
                  <a:pt x="7951405" y="465800"/>
                  <a:pt x="7945093" y="464798"/>
                </a:cubicBezTo>
                <a:lnTo>
                  <a:pt x="7935335" y="462442"/>
                </a:lnTo>
                <a:lnTo>
                  <a:pt x="7904779" y="471429"/>
                </a:lnTo>
                <a:cubicBezTo>
                  <a:pt x="7889387" y="474999"/>
                  <a:pt x="7872867" y="477951"/>
                  <a:pt x="7855604" y="480199"/>
                </a:cubicBezTo>
                <a:cubicBezTo>
                  <a:pt x="7850005" y="476378"/>
                  <a:pt x="7838628" y="483595"/>
                  <a:pt x="7832630" y="485371"/>
                </a:cubicBezTo>
                <a:cubicBezTo>
                  <a:pt x="7831473" y="482645"/>
                  <a:pt x="7816623" y="482661"/>
                  <a:pt x="7812438" y="485391"/>
                </a:cubicBezTo>
                <a:cubicBezTo>
                  <a:pt x="7709470" y="505049"/>
                  <a:pt x="7759426" y="473956"/>
                  <a:pt x="7701399" y="495197"/>
                </a:cubicBezTo>
                <a:cubicBezTo>
                  <a:pt x="7690986" y="496989"/>
                  <a:pt x="7682397" y="496365"/>
                  <a:pt x="7674778" y="494723"/>
                </a:cubicBezTo>
                <a:lnTo>
                  <a:pt x="7660445" y="490194"/>
                </a:lnTo>
                <a:lnTo>
                  <a:pt x="7651781" y="493084"/>
                </a:lnTo>
                <a:cubicBezTo>
                  <a:pt x="7616113" y="496548"/>
                  <a:pt x="7603273" y="491735"/>
                  <a:pt x="7584807" y="499490"/>
                </a:cubicBezTo>
                <a:cubicBezTo>
                  <a:pt x="7549256" y="490212"/>
                  <a:pt x="7563949" y="500167"/>
                  <a:pt x="7541324" y="504184"/>
                </a:cubicBezTo>
                <a:cubicBezTo>
                  <a:pt x="7523851" y="508307"/>
                  <a:pt x="7559546" y="509825"/>
                  <a:pt x="7541756" y="512184"/>
                </a:cubicBezTo>
                <a:cubicBezTo>
                  <a:pt x="7520963" y="510864"/>
                  <a:pt x="7525755" y="520497"/>
                  <a:pt x="7503906" y="518551"/>
                </a:cubicBezTo>
                <a:cubicBezTo>
                  <a:pt x="7505924" y="510774"/>
                  <a:pt x="7464361" y="523683"/>
                  <a:pt x="7460411" y="517415"/>
                </a:cubicBezTo>
                <a:lnTo>
                  <a:pt x="7460116" y="517548"/>
                </a:lnTo>
                <a:cubicBezTo>
                  <a:pt x="7447785" y="530928"/>
                  <a:pt x="7310141" y="550568"/>
                  <a:pt x="7297810" y="563947"/>
                </a:cubicBezTo>
                <a:cubicBezTo>
                  <a:pt x="7221791" y="605698"/>
                  <a:pt x="7039072" y="646008"/>
                  <a:pt x="6946388" y="665244"/>
                </a:cubicBezTo>
                <a:cubicBezTo>
                  <a:pt x="6853704" y="684480"/>
                  <a:pt x="6804875" y="677485"/>
                  <a:pt x="6741704" y="679365"/>
                </a:cubicBezTo>
                <a:lnTo>
                  <a:pt x="6624680" y="677674"/>
                </a:lnTo>
                <a:lnTo>
                  <a:pt x="6605700" y="683566"/>
                </a:lnTo>
                <a:cubicBezTo>
                  <a:pt x="6603309" y="685184"/>
                  <a:pt x="6599550" y="685647"/>
                  <a:pt x="6576922" y="683030"/>
                </a:cubicBezTo>
                <a:cubicBezTo>
                  <a:pt x="6527275" y="698355"/>
                  <a:pt x="6440981" y="702347"/>
                  <a:pt x="6405123" y="721946"/>
                </a:cubicBezTo>
                <a:cubicBezTo>
                  <a:pt x="6407963" y="715467"/>
                  <a:pt x="6383450" y="712913"/>
                  <a:pt x="6368938" y="717341"/>
                </a:cubicBezTo>
                <a:cubicBezTo>
                  <a:pt x="6377914" y="692119"/>
                  <a:pt x="6315316" y="744281"/>
                  <a:pt x="6295102" y="729508"/>
                </a:cubicBezTo>
                <a:cubicBezTo>
                  <a:pt x="6300358" y="744473"/>
                  <a:pt x="6240070" y="776254"/>
                  <a:pt x="6202084" y="767091"/>
                </a:cubicBezTo>
                <a:cubicBezTo>
                  <a:pt x="6152826" y="774744"/>
                  <a:pt x="6122010" y="790367"/>
                  <a:pt x="6067157" y="790339"/>
                </a:cubicBezTo>
                <a:cubicBezTo>
                  <a:pt x="6066310" y="792484"/>
                  <a:pt x="6064283" y="794403"/>
                  <a:pt x="6061443" y="796151"/>
                </a:cubicBezTo>
                <a:lnTo>
                  <a:pt x="6051406" y="800684"/>
                </a:lnTo>
                <a:lnTo>
                  <a:pt x="6049097" y="800636"/>
                </a:lnTo>
                <a:cubicBezTo>
                  <a:pt x="6040408" y="801393"/>
                  <a:pt x="6036299" y="802645"/>
                  <a:pt x="6034222" y="804110"/>
                </a:cubicBezTo>
                <a:lnTo>
                  <a:pt x="6033121" y="806078"/>
                </a:lnTo>
                <a:lnTo>
                  <a:pt x="6023593" y="808842"/>
                </a:lnTo>
                <a:lnTo>
                  <a:pt x="6006639" y="815304"/>
                </a:lnTo>
                <a:lnTo>
                  <a:pt x="6001762" y="815557"/>
                </a:lnTo>
                <a:lnTo>
                  <a:pt x="5973534" y="823815"/>
                </a:lnTo>
                <a:lnTo>
                  <a:pt x="5972336" y="823476"/>
                </a:lnTo>
                <a:cubicBezTo>
                  <a:pt x="5969004" y="822901"/>
                  <a:pt x="5965329" y="822833"/>
                  <a:pt x="5960841" y="823819"/>
                </a:cubicBezTo>
                <a:cubicBezTo>
                  <a:pt x="5955860" y="815655"/>
                  <a:pt x="5953515" y="821882"/>
                  <a:pt x="5940719" y="825514"/>
                </a:cubicBezTo>
                <a:cubicBezTo>
                  <a:pt x="5930130" y="813644"/>
                  <a:pt x="5900943" y="827979"/>
                  <a:pt x="5884298" y="823806"/>
                </a:cubicBezTo>
                <a:cubicBezTo>
                  <a:pt x="5875133" y="826741"/>
                  <a:pt x="5865250" y="829630"/>
                  <a:pt x="5854779" y="832365"/>
                </a:cubicBezTo>
                <a:lnTo>
                  <a:pt x="5848382" y="833844"/>
                </a:lnTo>
                <a:lnTo>
                  <a:pt x="5848066" y="833772"/>
                </a:lnTo>
                <a:cubicBezTo>
                  <a:pt x="5846273" y="833879"/>
                  <a:pt x="5844018" y="834284"/>
                  <a:pt x="5840944" y="835132"/>
                </a:cubicBezTo>
                <a:lnTo>
                  <a:pt x="5836719" y="836539"/>
                </a:lnTo>
                <a:lnTo>
                  <a:pt x="5824311" y="839408"/>
                </a:lnTo>
                <a:lnTo>
                  <a:pt x="5818788" y="839727"/>
                </a:lnTo>
                <a:cubicBezTo>
                  <a:pt x="5797008" y="838594"/>
                  <a:pt x="5786883" y="822081"/>
                  <a:pt x="5763953" y="834282"/>
                </a:cubicBezTo>
                <a:cubicBezTo>
                  <a:pt x="5726813" y="837521"/>
                  <a:pt x="5699446" y="830949"/>
                  <a:pt x="5667748" y="840211"/>
                </a:cubicBezTo>
                <a:cubicBezTo>
                  <a:pt x="5632959" y="843205"/>
                  <a:pt x="5601436" y="842280"/>
                  <a:pt x="5573108" y="847611"/>
                </a:cubicBezTo>
                <a:cubicBezTo>
                  <a:pt x="5560030" y="845832"/>
                  <a:pt x="5549547" y="851598"/>
                  <a:pt x="5539137" y="851033"/>
                </a:cubicBezTo>
                <a:cubicBezTo>
                  <a:pt x="5528728" y="850467"/>
                  <a:pt x="5529256" y="837509"/>
                  <a:pt x="5510651" y="844215"/>
                </a:cubicBezTo>
                <a:cubicBezTo>
                  <a:pt x="5494241" y="833607"/>
                  <a:pt x="5466101" y="839171"/>
                  <a:pt x="5457331" y="839159"/>
                </a:cubicBezTo>
                <a:lnTo>
                  <a:pt x="5410613" y="834358"/>
                </a:lnTo>
                <a:lnTo>
                  <a:pt x="5370040" y="862127"/>
                </a:lnTo>
                <a:cubicBezTo>
                  <a:pt x="5357863" y="856469"/>
                  <a:pt x="5319115" y="868069"/>
                  <a:pt x="5318778" y="855310"/>
                </a:cubicBezTo>
                <a:cubicBezTo>
                  <a:pt x="5303920" y="857760"/>
                  <a:pt x="5296727" y="863736"/>
                  <a:pt x="5298645" y="855171"/>
                </a:cubicBezTo>
                <a:cubicBezTo>
                  <a:pt x="5287819" y="855897"/>
                  <a:pt x="5267444" y="857825"/>
                  <a:pt x="5253828" y="859670"/>
                </a:cubicBezTo>
                <a:lnTo>
                  <a:pt x="5216955" y="866245"/>
                </a:lnTo>
                <a:lnTo>
                  <a:pt x="5214344" y="868102"/>
                </a:lnTo>
                <a:cubicBezTo>
                  <a:pt x="5210778" y="868719"/>
                  <a:pt x="5200859" y="869042"/>
                  <a:pt x="5195561" y="869949"/>
                </a:cubicBezTo>
                <a:lnTo>
                  <a:pt x="5182555" y="873542"/>
                </a:lnTo>
                <a:cubicBezTo>
                  <a:pt x="5178496" y="875023"/>
                  <a:pt x="5175066" y="876746"/>
                  <a:pt x="5172552" y="878801"/>
                </a:cubicBezTo>
                <a:cubicBezTo>
                  <a:pt x="5121406" y="873797"/>
                  <a:pt x="5080096" y="886529"/>
                  <a:pt x="5027993" y="889666"/>
                </a:cubicBezTo>
                <a:cubicBezTo>
                  <a:pt x="4999924" y="877115"/>
                  <a:pt x="4946973" y="919452"/>
                  <a:pt x="4939844" y="934802"/>
                </a:cubicBezTo>
                <a:cubicBezTo>
                  <a:pt x="4895154" y="940701"/>
                  <a:pt x="4844006" y="928240"/>
                  <a:pt x="4792576" y="934820"/>
                </a:cubicBezTo>
                <a:lnTo>
                  <a:pt x="4602423" y="958063"/>
                </a:lnTo>
                <a:cubicBezTo>
                  <a:pt x="4488530" y="967131"/>
                  <a:pt x="4399004" y="969822"/>
                  <a:pt x="4290656" y="969152"/>
                </a:cubicBezTo>
                <a:cubicBezTo>
                  <a:pt x="4182308" y="968482"/>
                  <a:pt x="4046938" y="971167"/>
                  <a:pt x="3952334" y="954043"/>
                </a:cubicBezTo>
                <a:lnTo>
                  <a:pt x="3858560" y="948781"/>
                </a:lnTo>
                <a:lnTo>
                  <a:pt x="3846597" y="948382"/>
                </a:lnTo>
                <a:cubicBezTo>
                  <a:pt x="3807516" y="956616"/>
                  <a:pt x="3767475" y="941640"/>
                  <a:pt x="3736044" y="947759"/>
                </a:cubicBezTo>
                <a:cubicBezTo>
                  <a:pt x="3727323" y="948128"/>
                  <a:pt x="3719828" y="947771"/>
                  <a:pt x="3713136" y="946963"/>
                </a:cubicBezTo>
                <a:lnTo>
                  <a:pt x="3695939" y="943639"/>
                </a:lnTo>
                <a:lnTo>
                  <a:pt x="3694125" y="940567"/>
                </a:lnTo>
                <a:lnTo>
                  <a:pt x="3681925" y="939706"/>
                </a:lnTo>
                <a:lnTo>
                  <a:pt x="3679204" y="938926"/>
                </a:lnTo>
                <a:cubicBezTo>
                  <a:pt x="3668160" y="939028"/>
                  <a:pt x="3634193" y="940875"/>
                  <a:pt x="3615656" y="940320"/>
                </a:cubicBezTo>
                <a:cubicBezTo>
                  <a:pt x="3582626" y="936974"/>
                  <a:pt x="3593904" y="949140"/>
                  <a:pt x="3567983" y="935596"/>
                </a:cubicBezTo>
                <a:cubicBezTo>
                  <a:pt x="3504185" y="939048"/>
                  <a:pt x="3482818" y="922224"/>
                  <a:pt x="3422423" y="932129"/>
                </a:cubicBezTo>
                <a:cubicBezTo>
                  <a:pt x="3369166" y="933413"/>
                  <a:pt x="3329486" y="910108"/>
                  <a:pt x="3310925" y="911072"/>
                </a:cubicBezTo>
                <a:cubicBezTo>
                  <a:pt x="3261363" y="909787"/>
                  <a:pt x="3198415" y="933574"/>
                  <a:pt x="3139421" y="934151"/>
                </a:cubicBezTo>
                <a:cubicBezTo>
                  <a:pt x="3088799" y="931012"/>
                  <a:pt x="3038941" y="938464"/>
                  <a:pt x="2996922" y="927537"/>
                </a:cubicBezTo>
                <a:cubicBezTo>
                  <a:pt x="2992673" y="929234"/>
                  <a:pt x="2987900" y="930498"/>
                  <a:pt x="2982785" y="931453"/>
                </a:cubicBezTo>
                <a:lnTo>
                  <a:pt x="2967478" y="933397"/>
                </a:lnTo>
                <a:lnTo>
                  <a:pt x="2948552" y="932961"/>
                </a:lnTo>
                <a:lnTo>
                  <a:pt x="2944404" y="934452"/>
                </a:lnTo>
                <a:lnTo>
                  <a:pt x="2908608" y="937205"/>
                </a:lnTo>
                <a:lnTo>
                  <a:pt x="2904443" y="936455"/>
                </a:lnTo>
                <a:lnTo>
                  <a:pt x="2868935" y="938022"/>
                </a:lnTo>
                <a:lnTo>
                  <a:pt x="2868586" y="937487"/>
                </a:lnTo>
                <a:cubicBezTo>
                  <a:pt x="2866994" y="936327"/>
                  <a:pt x="2864292" y="935538"/>
                  <a:pt x="2859191" y="935503"/>
                </a:cubicBezTo>
                <a:cubicBezTo>
                  <a:pt x="2869075" y="927418"/>
                  <a:pt x="2856828" y="932364"/>
                  <a:pt x="2840915" y="932977"/>
                </a:cubicBezTo>
                <a:lnTo>
                  <a:pt x="2763509" y="921850"/>
                </a:lnTo>
                <a:lnTo>
                  <a:pt x="2756121" y="921864"/>
                </a:lnTo>
                <a:cubicBezTo>
                  <a:pt x="2756081" y="921822"/>
                  <a:pt x="2756039" y="921781"/>
                  <a:pt x="2755998" y="921739"/>
                </a:cubicBezTo>
                <a:cubicBezTo>
                  <a:pt x="2754445" y="921476"/>
                  <a:pt x="2752036" y="921380"/>
                  <a:pt x="2748255" y="921505"/>
                </a:cubicBezTo>
                <a:lnTo>
                  <a:pt x="2694601" y="915575"/>
                </a:lnTo>
                <a:cubicBezTo>
                  <a:pt x="2671223" y="919874"/>
                  <a:pt x="2666972" y="913376"/>
                  <a:pt x="2635357" y="910976"/>
                </a:cubicBezTo>
                <a:cubicBezTo>
                  <a:pt x="2621906" y="915051"/>
                  <a:pt x="2611315" y="913542"/>
                  <a:pt x="2601047" y="910263"/>
                </a:cubicBezTo>
                <a:cubicBezTo>
                  <a:pt x="2570084" y="912074"/>
                  <a:pt x="2542135" y="907435"/>
                  <a:pt x="2507482" y="906211"/>
                </a:cubicBezTo>
                <a:cubicBezTo>
                  <a:pt x="2469706" y="911437"/>
                  <a:pt x="2450920" y="901812"/>
                  <a:pt x="2413884" y="900545"/>
                </a:cubicBezTo>
                <a:cubicBezTo>
                  <a:pt x="2381338" y="909664"/>
                  <a:pt x="2387753" y="892438"/>
                  <a:pt x="2368912" y="888755"/>
                </a:cubicBezTo>
                <a:lnTo>
                  <a:pt x="2349490" y="889719"/>
                </a:lnTo>
                <a:lnTo>
                  <a:pt x="2344290" y="890584"/>
                </a:lnTo>
                <a:cubicBezTo>
                  <a:pt x="2340673" y="891041"/>
                  <a:pt x="2338228" y="891167"/>
                  <a:pt x="2336488" y="891058"/>
                </a:cubicBezTo>
                <a:lnTo>
                  <a:pt x="2329015" y="891627"/>
                </a:lnTo>
                <a:cubicBezTo>
                  <a:pt x="2316843" y="893039"/>
                  <a:pt x="2305064" y="894669"/>
                  <a:pt x="2293898" y="896431"/>
                </a:cubicBezTo>
                <a:cubicBezTo>
                  <a:pt x="2282637" y="890404"/>
                  <a:pt x="2242346" y="900851"/>
                  <a:pt x="2243927" y="888076"/>
                </a:cubicBezTo>
                <a:cubicBezTo>
                  <a:pt x="2228778" y="890081"/>
                  <a:pt x="2220725" y="895845"/>
                  <a:pt x="2223920" y="887331"/>
                </a:cubicBezTo>
                <a:cubicBezTo>
                  <a:pt x="2218877" y="887756"/>
                  <a:pt x="2215583" y="887254"/>
                  <a:pt x="2213081" y="886302"/>
                </a:cubicBezTo>
                <a:lnTo>
                  <a:pt x="2212307" y="885829"/>
                </a:lnTo>
                <a:lnTo>
                  <a:pt x="2152321" y="894418"/>
                </a:lnTo>
                <a:lnTo>
                  <a:pt x="2140985" y="895968"/>
                </a:lnTo>
                <a:lnTo>
                  <a:pt x="2121210" y="899354"/>
                </a:lnTo>
                <a:lnTo>
                  <a:pt x="2119146" y="899033"/>
                </a:lnTo>
                <a:lnTo>
                  <a:pt x="2105666" y="902240"/>
                </a:lnTo>
                <a:cubicBezTo>
                  <a:pt x="2101407" y="903601"/>
                  <a:pt x="2097735" y="905221"/>
                  <a:pt x="2094924" y="907203"/>
                </a:cubicBezTo>
                <a:cubicBezTo>
                  <a:pt x="2044793" y="900664"/>
                  <a:pt x="2001785" y="912168"/>
                  <a:pt x="1949478" y="913748"/>
                </a:cubicBezTo>
                <a:cubicBezTo>
                  <a:pt x="1891937" y="919585"/>
                  <a:pt x="1810334" y="935486"/>
                  <a:pt x="1749684" y="942223"/>
                </a:cubicBezTo>
                <a:lnTo>
                  <a:pt x="1585576" y="954170"/>
                </a:lnTo>
                <a:cubicBezTo>
                  <a:pt x="1549165" y="943719"/>
                  <a:pt x="1511425" y="950847"/>
                  <a:pt x="1476250" y="950653"/>
                </a:cubicBezTo>
                <a:cubicBezTo>
                  <a:pt x="1488515" y="961596"/>
                  <a:pt x="1432660" y="946795"/>
                  <a:pt x="1433927" y="959926"/>
                </a:cubicBezTo>
                <a:cubicBezTo>
                  <a:pt x="1427485" y="959475"/>
                  <a:pt x="1421205" y="958623"/>
                  <a:pt x="1414893" y="957671"/>
                </a:cubicBezTo>
                <a:lnTo>
                  <a:pt x="1411585" y="957179"/>
                </a:lnTo>
                <a:lnTo>
                  <a:pt x="1398896" y="957460"/>
                </a:lnTo>
                <a:lnTo>
                  <a:pt x="1394632" y="954725"/>
                </a:lnTo>
                <a:lnTo>
                  <a:pt x="1375043" y="953132"/>
                </a:lnTo>
                <a:cubicBezTo>
                  <a:pt x="1367813" y="952970"/>
                  <a:pt x="1360155" y="953305"/>
                  <a:pt x="1351876" y="954436"/>
                </a:cubicBezTo>
                <a:cubicBezTo>
                  <a:pt x="1325912" y="963028"/>
                  <a:pt x="1274459" y="952492"/>
                  <a:pt x="1242676" y="963767"/>
                </a:cubicBezTo>
                <a:cubicBezTo>
                  <a:pt x="1230276" y="966918"/>
                  <a:pt x="1216715" y="977098"/>
                  <a:pt x="1205993" y="974080"/>
                </a:cubicBezTo>
                <a:cubicBezTo>
                  <a:pt x="1174251" y="974112"/>
                  <a:pt x="1086982" y="964420"/>
                  <a:pt x="1052221" y="963954"/>
                </a:cubicBezTo>
                <a:cubicBezTo>
                  <a:pt x="1038515" y="970622"/>
                  <a:pt x="1009522" y="962342"/>
                  <a:pt x="968270" y="964761"/>
                </a:cubicBezTo>
                <a:cubicBezTo>
                  <a:pt x="943437" y="973698"/>
                  <a:pt x="900136" y="991017"/>
                  <a:pt x="874493" y="998122"/>
                </a:cubicBezTo>
                <a:cubicBezTo>
                  <a:pt x="848849" y="1005226"/>
                  <a:pt x="853424" y="1009427"/>
                  <a:pt x="814411" y="1007391"/>
                </a:cubicBezTo>
                <a:cubicBezTo>
                  <a:pt x="765926" y="1022821"/>
                  <a:pt x="732885" y="1009859"/>
                  <a:pt x="688604" y="1015631"/>
                </a:cubicBezTo>
                <a:cubicBezTo>
                  <a:pt x="638045" y="1020877"/>
                  <a:pt x="677999" y="1011556"/>
                  <a:pt x="618171" y="1027260"/>
                </a:cubicBezTo>
                <a:cubicBezTo>
                  <a:pt x="609680" y="1023165"/>
                  <a:pt x="583253" y="1020277"/>
                  <a:pt x="570379" y="1023487"/>
                </a:cubicBezTo>
                <a:cubicBezTo>
                  <a:pt x="543992" y="1022523"/>
                  <a:pt x="505183" y="1001686"/>
                  <a:pt x="482519" y="1002108"/>
                </a:cubicBezTo>
                <a:cubicBezTo>
                  <a:pt x="464011" y="1002285"/>
                  <a:pt x="495211" y="1007995"/>
                  <a:pt x="475319" y="1009922"/>
                </a:cubicBezTo>
                <a:cubicBezTo>
                  <a:pt x="450818" y="1011135"/>
                  <a:pt x="454804" y="1022539"/>
                  <a:pt x="431104" y="1009317"/>
                </a:cubicBezTo>
                <a:cubicBezTo>
                  <a:pt x="406857" y="1014651"/>
                  <a:pt x="399686" y="1008456"/>
                  <a:pt x="363782" y="1007585"/>
                </a:cubicBezTo>
                <a:cubicBezTo>
                  <a:pt x="350440" y="1012231"/>
                  <a:pt x="338145" y="1011245"/>
                  <a:pt x="325533" y="1008502"/>
                </a:cubicBezTo>
                <a:cubicBezTo>
                  <a:pt x="291944" y="1011745"/>
                  <a:pt x="259251" y="1008497"/>
                  <a:pt x="220429" y="1008927"/>
                </a:cubicBezTo>
                <a:cubicBezTo>
                  <a:pt x="180594" y="1015852"/>
                  <a:pt x="156150" y="1007265"/>
                  <a:pt x="114676" y="1007765"/>
                </a:cubicBezTo>
                <a:cubicBezTo>
                  <a:pt x="85718" y="1006195"/>
                  <a:pt x="43316" y="1001491"/>
                  <a:pt x="13470" y="998544"/>
                </a:cubicBezTo>
                <a:lnTo>
                  <a:pt x="0" y="997355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5E55CAA-0CED-6858-93F5-A05447562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7960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FCB4D-5791-BDAD-9D64-F3CE4D604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Sources:</a:t>
            </a:r>
            <a:endParaRPr lang="es-A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FF6EA4-8A67-DB1D-5EB1-7E17095F92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600" dirty="0"/>
              <a:t>A Comprehensive Survey on Deep Learning Multi-Modal Fusion: Methods, Technologies and Applications </a:t>
            </a:r>
            <a:r>
              <a:rPr lang="es-AR" sz="1600" dirty="0" err="1"/>
              <a:t>Tianzhe</a:t>
            </a:r>
            <a:r>
              <a:rPr lang="es-AR" sz="1600" dirty="0"/>
              <a:t> </a:t>
            </a:r>
            <a:r>
              <a:rPr lang="es-AR" sz="1600" dirty="0" err="1"/>
              <a:t>Jiao</a:t>
            </a:r>
            <a:r>
              <a:rPr lang="es-AR" sz="1600" dirty="0"/>
              <a:t>, </a:t>
            </a:r>
            <a:r>
              <a:rPr lang="es-AR" sz="1600" dirty="0" err="1"/>
              <a:t>Chaopeng</a:t>
            </a:r>
            <a:r>
              <a:rPr lang="es-AR" sz="1600" dirty="0"/>
              <a:t> </a:t>
            </a:r>
            <a:r>
              <a:rPr lang="es-AR" sz="1600" dirty="0" err="1"/>
              <a:t>Guo</a:t>
            </a:r>
            <a:r>
              <a:rPr lang="es-AR" sz="1600" dirty="0"/>
              <a:t>, </a:t>
            </a:r>
            <a:r>
              <a:rPr lang="es-AR" sz="1600" dirty="0" err="1"/>
              <a:t>Xiaoyue</a:t>
            </a:r>
            <a:r>
              <a:rPr lang="es-AR" sz="1600" dirty="0"/>
              <a:t> Feng, </a:t>
            </a:r>
            <a:r>
              <a:rPr lang="es-AR" sz="1600" dirty="0" err="1"/>
              <a:t>Yuming</a:t>
            </a:r>
            <a:r>
              <a:rPr lang="es-AR" sz="1600" dirty="0"/>
              <a:t> Chen and Jie </a:t>
            </a:r>
            <a:r>
              <a:rPr lang="es-AR" sz="1600" dirty="0" err="1"/>
              <a:t>Song</a:t>
            </a:r>
            <a:r>
              <a:rPr lang="es-AR" sz="1600" dirty="0"/>
              <a:t> 2024</a:t>
            </a:r>
          </a:p>
          <a:p>
            <a:r>
              <a:rPr lang="en-US" sz="1600" dirty="0"/>
              <a:t>Multimodal Machine Learning: A Survey and Taxonomy Tadas Baltrusaitis, Chaitanya Ahuja, and Louis-Philippe Morency 2017</a:t>
            </a:r>
          </a:p>
          <a:p>
            <a:r>
              <a:rPr lang="es-AR" sz="1600" dirty="0"/>
              <a:t>Multimodal </a:t>
            </a:r>
            <a:r>
              <a:rPr lang="es-AR" sz="1600" dirty="0" err="1"/>
              <a:t>Co-learning</a:t>
            </a:r>
            <a:r>
              <a:rPr lang="es-AR" sz="1600" dirty="0"/>
              <a:t>: </a:t>
            </a:r>
            <a:r>
              <a:rPr lang="es-AR" sz="1600" dirty="0" err="1"/>
              <a:t>Challenges</a:t>
            </a:r>
            <a:r>
              <a:rPr lang="es-AR" sz="1600" dirty="0"/>
              <a:t>, </a:t>
            </a:r>
            <a:r>
              <a:rPr lang="es-AR" sz="1600" dirty="0" err="1"/>
              <a:t>Applications</a:t>
            </a:r>
            <a:r>
              <a:rPr lang="es-AR" sz="1600" dirty="0"/>
              <a:t> </a:t>
            </a:r>
            <a:r>
              <a:rPr lang="es-AR" sz="1600" dirty="0" err="1"/>
              <a:t>with</a:t>
            </a:r>
            <a:r>
              <a:rPr lang="es-AR" sz="1600" dirty="0"/>
              <a:t> </a:t>
            </a:r>
            <a:r>
              <a:rPr lang="es-AR" sz="1600" dirty="0" err="1"/>
              <a:t>Datasets</a:t>
            </a:r>
            <a:r>
              <a:rPr lang="es-AR" sz="1600" dirty="0"/>
              <a:t>, </a:t>
            </a:r>
            <a:r>
              <a:rPr lang="es-AR" sz="1600" dirty="0" err="1"/>
              <a:t>Recent</a:t>
            </a:r>
            <a:r>
              <a:rPr lang="es-AR" sz="1600" dirty="0"/>
              <a:t> </a:t>
            </a:r>
            <a:r>
              <a:rPr lang="es-AR" sz="1600" dirty="0" err="1"/>
              <a:t>Advances</a:t>
            </a:r>
            <a:r>
              <a:rPr lang="es-AR" sz="1600" dirty="0"/>
              <a:t> and Future </a:t>
            </a:r>
            <a:r>
              <a:rPr lang="es-AR" sz="1600" dirty="0" err="1"/>
              <a:t>Directions</a:t>
            </a:r>
            <a:r>
              <a:rPr lang="es-AR" sz="1600" dirty="0"/>
              <a:t> Anil </a:t>
            </a:r>
            <a:r>
              <a:rPr lang="es-AR" sz="1600" dirty="0" err="1"/>
              <a:t>Rahatea</a:t>
            </a:r>
            <a:r>
              <a:rPr lang="es-AR" sz="1600" dirty="0"/>
              <a:t> , </a:t>
            </a:r>
            <a:r>
              <a:rPr lang="es-AR" sz="1600" dirty="0" err="1"/>
              <a:t>Rahee</a:t>
            </a:r>
            <a:r>
              <a:rPr lang="es-AR" sz="1600" dirty="0"/>
              <a:t> </a:t>
            </a:r>
            <a:r>
              <a:rPr lang="es-AR" sz="1600" dirty="0" err="1"/>
              <a:t>Walambea</a:t>
            </a:r>
            <a:r>
              <a:rPr lang="es-AR" sz="1600" dirty="0"/>
              <a:t>, b, </a:t>
            </a:r>
            <a:r>
              <a:rPr lang="es-AR" sz="1600" dirty="0" err="1"/>
              <a:t>Sheela</a:t>
            </a:r>
            <a:r>
              <a:rPr lang="es-AR" sz="1600" dirty="0"/>
              <a:t> </a:t>
            </a:r>
            <a:r>
              <a:rPr lang="es-AR" sz="1600" dirty="0" err="1"/>
              <a:t>Ramannac</a:t>
            </a:r>
            <a:r>
              <a:rPr lang="es-AR" sz="1600" dirty="0"/>
              <a:t> , </a:t>
            </a:r>
            <a:r>
              <a:rPr lang="es-AR" sz="1600" dirty="0" err="1"/>
              <a:t>Ketan</a:t>
            </a:r>
            <a:r>
              <a:rPr lang="es-AR" sz="1600" dirty="0"/>
              <a:t> </a:t>
            </a:r>
            <a:r>
              <a:rPr lang="es-AR" sz="1600" dirty="0" err="1"/>
              <a:t>Kotechaa</a:t>
            </a:r>
            <a:r>
              <a:rPr lang="es-AR" sz="1600" dirty="0"/>
              <a:t> </a:t>
            </a:r>
            <a:r>
              <a:rPr lang="es-AR" sz="1600"/>
              <a:t>2022 </a:t>
            </a:r>
          </a:p>
          <a:p>
            <a:endParaRPr lang="es-AR" sz="160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68CB79-5CD9-AB4A-7239-D9C964CF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4600429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4582</TotalTime>
  <Words>1018</Words>
  <Application>Microsoft Office PowerPoint</Application>
  <PresentationFormat>Grand écran</PresentationFormat>
  <Paragraphs>169</Paragraphs>
  <Slides>25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Thème Office</vt:lpstr>
      <vt:lpstr>La multimodalité</vt:lpstr>
      <vt:lpstr>Présentation PowerPoint</vt:lpstr>
      <vt:lpstr>La multimodalité: </vt:lpstr>
      <vt:lpstr>Trouver slide d’exemple rapide </vt:lpstr>
      <vt:lpstr>Les 5 clefs de la multimodalité</vt:lpstr>
      <vt:lpstr>La fusion</vt:lpstr>
      <vt:lpstr>Les méthodes de fusion</vt:lpstr>
      <vt:lpstr>Model unimodal </vt:lpstr>
      <vt:lpstr>Early  Fusion</vt:lpstr>
      <vt:lpstr>Deep  Fusion</vt:lpstr>
      <vt:lpstr>Late  Fusion</vt:lpstr>
      <vt:lpstr>Hybrid  Fusion</vt:lpstr>
      <vt:lpstr>Technologies de Fusion</vt:lpstr>
      <vt:lpstr>Data Representation:</vt:lpstr>
      <vt:lpstr>Data Translation</vt:lpstr>
      <vt:lpstr>Les réseaux de neurones </vt:lpstr>
      <vt:lpstr>Generative Adversarial Networks GAN’s</vt:lpstr>
      <vt:lpstr>Data Alignment</vt:lpstr>
      <vt:lpstr>Structure d’ Alignment</vt:lpstr>
      <vt:lpstr>Le Co-learning</vt:lpstr>
      <vt:lpstr>Présentation PowerPoint</vt:lpstr>
      <vt:lpstr>Présentation PowerPoint</vt:lpstr>
      <vt:lpstr>Présentation PowerPoint</vt:lpstr>
      <vt:lpstr>Les applications de la Fusion</vt:lpstr>
      <vt:lpstr>Sources: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21</cp:revision>
  <dcterms:created xsi:type="dcterms:W3CDTF">2025-09-05T12:51:10Z</dcterms:created>
  <dcterms:modified xsi:type="dcterms:W3CDTF">2026-01-13T15:14:49Z</dcterms:modified>
</cp:coreProperties>
</file>