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6.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7.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3"/>
  </p:notesMasterIdLst>
  <p:sldIdLst>
    <p:sldId id="305" r:id="rId2"/>
    <p:sldId id="301" r:id="rId3"/>
    <p:sldId id="264" r:id="rId4"/>
    <p:sldId id="302" r:id="rId5"/>
    <p:sldId id="308" r:id="rId6"/>
    <p:sldId id="265" r:id="rId7"/>
    <p:sldId id="333" r:id="rId8"/>
    <p:sldId id="266" r:id="rId9"/>
    <p:sldId id="304" r:id="rId10"/>
    <p:sldId id="267" r:id="rId11"/>
    <p:sldId id="271" r:id="rId12"/>
    <p:sldId id="270" r:id="rId13"/>
    <p:sldId id="269" r:id="rId14"/>
    <p:sldId id="272" r:id="rId15"/>
    <p:sldId id="275" r:id="rId16"/>
    <p:sldId id="315" r:id="rId17"/>
    <p:sldId id="314" r:id="rId18"/>
    <p:sldId id="276" r:id="rId19"/>
    <p:sldId id="317" r:id="rId20"/>
    <p:sldId id="318" r:id="rId21"/>
    <p:sldId id="259" r:id="rId22"/>
    <p:sldId id="299" r:id="rId23"/>
    <p:sldId id="321" r:id="rId24"/>
    <p:sldId id="322" r:id="rId25"/>
    <p:sldId id="323" r:id="rId26"/>
    <p:sldId id="325" r:id="rId27"/>
    <p:sldId id="324" r:id="rId28"/>
    <p:sldId id="327" r:id="rId29"/>
    <p:sldId id="328" r:id="rId30"/>
    <p:sldId id="329" r:id="rId31"/>
    <p:sldId id="300" r:id="rId32"/>
  </p:sldIdLst>
  <p:sldSz cx="12192000" cy="6858000"/>
  <p:notesSz cx="6858000" cy="9144000"/>
  <p:defaultText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Style moyen 2 - Accentuation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3B4B98B0-60AC-42C2-AFA5-B58CD77FA1E5}" styleName="Style léger 1 - Accentuation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8EC20E35-A176-4012-BC5E-935CFFF8708E}" styleName="Style moyen 3">
    <a:wholeTbl>
      <a:tcTxStyle>
        <a:fontRef idx="minor"/>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dk1"/>
          </a:solidFill>
        </a:fill>
      </a:tcStyle>
    </a:lastCol>
    <a:firstCol>
      <a:tcTxStyle b="on">
        <a:fontRef idx="minor">
          <a:scrgbClr r="0" g="0" b="0"/>
        </a:fontRef>
        <a:schemeClr val="lt1"/>
      </a:tcTxStyle>
      <a:tcStyle>
        <a:tcBdr/>
        <a:fill>
          <a:solidFill>
            <a:schemeClr val="dk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dk1"/>
          </a:solidFill>
        </a:fill>
      </a:tcStyle>
    </a:firstRow>
  </a:tblStyle>
  <a:tblStyle styleId="{9D7B26C5-4107-4FEC-AEDC-1716B250A1EF}" styleName="Style clair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989" autoAdjust="0"/>
    <p:restoredTop sz="55811" autoAdjust="0"/>
  </p:normalViewPr>
  <p:slideViewPr>
    <p:cSldViewPr snapToGrid="0">
      <p:cViewPr varScale="1">
        <p:scale>
          <a:sx n="61" d="100"/>
          <a:sy n="61" d="100"/>
        </p:scale>
        <p:origin x="2454" y="78"/>
      </p:cViewPr>
      <p:guideLst/>
    </p:cSldViewPr>
  </p:slideViewPr>
  <p:outlineViewPr>
    <p:cViewPr>
      <p:scale>
        <a:sx n="33" d="100"/>
        <a:sy n="33" d="100"/>
      </p:scale>
      <p:origin x="0" y="-10590"/>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viewProps" Target="viewProps.xml"/><Relationship Id="rId8" Type="http://schemas.openxmlformats.org/officeDocument/2006/relationships/slide" Target="slides/slide7.xml"/><Relationship Id="rId3" Type="http://schemas.openxmlformats.org/officeDocument/2006/relationships/slide" Target="slides/slide2.xml"/></Relationships>
</file>

<file path=ppt/diagrams/_rels/data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ata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_rels/drawing2.xml.rels><?xml version="1.0" encoding="UTF-8" standalone="yes"?>
<Relationships xmlns="http://schemas.openxmlformats.org/package/2006/relationships"><Relationship Id="rId8" Type="http://schemas.openxmlformats.org/officeDocument/2006/relationships/image" Target="../media/image10.svg"/><Relationship Id="rId3" Type="http://schemas.openxmlformats.org/officeDocument/2006/relationships/image" Target="../media/image5.png"/><Relationship Id="rId7" Type="http://schemas.openxmlformats.org/officeDocument/2006/relationships/image" Target="../media/image9.png"/><Relationship Id="rId2" Type="http://schemas.openxmlformats.org/officeDocument/2006/relationships/image" Target="../media/image4.svg"/><Relationship Id="rId1" Type="http://schemas.openxmlformats.org/officeDocument/2006/relationships/image" Target="../media/image3.png"/><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image" Target="../media/image6.svg"/></Relationships>
</file>

<file path=ppt/diagrams/_rels/drawing3.xml.rels><?xml version="1.0" encoding="UTF-8" standalone="yes"?>
<Relationships xmlns="http://schemas.openxmlformats.org/package/2006/relationships"><Relationship Id="rId8" Type="http://schemas.openxmlformats.org/officeDocument/2006/relationships/image" Target="../media/image18.svg"/><Relationship Id="rId3" Type="http://schemas.openxmlformats.org/officeDocument/2006/relationships/image" Target="../media/image13.png"/><Relationship Id="rId7" Type="http://schemas.openxmlformats.org/officeDocument/2006/relationships/image" Target="../media/image17.png"/><Relationship Id="rId2" Type="http://schemas.openxmlformats.org/officeDocument/2006/relationships/image" Target="../media/image12.svg"/><Relationship Id="rId1" Type="http://schemas.openxmlformats.org/officeDocument/2006/relationships/image" Target="../media/image11.png"/><Relationship Id="rId6" Type="http://schemas.openxmlformats.org/officeDocument/2006/relationships/image" Target="../media/image16.svg"/><Relationship Id="rId5" Type="http://schemas.openxmlformats.org/officeDocument/2006/relationships/image" Target="../media/image15.png"/><Relationship Id="rId10" Type="http://schemas.openxmlformats.org/officeDocument/2006/relationships/image" Target="../media/image20.svg"/><Relationship Id="rId4" Type="http://schemas.openxmlformats.org/officeDocument/2006/relationships/image" Target="../media/image14.svg"/><Relationship Id="rId9" Type="http://schemas.openxmlformats.org/officeDocument/2006/relationships/image" Target="../media/image19.png"/></Relationships>
</file>

<file path=ppt/diagrams/colors1.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18/5/colors/Iconchunking_neutralbg_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a:alpha val="0"/>
      </a:schemeClr>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18/5/colors/Iconchunking_neutralbg_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a:alpha val="0"/>
      </a:schemeClr>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bg1">
        <a:lumMod val="95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0_3">
  <dgm:title val=""/>
  <dgm:desc val=""/>
  <dgm:catLst>
    <dgm:cat type="mainScheme" pri="10300"/>
  </dgm:catLst>
  <dgm:styleLbl name="node0">
    <dgm:fillClrLst meth="repeat">
      <a:schemeClr val="dk2"/>
    </dgm:fillClrLst>
    <dgm:linClrLst meth="repeat">
      <a:schemeClr val="lt2"/>
    </dgm:linClrLst>
    <dgm:effectClrLst/>
    <dgm:txLinClrLst/>
    <dgm:txFillClrLst/>
    <dgm:txEffectClrLst/>
  </dgm:styleLbl>
  <dgm:styleLbl name="alignNode1">
    <dgm:fillClrLst meth="repeat">
      <a:schemeClr val="dk2"/>
    </dgm:fillClrLst>
    <dgm:linClrLst meth="repeat">
      <a:schemeClr val="dk2"/>
    </dgm:linClrLst>
    <dgm:effectClrLst/>
    <dgm:txLinClrLst/>
    <dgm:txFillClrLst/>
    <dgm:txEffectClrLst/>
  </dgm:styleLbl>
  <dgm:styleLbl name="node1">
    <dgm:fillClrLst meth="repeat">
      <a:schemeClr val="dk2"/>
    </dgm:fillClrLst>
    <dgm:linClrLst meth="repeat">
      <a:schemeClr val="lt2"/>
    </dgm:linClrLst>
    <dgm:effectClrLst/>
    <dgm:txLinClrLst/>
    <dgm:txFillClrLst/>
    <dgm:txEffectClrLst/>
  </dgm:styleLbl>
  <dgm:styleLbl name="lnNode1">
    <dgm:fillClrLst meth="repeat">
      <a:schemeClr val="dk2"/>
    </dgm:fillClrLst>
    <dgm:linClrLst meth="repeat">
      <a:schemeClr val="lt2"/>
    </dgm:linClrLst>
    <dgm:effectClrLst/>
    <dgm:txLinClrLst/>
    <dgm:txFillClrLst/>
    <dgm:txEffectClrLst/>
  </dgm:styleLbl>
  <dgm:styleLbl name="vennNode1">
    <dgm:fillClrLst meth="repeat">
      <a:schemeClr val="dk2">
        <a:alpha val="50000"/>
      </a:schemeClr>
    </dgm:fillClrLst>
    <dgm:linClrLst meth="repeat">
      <a:schemeClr val="lt2"/>
    </dgm:linClrLst>
    <dgm:effectClrLst/>
    <dgm:txLinClrLst/>
    <dgm:txFillClrLst/>
    <dgm:txEffectClrLst/>
  </dgm:styleLbl>
  <dgm:styleLbl name="node2">
    <dgm:fillClrLst meth="repeat">
      <a:schemeClr val="dk2"/>
    </dgm:fillClrLst>
    <dgm:linClrLst meth="repeat">
      <a:schemeClr val="lt2"/>
    </dgm:linClrLst>
    <dgm:effectClrLst/>
    <dgm:txLinClrLst/>
    <dgm:txFillClrLst/>
    <dgm:txEffectClrLst/>
  </dgm:styleLbl>
  <dgm:styleLbl name="node3">
    <dgm:fillClrLst meth="repeat">
      <a:schemeClr val="dk2"/>
    </dgm:fillClrLst>
    <dgm:linClrLst meth="repeat">
      <a:schemeClr val="lt2"/>
    </dgm:linClrLst>
    <dgm:effectClrLst/>
    <dgm:txLinClrLst/>
    <dgm:txFillClrLst/>
    <dgm:txEffectClrLst/>
  </dgm:styleLbl>
  <dgm:styleLbl name="node4">
    <dgm:fillClrLst meth="repeat">
      <a:schemeClr val="dk2"/>
    </dgm:fillClrLst>
    <dgm:linClrLst meth="repeat">
      <a:schemeClr val="lt2"/>
    </dgm:linClrLst>
    <dgm:effectClrLst/>
    <dgm:txLinClrLst/>
    <dgm:txFillClrLst/>
    <dgm:txEffectClrLst/>
  </dgm:styleLbl>
  <dgm:styleLbl name="fgImgPlace1">
    <dgm:fillClrLst meth="repeat">
      <a:schemeClr val="dk2">
        <a:tint val="50000"/>
      </a:schemeClr>
    </dgm:fillClrLst>
    <dgm:linClrLst meth="repeat">
      <a:schemeClr val="lt2"/>
    </dgm:linClrLst>
    <dgm:effectClrLst/>
    <dgm:txLinClrLst/>
    <dgm:txFillClrLst meth="repeat">
      <a:schemeClr val="lt2"/>
    </dgm:txFillClrLst>
    <dgm:txEffectClrLst/>
  </dgm:styleLbl>
  <dgm:styleLbl name="align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bgImgPlace1">
    <dgm:fillClrLst meth="repeat">
      <a:schemeClr val="dk2">
        <a:tint val="50000"/>
      </a:schemeClr>
    </dgm:fillClrLst>
    <dgm:linClrLst meth="repeat">
      <a:schemeClr val="dk2">
        <a:shade val="80000"/>
      </a:schemeClr>
    </dgm:linClrLst>
    <dgm:effectClrLst/>
    <dgm:txLinClrLst/>
    <dgm:txFillClrLst meth="repeat">
      <a:schemeClr val="lt2"/>
    </dgm:txFillClrLst>
    <dgm:txEffectClrLst/>
  </dgm:styleLbl>
  <dgm:styleLbl name="sibTrans2D1">
    <dgm:fillClrLst meth="repeat">
      <a:schemeClr val="dk2">
        <a:tint val="60000"/>
      </a:schemeClr>
    </dgm:fillClrLst>
    <dgm:linClrLst meth="repeat">
      <a:schemeClr val="dk2">
        <a:tint val="60000"/>
      </a:schemeClr>
    </dgm:linClrLst>
    <dgm:effectClrLst/>
    <dgm:txLinClrLst/>
    <dgm:txFillClrLst/>
    <dgm:txEffectClrLst/>
  </dgm:styleLbl>
  <dgm:styleLbl name="fgSibTrans2D1">
    <dgm:fillClrLst meth="repeat">
      <a:schemeClr val="dk2">
        <a:tint val="60000"/>
      </a:schemeClr>
    </dgm:fillClrLst>
    <dgm:linClrLst meth="repeat">
      <a:schemeClr val="dk2">
        <a:tint val="60000"/>
      </a:schemeClr>
    </dgm:linClrLst>
    <dgm:effectClrLst/>
    <dgm:txLinClrLst/>
    <dgm:txFillClrLst/>
    <dgm:txEffectClrLst/>
  </dgm:styleLbl>
  <dgm:styleLbl name="bgSibTrans2D1">
    <dgm:fillClrLst meth="repeat">
      <a:schemeClr val="dk2">
        <a:tint val="60000"/>
      </a:schemeClr>
    </dgm:fillClrLst>
    <dgm:linClrLst meth="repeat">
      <a:schemeClr val="dk2">
        <a:tint val="60000"/>
      </a:schemeClr>
    </dgm:linClrLst>
    <dgm:effectClrLst/>
    <dgm:txLinClrLst/>
    <dgm:txFillClrLst/>
    <dgm:txEffectClrLst/>
  </dgm:styleLbl>
  <dgm:styleLbl name="sibTrans1D1">
    <dgm:fillClrLst meth="repeat">
      <a:schemeClr val="dk2"/>
    </dgm:fillClrLst>
    <dgm:linClrLst meth="repeat">
      <a:schemeClr val="dk2"/>
    </dgm:linClrLst>
    <dgm:effectClrLst/>
    <dgm:txLinClrLst/>
    <dgm:txFillClrLst meth="repeat">
      <a:schemeClr val="lt2"/>
    </dgm:txFillClrLst>
    <dgm:txEffectClrLst/>
  </dgm:styleLbl>
  <dgm:styleLbl name="callout">
    <dgm:fillClrLst meth="repeat">
      <a:schemeClr val="dk2"/>
    </dgm:fillClrLst>
    <dgm:linClrLst meth="repeat">
      <a:schemeClr val="dk2">
        <a:tint val="50000"/>
      </a:schemeClr>
    </dgm:linClrLst>
    <dgm:effectClrLst/>
    <dgm:txLinClrLst/>
    <dgm:txFillClrLst meth="repeat">
      <a:schemeClr val="lt2"/>
    </dgm:txFillClrLst>
    <dgm:txEffectClrLst/>
  </dgm:styleLbl>
  <dgm:styleLbl name="asst0">
    <dgm:fillClrLst meth="repeat">
      <a:schemeClr val="dk2"/>
    </dgm:fillClrLst>
    <dgm:linClrLst meth="repeat">
      <a:schemeClr val="lt2"/>
    </dgm:linClrLst>
    <dgm:effectClrLst/>
    <dgm:txLinClrLst/>
    <dgm:txFillClrLst/>
    <dgm:txEffectClrLst/>
  </dgm:styleLbl>
  <dgm:styleLbl name="asst1">
    <dgm:fillClrLst meth="repeat">
      <a:schemeClr val="dk2"/>
    </dgm:fillClrLst>
    <dgm:linClrLst meth="repeat">
      <a:schemeClr val="lt2"/>
    </dgm:linClrLst>
    <dgm:effectClrLst/>
    <dgm:txLinClrLst/>
    <dgm:txFillClrLst/>
    <dgm:txEffectClrLst/>
  </dgm:styleLbl>
  <dgm:styleLbl name="asst2">
    <dgm:fillClrLst meth="repeat">
      <a:schemeClr val="dk2"/>
    </dgm:fillClrLst>
    <dgm:linClrLst meth="repeat">
      <a:schemeClr val="lt2"/>
    </dgm:linClrLst>
    <dgm:effectClrLst/>
    <dgm:txLinClrLst/>
    <dgm:txFillClrLst/>
    <dgm:txEffectClrLst/>
  </dgm:styleLbl>
  <dgm:styleLbl name="asst3">
    <dgm:fillClrLst meth="repeat">
      <a:schemeClr val="dk2"/>
    </dgm:fillClrLst>
    <dgm:linClrLst meth="repeat">
      <a:schemeClr val="lt2"/>
    </dgm:linClrLst>
    <dgm:effectClrLst/>
    <dgm:txLinClrLst/>
    <dgm:txFillClrLst/>
    <dgm:txEffectClrLst/>
  </dgm:styleLbl>
  <dgm:styleLbl name="asst4">
    <dgm:fillClrLst meth="repeat">
      <a:schemeClr val="dk2"/>
    </dgm:fillClrLst>
    <dgm:linClrLst meth="repeat">
      <a:schemeClr val="lt2"/>
    </dgm:linClrLst>
    <dgm:effectClrLst/>
    <dgm:txLinClrLst/>
    <dgm:txFillClrLst/>
    <dgm:txEffectClrLst/>
  </dgm:styleLbl>
  <dgm:styleLbl name="parChTrans2D1">
    <dgm:fillClrLst meth="repeat">
      <a:schemeClr val="dk2">
        <a:tint val="60000"/>
      </a:schemeClr>
    </dgm:fillClrLst>
    <dgm:linClrLst meth="repeat">
      <a:schemeClr val="dk2">
        <a:tint val="60000"/>
      </a:schemeClr>
    </dgm:linClrLst>
    <dgm:effectClrLst/>
    <dgm:txLinClrLst/>
    <dgm:txFillClrLst meth="repeat">
      <a:schemeClr val="lt2"/>
    </dgm:txFillClrLst>
    <dgm:txEffectClrLst/>
  </dgm:styleLbl>
  <dgm:styleLbl name="parChTrans2D2">
    <dgm:fillClrLst meth="repeat">
      <a:schemeClr val="dk2"/>
    </dgm:fillClrLst>
    <dgm:linClrLst meth="repeat">
      <a:schemeClr val="dk2"/>
    </dgm:linClrLst>
    <dgm:effectClrLst/>
    <dgm:txLinClrLst/>
    <dgm:txFillClrLst meth="repeat">
      <a:schemeClr val="lt2"/>
    </dgm:txFillClrLst>
    <dgm:txEffectClrLst/>
  </dgm:styleLbl>
  <dgm:styleLbl name="parChTrans2D3">
    <dgm:fillClrLst meth="repeat">
      <a:schemeClr val="dk2"/>
    </dgm:fillClrLst>
    <dgm:linClrLst meth="repeat">
      <a:schemeClr val="dk2"/>
    </dgm:linClrLst>
    <dgm:effectClrLst/>
    <dgm:txLinClrLst/>
    <dgm:txFillClrLst meth="repeat">
      <a:schemeClr val="lt2"/>
    </dgm:txFillClrLst>
    <dgm:txEffectClrLst/>
  </dgm:styleLbl>
  <dgm:styleLbl name="parChTrans2D4">
    <dgm:fillClrLst meth="repeat">
      <a:schemeClr val="dk2"/>
    </dgm:fillClrLst>
    <dgm:linClrLst meth="repeat">
      <a:schemeClr val="dk2"/>
    </dgm:linClrLst>
    <dgm:effectClrLst/>
    <dgm:txLinClrLst/>
    <dgm:txFillClrLst meth="repeat">
      <a:schemeClr val="lt2"/>
    </dgm:txFillClrLst>
    <dgm:txEffectClrLst/>
  </dgm:styleLbl>
  <dgm:styleLbl name="parChTrans1D1">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2">
    <dgm:fillClrLst meth="repeat">
      <a:schemeClr val="dk2"/>
    </dgm:fillClrLst>
    <dgm:linClrLst meth="repeat">
      <a:schemeClr val="dk2">
        <a:shade val="60000"/>
      </a:schemeClr>
    </dgm:linClrLst>
    <dgm:effectClrLst/>
    <dgm:txLinClrLst/>
    <dgm:txFillClrLst meth="repeat">
      <a:schemeClr val="tx1"/>
    </dgm:txFillClrLst>
    <dgm:txEffectClrLst/>
  </dgm:styleLbl>
  <dgm:styleLbl name="parChTrans1D3">
    <dgm:fillClrLst meth="repeat">
      <a:schemeClr val="dk2"/>
    </dgm:fillClrLst>
    <dgm:linClrLst meth="repeat">
      <a:schemeClr val="dk2">
        <a:shade val="80000"/>
      </a:schemeClr>
    </dgm:linClrLst>
    <dgm:effectClrLst/>
    <dgm:txLinClrLst/>
    <dgm:txFillClrLst meth="repeat">
      <a:schemeClr val="tx1"/>
    </dgm:txFillClrLst>
    <dgm:txEffectClrLst/>
  </dgm:styleLbl>
  <dgm:styleLbl name="parChTrans1D4">
    <dgm:fillClrLst meth="repeat">
      <a:schemeClr val="dk2"/>
    </dgm:fillClrLst>
    <dgm:linClrLst meth="repeat">
      <a:schemeClr val="dk2">
        <a:shade val="80000"/>
      </a:schemeClr>
    </dgm:linClrLst>
    <dgm:effectClrLst/>
    <dgm:txLinClrLst/>
    <dgm:txFillClrLst meth="repeat">
      <a:schemeClr val="tx1"/>
    </dgm:txFillClrLst>
    <dgm:txEffectClrLst/>
  </dgm:styleLbl>
  <dgm:styleLbl name="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conF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align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trAlignAcc1">
    <dgm:fillClrLst meth="repeat">
      <a:schemeClr val="lt2">
        <a:alpha val="40000"/>
      </a:schemeClr>
    </dgm:fillClrLst>
    <dgm:linClrLst meth="repeat">
      <a:schemeClr val="dk2"/>
    </dgm:linClrLst>
    <dgm:effectClrLst/>
    <dgm:txLinClrLst/>
    <dgm:txFillClrLst meth="repeat">
      <a:schemeClr val="dk1"/>
    </dgm:txFillClrLst>
    <dgm:txEffectClrLst/>
  </dgm:styleLbl>
  <dgm:styleLbl name="bgAcc1">
    <dgm:fillClrLst meth="repeat">
      <a:schemeClr val="lt2">
        <a:alpha val="90000"/>
      </a:schemeClr>
    </dgm:fillClrLst>
    <dgm:linClrLst meth="repeat">
      <a:schemeClr val="dk2"/>
    </dgm:linClrLst>
    <dgm:effectClrLst/>
    <dgm:txLinClrLst/>
    <dgm:txFillClrLst meth="repeat">
      <a:schemeClr val="dk1"/>
    </dgm:txFillClrLst>
    <dgm:txEffectClrLst/>
  </dgm:styleLbl>
  <dgm:styleLbl name="solidFgAcc1">
    <dgm:fillClrLst meth="repeat">
      <a:schemeClr val="lt2"/>
    </dgm:fillClrLst>
    <dgm:linClrLst meth="repeat">
      <a:schemeClr val="dk2"/>
    </dgm:linClrLst>
    <dgm:effectClrLst/>
    <dgm:txLinClrLst/>
    <dgm:txFillClrLst meth="repeat">
      <a:schemeClr val="dk1"/>
    </dgm:txFillClrLst>
    <dgm:txEffectClrLst/>
  </dgm:styleLbl>
  <dgm:styleLbl name="solidAlignAcc1">
    <dgm:fillClrLst meth="repeat">
      <a:schemeClr val="lt2"/>
    </dgm:fillClrLst>
    <dgm:linClrLst meth="repeat">
      <a:schemeClr val="dk2"/>
    </dgm:linClrLst>
    <dgm:effectClrLst/>
    <dgm:txLinClrLst/>
    <dgm:txFillClrLst meth="repeat">
      <a:schemeClr val="dk1"/>
    </dgm:txFillClrLst>
    <dgm:txEffectClrLst/>
  </dgm:styleLbl>
  <dgm:styleLbl name="solidBgAcc1">
    <dgm:fillClrLst meth="repeat">
      <a:schemeClr val="lt2"/>
    </dgm:fillClrLst>
    <dgm:linClrLst meth="repeat">
      <a:schemeClr val="dk2"/>
    </dgm:linClrLst>
    <dgm:effectClrLst/>
    <dgm:txLinClrLst/>
    <dgm:txFillClrLst meth="repeat">
      <a:schemeClr val="dk1"/>
    </dgm:txFillClrLst>
    <dgm:txEffectClrLst/>
  </dgm:styleLbl>
  <dgm:styleLbl name="f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align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bgAccFollowNode1">
    <dgm:fillClrLst meth="repeat">
      <a:schemeClr val="dk2">
        <a:alpha val="90000"/>
        <a:tint val="40000"/>
      </a:schemeClr>
    </dgm:fillClrLst>
    <dgm:linClrLst meth="repeat">
      <a:schemeClr val="dk2">
        <a:alpha val="90000"/>
        <a:tint val="40000"/>
      </a:schemeClr>
    </dgm:linClrLst>
    <dgm:effectClrLst/>
    <dgm:txLinClrLst/>
    <dgm:txFillClrLst meth="repeat">
      <a:schemeClr val="dk1"/>
    </dgm:txFillClrLst>
    <dgm:txEffectClrLst/>
  </dgm:styleLbl>
  <dgm:styleLbl name="fgAcc0">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2">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3">
    <dgm:fillClrLst meth="repeat">
      <a:schemeClr val="lt2">
        <a:alpha val="90000"/>
      </a:schemeClr>
    </dgm:fillClrLst>
    <dgm:linClrLst meth="repeat">
      <a:schemeClr val="dk2"/>
    </dgm:linClrLst>
    <dgm:effectClrLst/>
    <dgm:txLinClrLst/>
    <dgm:txFillClrLst meth="repeat">
      <a:schemeClr val="dk1"/>
    </dgm:txFillClrLst>
    <dgm:txEffectClrLst/>
  </dgm:styleLbl>
  <dgm:styleLbl name="fgAcc4">
    <dgm:fillClrLst meth="repeat">
      <a:schemeClr val="lt2">
        <a:alpha val="90000"/>
      </a:schemeClr>
    </dgm:fillClrLst>
    <dgm:linClrLst meth="repeat">
      <a:schemeClr val="dk2"/>
    </dgm:linClrLst>
    <dgm:effectClrLst/>
    <dgm:txLinClrLst/>
    <dgm:txFillClrLst meth="repeat">
      <a:schemeClr val="dk1"/>
    </dgm:txFillClrLst>
    <dgm:txEffectClrLst/>
  </dgm:styleLbl>
  <dgm:styleLbl name="bgShp">
    <dgm:fillClrLst meth="repeat">
      <a:schemeClr val="dk2">
        <a:tint val="40000"/>
      </a:schemeClr>
    </dgm:fillClrLst>
    <dgm:linClrLst meth="repeat">
      <a:schemeClr val="dk2"/>
    </dgm:linClrLst>
    <dgm:effectClrLst/>
    <dgm:txLinClrLst/>
    <dgm:txFillClrLst meth="repeat">
      <a:schemeClr val="dk1"/>
    </dgm:txFillClrLst>
    <dgm:txEffectClrLst/>
  </dgm:styleLbl>
  <dgm:styleLbl name="dkBgShp">
    <dgm:fillClrLst meth="repeat">
      <a:schemeClr val="dk2">
        <a:shade val="80000"/>
      </a:schemeClr>
    </dgm:fillClrLst>
    <dgm:linClrLst meth="repeat">
      <a:schemeClr val="dk2"/>
    </dgm:linClrLst>
    <dgm:effectClrLst/>
    <dgm:txLinClrLst/>
    <dgm:txFillClrLst meth="repeat">
      <a:schemeClr val="lt1"/>
    </dgm:txFillClrLst>
    <dgm:txEffectClrLst/>
  </dgm:styleLbl>
  <dgm:styleLbl name="trBgShp">
    <dgm:fillClrLst meth="repeat">
      <a:schemeClr val="dk2">
        <a:tint val="50000"/>
        <a:alpha val="40000"/>
      </a:schemeClr>
    </dgm:fillClrLst>
    <dgm:linClrLst meth="repeat">
      <a:schemeClr val="dk2"/>
    </dgm:linClrLst>
    <dgm:effectClrLst/>
    <dgm:txLinClrLst/>
    <dgm:txFillClrLst meth="repeat">
      <a:schemeClr val="lt1"/>
    </dgm:txFillClrLst>
    <dgm:txEffectClrLst/>
  </dgm:styleLbl>
  <dgm:styleLbl name="fgShp">
    <dgm:fillClrLst meth="repeat">
      <a:schemeClr val="dk2">
        <a:tint val="60000"/>
      </a:schemeClr>
    </dgm:fillClrLst>
    <dgm:linClrLst meth="repeat">
      <a:schemeClr val="lt2"/>
    </dgm:linClrLst>
    <dgm:effectClrLst/>
    <dgm:txLinClrLst/>
    <dgm:txFillClrLst meth="repeat">
      <a:schemeClr val="dk1"/>
    </dgm:txFillClrLst>
    <dgm:txEffectClrLst/>
  </dgm:styleLbl>
  <dgm:styleLbl name="revTx">
    <dgm:fillClrLst meth="repeat">
      <a:schemeClr val="lt2">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169DE1E8-BA3B-4A9F-AE11-05D3F709E2B7}" type="doc">
      <dgm:prSet loTypeId="urn:microsoft.com/office/officeart/2005/8/layout/process4" loCatId="process" qsTypeId="urn:microsoft.com/office/officeart/2005/8/quickstyle/simple1" qsCatId="simple" csTypeId="urn:microsoft.com/office/officeart/2005/8/colors/colorful2" csCatId="colorful" phldr="1"/>
      <dgm:spPr/>
      <dgm:t>
        <a:bodyPr/>
        <a:lstStyle/>
        <a:p>
          <a:endParaRPr lang="en-US"/>
        </a:p>
      </dgm:t>
    </dgm:pt>
    <dgm:pt modelId="{12531E2C-1B08-4B1F-AE32-5C3FFE036941}">
      <dgm:prSet/>
      <dgm:spPr>
        <a:solidFill>
          <a:schemeClr val="accent1"/>
        </a:solidFill>
      </dgm:spPr>
      <dgm:t>
        <a:bodyPr/>
        <a:lstStyle/>
        <a:p>
          <a:r>
            <a:rPr lang="fr-FR" dirty="0"/>
            <a:t>Une modalité est un type de donnée utilisé pour représenter une information.</a:t>
          </a:r>
          <a:endParaRPr lang="en-US" dirty="0"/>
        </a:p>
      </dgm:t>
    </dgm:pt>
    <dgm:pt modelId="{FA218412-3091-45D5-8F33-C61CE0F252A8}" type="parTrans" cxnId="{A915841E-E784-441A-A124-764FD02DA831}">
      <dgm:prSet/>
      <dgm:spPr/>
      <dgm:t>
        <a:bodyPr/>
        <a:lstStyle/>
        <a:p>
          <a:endParaRPr lang="en-US"/>
        </a:p>
      </dgm:t>
    </dgm:pt>
    <dgm:pt modelId="{4BD47C9F-8CAB-4B12-B541-EBD476D40C71}" type="sibTrans" cxnId="{A915841E-E784-441A-A124-764FD02DA831}">
      <dgm:prSet/>
      <dgm:spPr/>
      <dgm:t>
        <a:bodyPr/>
        <a:lstStyle/>
        <a:p>
          <a:endParaRPr lang="en-US"/>
        </a:p>
      </dgm:t>
    </dgm:pt>
    <dgm:pt modelId="{E309DDA9-FEC9-41A6-B92B-547368FDB2BF}">
      <dgm:prSet/>
      <dgm:spPr/>
      <dgm:t>
        <a:bodyPr/>
        <a:lstStyle/>
        <a:p>
          <a:r>
            <a:rPr lang="fr-FR"/>
            <a:t>Les type de formats :</a:t>
          </a:r>
          <a:endParaRPr lang="en-US"/>
        </a:p>
      </dgm:t>
    </dgm:pt>
    <dgm:pt modelId="{3B1BDA1F-BA6F-4393-99B7-D5B2CD4D81C0}" type="parTrans" cxnId="{69E0DA9B-E126-432E-B818-8F63914AB37F}">
      <dgm:prSet/>
      <dgm:spPr/>
      <dgm:t>
        <a:bodyPr/>
        <a:lstStyle/>
        <a:p>
          <a:endParaRPr lang="en-US"/>
        </a:p>
      </dgm:t>
    </dgm:pt>
    <dgm:pt modelId="{C8BC13DC-6385-40F1-A20E-DEE04A249D47}" type="sibTrans" cxnId="{69E0DA9B-E126-432E-B818-8F63914AB37F}">
      <dgm:prSet/>
      <dgm:spPr/>
      <dgm:t>
        <a:bodyPr/>
        <a:lstStyle/>
        <a:p>
          <a:endParaRPr lang="en-US"/>
        </a:p>
      </dgm:t>
    </dgm:pt>
    <dgm:pt modelId="{F24AEDFE-8A3F-4A31-A969-CB6EA90AEEE2}">
      <dgm:prSet/>
      <dgm:spPr/>
      <dgm:t>
        <a:bodyPr/>
        <a:lstStyle/>
        <a:p>
          <a:r>
            <a:rPr lang="fr-FR"/>
            <a:t>Image</a:t>
          </a:r>
          <a:endParaRPr lang="en-US"/>
        </a:p>
      </dgm:t>
    </dgm:pt>
    <dgm:pt modelId="{AC98155F-0E84-4880-9A64-FB1149BBD23D}" type="parTrans" cxnId="{B7FD1541-E467-4D6D-9A0C-DCDC1935E1D1}">
      <dgm:prSet/>
      <dgm:spPr/>
      <dgm:t>
        <a:bodyPr/>
        <a:lstStyle/>
        <a:p>
          <a:endParaRPr lang="en-US"/>
        </a:p>
      </dgm:t>
    </dgm:pt>
    <dgm:pt modelId="{B110C6D6-CA9B-485C-B3B4-D4D052E5227B}" type="sibTrans" cxnId="{B7FD1541-E467-4D6D-9A0C-DCDC1935E1D1}">
      <dgm:prSet/>
      <dgm:spPr/>
      <dgm:t>
        <a:bodyPr/>
        <a:lstStyle/>
        <a:p>
          <a:endParaRPr lang="en-US"/>
        </a:p>
      </dgm:t>
    </dgm:pt>
    <dgm:pt modelId="{55F5EB5D-E9E5-4C80-AAAC-298B630FF56C}">
      <dgm:prSet/>
      <dgm:spPr/>
      <dgm:t>
        <a:bodyPr/>
        <a:lstStyle/>
        <a:p>
          <a:r>
            <a:rPr lang="fr-FR"/>
            <a:t>Textuel</a:t>
          </a:r>
          <a:endParaRPr lang="en-US"/>
        </a:p>
      </dgm:t>
    </dgm:pt>
    <dgm:pt modelId="{45F02F2B-85EB-47D0-972B-53D2458F3E90}" type="parTrans" cxnId="{7E90782C-F23B-4E1C-91FB-A3AC2F720D46}">
      <dgm:prSet/>
      <dgm:spPr/>
      <dgm:t>
        <a:bodyPr/>
        <a:lstStyle/>
        <a:p>
          <a:endParaRPr lang="en-US"/>
        </a:p>
      </dgm:t>
    </dgm:pt>
    <dgm:pt modelId="{075EDECA-C0B4-4FB8-B600-8C5AF604C224}" type="sibTrans" cxnId="{7E90782C-F23B-4E1C-91FB-A3AC2F720D46}">
      <dgm:prSet/>
      <dgm:spPr/>
      <dgm:t>
        <a:bodyPr/>
        <a:lstStyle/>
        <a:p>
          <a:endParaRPr lang="en-US"/>
        </a:p>
      </dgm:t>
    </dgm:pt>
    <dgm:pt modelId="{A2AB8FDA-CE02-4D05-A33A-1D6257F25985}">
      <dgm:prSet/>
      <dgm:spPr/>
      <dgm:t>
        <a:bodyPr/>
        <a:lstStyle/>
        <a:p>
          <a:r>
            <a:rPr lang="fr-FR"/>
            <a:t>Audio</a:t>
          </a:r>
          <a:endParaRPr lang="en-US"/>
        </a:p>
      </dgm:t>
    </dgm:pt>
    <dgm:pt modelId="{96A683CA-6712-4166-BCDB-91CCE0877595}" type="parTrans" cxnId="{03C7D7A2-5E92-49FA-A0B3-CB74D34CC3BD}">
      <dgm:prSet/>
      <dgm:spPr/>
      <dgm:t>
        <a:bodyPr/>
        <a:lstStyle/>
        <a:p>
          <a:endParaRPr lang="en-US"/>
        </a:p>
      </dgm:t>
    </dgm:pt>
    <dgm:pt modelId="{5B521C7F-94B6-4723-BD75-1E7776B83D23}" type="sibTrans" cxnId="{03C7D7A2-5E92-49FA-A0B3-CB74D34CC3BD}">
      <dgm:prSet/>
      <dgm:spPr/>
      <dgm:t>
        <a:bodyPr/>
        <a:lstStyle/>
        <a:p>
          <a:endParaRPr lang="en-US"/>
        </a:p>
      </dgm:t>
    </dgm:pt>
    <dgm:pt modelId="{B2931212-D433-4D0B-992F-73F98DF26157}">
      <dgm:prSet/>
      <dgm:spPr/>
      <dgm:t>
        <a:bodyPr/>
        <a:lstStyle/>
        <a:p>
          <a:r>
            <a:rPr lang="fr-FR"/>
            <a:t>Vidéo</a:t>
          </a:r>
          <a:endParaRPr lang="en-US"/>
        </a:p>
      </dgm:t>
    </dgm:pt>
    <dgm:pt modelId="{FF1AFD5D-3D63-4ED4-BF6A-9E245BCAD408}" type="parTrans" cxnId="{7E48942E-6FE5-4990-A24A-74C530B7CA4B}">
      <dgm:prSet/>
      <dgm:spPr/>
      <dgm:t>
        <a:bodyPr/>
        <a:lstStyle/>
        <a:p>
          <a:endParaRPr lang="en-US"/>
        </a:p>
      </dgm:t>
    </dgm:pt>
    <dgm:pt modelId="{796A44CD-41E9-44B1-8AD0-AD14F3D0092B}" type="sibTrans" cxnId="{7E48942E-6FE5-4990-A24A-74C530B7CA4B}">
      <dgm:prSet/>
      <dgm:spPr/>
      <dgm:t>
        <a:bodyPr/>
        <a:lstStyle/>
        <a:p>
          <a:endParaRPr lang="en-US"/>
        </a:p>
      </dgm:t>
    </dgm:pt>
    <dgm:pt modelId="{7F0CD33F-7236-4F5A-87CD-E175C7544EA5}">
      <dgm:prSet/>
      <dgm:spPr/>
      <dgm:t>
        <a:bodyPr/>
        <a:lstStyle/>
        <a:p>
          <a:r>
            <a:rPr lang="fr-FR"/>
            <a:t>…</a:t>
          </a:r>
          <a:endParaRPr lang="en-US"/>
        </a:p>
      </dgm:t>
    </dgm:pt>
    <dgm:pt modelId="{1F0B095D-F32B-49D7-85AF-159D71F0BADF}" type="parTrans" cxnId="{38E16C4D-3F9F-4206-A399-6BA6424AEB77}">
      <dgm:prSet/>
      <dgm:spPr/>
      <dgm:t>
        <a:bodyPr/>
        <a:lstStyle/>
        <a:p>
          <a:endParaRPr lang="en-US"/>
        </a:p>
      </dgm:t>
    </dgm:pt>
    <dgm:pt modelId="{2345A3AA-DB7D-4D20-9C65-C968B2523D2B}" type="sibTrans" cxnId="{38E16C4D-3F9F-4206-A399-6BA6424AEB77}">
      <dgm:prSet/>
      <dgm:spPr/>
      <dgm:t>
        <a:bodyPr/>
        <a:lstStyle/>
        <a:p>
          <a:endParaRPr lang="en-US"/>
        </a:p>
      </dgm:t>
    </dgm:pt>
    <dgm:pt modelId="{CE6C132D-AC03-4AB7-98DA-7888C9AE244B}" type="pres">
      <dgm:prSet presAssocID="{169DE1E8-BA3B-4A9F-AE11-05D3F709E2B7}" presName="Name0" presStyleCnt="0">
        <dgm:presLayoutVars>
          <dgm:dir/>
          <dgm:animLvl val="lvl"/>
          <dgm:resizeHandles val="exact"/>
        </dgm:presLayoutVars>
      </dgm:prSet>
      <dgm:spPr/>
    </dgm:pt>
    <dgm:pt modelId="{AAF313C8-F53C-442D-9539-D0229135551F}" type="pres">
      <dgm:prSet presAssocID="{E309DDA9-FEC9-41A6-B92B-547368FDB2BF}" presName="boxAndChildren" presStyleCnt="0"/>
      <dgm:spPr/>
    </dgm:pt>
    <dgm:pt modelId="{D6BCD3E8-2236-4F24-97D5-C9526DDC77B0}" type="pres">
      <dgm:prSet presAssocID="{E309DDA9-FEC9-41A6-B92B-547368FDB2BF}" presName="parentTextBox" presStyleLbl="node1" presStyleIdx="0" presStyleCnt="2"/>
      <dgm:spPr/>
    </dgm:pt>
    <dgm:pt modelId="{4832B079-7EB7-4923-BE49-5420F6BB08F5}" type="pres">
      <dgm:prSet presAssocID="{E309DDA9-FEC9-41A6-B92B-547368FDB2BF}" presName="entireBox" presStyleLbl="node1" presStyleIdx="0" presStyleCnt="2"/>
      <dgm:spPr/>
    </dgm:pt>
    <dgm:pt modelId="{DC97A7DA-3204-4951-84AE-FCEAFB42A1B3}" type="pres">
      <dgm:prSet presAssocID="{E309DDA9-FEC9-41A6-B92B-547368FDB2BF}" presName="descendantBox" presStyleCnt="0"/>
      <dgm:spPr/>
    </dgm:pt>
    <dgm:pt modelId="{2C9BF001-01CE-4FE9-BD09-1DD1A5F9278C}" type="pres">
      <dgm:prSet presAssocID="{F24AEDFE-8A3F-4A31-A969-CB6EA90AEEE2}" presName="childTextBox" presStyleLbl="fgAccFollowNode1" presStyleIdx="0" presStyleCnt="5">
        <dgm:presLayoutVars>
          <dgm:bulletEnabled val="1"/>
        </dgm:presLayoutVars>
      </dgm:prSet>
      <dgm:spPr/>
    </dgm:pt>
    <dgm:pt modelId="{515F2632-F7E2-471A-BEEE-24ABEF5F443E}" type="pres">
      <dgm:prSet presAssocID="{55F5EB5D-E9E5-4C80-AAAC-298B630FF56C}" presName="childTextBox" presStyleLbl="fgAccFollowNode1" presStyleIdx="1" presStyleCnt="5">
        <dgm:presLayoutVars>
          <dgm:bulletEnabled val="1"/>
        </dgm:presLayoutVars>
      </dgm:prSet>
      <dgm:spPr/>
    </dgm:pt>
    <dgm:pt modelId="{1C3E0C68-0369-47F8-BC89-69D3ECA1CD82}" type="pres">
      <dgm:prSet presAssocID="{A2AB8FDA-CE02-4D05-A33A-1D6257F25985}" presName="childTextBox" presStyleLbl="fgAccFollowNode1" presStyleIdx="2" presStyleCnt="5">
        <dgm:presLayoutVars>
          <dgm:bulletEnabled val="1"/>
        </dgm:presLayoutVars>
      </dgm:prSet>
      <dgm:spPr/>
    </dgm:pt>
    <dgm:pt modelId="{9214643E-FC2E-486F-80BF-198EE34F2555}" type="pres">
      <dgm:prSet presAssocID="{B2931212-D433-4D0B-992F-73F98DF26157}" presName="childTextBox" presStyleLbl="fgAccFollowNode1" presStyleIdx="3" presStyleCnt="5">
        <dgm:presLayoutVars>
          <dgm:bulletEnabled val="1"/>
        </dgm:presLayoutVars>
      </dgm:prSet>
      <dgm:spPr/>
    </dgm:pt>
    <dgm:pt modelId="{5D5DD105-941C-4D3B-B8F3-18A43B985575}" type="pres">
      <dgm:prSet presAssocID="{7F0CD33F-7236-4F5A-87CD-E175C7544EA5}" presName="childTextBox" presStyleLbl="fgAccFollowNode1" presStyleIdx="4" presStyleCnt="5">
        <dgm:presLayoutVars>
          <dgm:bulletEnabled val="1"/>
        </dgm:presLayoutVars>
      </dgm:prSet>
      <dgm:spPr/>
    </dgm:pt>
    <dgm:pt modelId="{F42154A5-BC48-4B05-BFB2-A6E6B5F08B19}" type="pres">
      <dgm:prSet presAssocID="{4BD47C9F-8CAB-4B12-B541-EBD476D40C71}" presName="sp" presStyleCnt="0"/>
      <dgm:spPr/>
    </dgm:pt>
    <dgm:pt modelId="{B1DF71AA-C85E-42A1-BA52-2D690336BAF8}" type="pres">
      <dgm:prSet presAssocID="{12531E2C-1B08-4B1F-AE32-5C3FFE036941}" presName="arrowAndChildren" presStyleCnt="0"/>
      <dgm:spPr/>
    </dgm:pt>
    <dgm:pt modelId="{22910CFA-8A4B-4CEB-B3D7-B4DB9D9953CD}" type="pres">
      <dgm:prSet presAssocID="{12531E2C-1B08-4B1F-AE32-5C3FFE036941}" presName="parentTextArrow" presStyleLbl="node1" presStyleIdx="1" presStyleCnt="2"/>
      <dgm:spPr/>
    </dgm:pt>
  </dgm:ptLst>
  <dgm:cxnLst>
    <dgm:cxn modelId="{A915841E-E784-441A-A124-764FD02DA831}" srcId="{169DE1E8-BA3B-4A9F-AE11-05D3F709E2B7}" destId="{12531E2C-1B08-4B1F-AE32-5C3FFE036941}" srcOrd="0" destOrd="0" parTransId="{FA218412-3091-45D5-8F33-C61CE0F252A8}" sibTransId="{4BD47C9F-8CAB-4B12-B541-EBD476D40C71}"/>
    <dgm:cxn modelId="{7E90782C-F23B-4E1C-91FB-A3AC2F720D46}" srcId="{E309DDA9-FEC9-41A6-B92B-547368FDB2BF}" destId="{55F5EB5D-E9E5-4C80-AAAC-298B630FF56C}" srcOrd="1" destOrd="0" parTransId="{45F02F2B-85EB-47D0-972B-53D2458F3E90}" sibTransId="{075EDECA-C0B4-4FB8-B600-8C5AF604C224}"/>
    <dgm:cxn modelId="{7E48942E-6FE5-4990-A24A-74C530B7CA4B}" srcId="{E309DDA9-FEC9-41A6-B92B-547368FDB2BF}" destId="{B2931212-D433-4D0B-992F-73F98DF26157}" srcOrd="3" destOrd="0" parTransId="{FF1AFD5D-3D63-4ED4-BF6A-9E245BCAD408}" sibTransId="{796A44CD-41E9-44B1-8AD0-AD14F3D0092B}"/>
    <dgm:cxn modelId="{B7FD1541-E467-4D6D-9A0C-DCDC1935E1D1}" srcId="{E309DDA9-FEC9-41A6-B92B-547368FDB2BF}" destId="{F24AEDFE-8A3F-4A31-A969-CB6EA90AEEE2}" srcOrd="0" destOrd="0" parTransId="{AC98155F-0E84-4880-9A64-FB1149BBD23D}" sibTransId="{B110C6D6-CA9B-485C-B3B4-D4D052E5227B}"/>
    <dgm:cxn modelId="{38E16C4D-3F9F-4206-A399-6BA6424AEB77}" srcId="{E309DDA9-FEC9-41A6-B92B-547368FDB2BF}" destId="{7F0CD33F-7236-4F5A-87CD-E175C7544EA5}" srcOrd="4" destOrd="0" parTransId="{1F0B095D-F32B-49D7-85AF-159D71F0BADF}" sibTransId="{2345A3AA-DB7D-4D20-9C65-C968B2523D2B}"/>
    <dgm:cxn modelId="{F3217186-2576-40CD-81D0-B148BA6B6892}" type="presOf" srcId="{7F0CD33F-7236-4F5A-87CD-E175C7544EA5}" destId="{5D5DD105-941C-4D3B-B8F3-18A43B985575}" srcOrd="0" destOrd="0" presId="urn:microsoft.com/office/officeart/2005/8/layout/process4"/>
    <dgm:cxn modelId="{F0887388-178D-4422-994C-306CCF2E968F}" type="presOf" srcId="{55F5EB5D-E9E5-4C80-AAAC-298B630FF56C}" destId="{515F2632-F7E2-471A-BEEE-24ABEF5F443E}" srcOrd="0" destOrd="0" presId="urn:microsoft.com/office/officeart/2005/8/layout/process4"/>
    <dgm:cxn modelId="{E6778789-0F24-4E4A-9C16-E9A18415DCD6}" type="presOf" srcId="{F24AEDFE-8A3F-4A31-A969-CB6EA90AEEE2}" destId="{2C9BF001-01CE-4FE9-BD09-1DD1A5F9278C}" srcOrd="0" destOrd="0" presId="urn:microsoft.com/office/officeart/2005/8/layout/process4"/>
    <dgm:cxn modelId="{67B49597-FB85-431C-A1BF-01D7A03AF8E7}" type="presOf" srcId="{E309DDA9-FEC9-41A6-B92B-547368FDB2BF}" destId="{4832B079-7EB7-4923-BE49-5420F6BB08F5}" srcOrd="1" destOrd="0" presId="urn:microsoft.com/office/officeart/2005/8/layout/process4"/>
    <dgm:cxn modelId="{69E0DA9B-E126-432E-B818-8F63914AB37F}" srcId="{169DE1E8-BA3B-4A9F-AE11-05D3F709E2B7}" destId="{E309DDA9-FEC9-41A6-B92B-547368FDB2BF}" srcOrd="1" destOrd="0" parTransId="{3B1BDA1F-BA6F-4393-99B7-D5B2CD4D81C0}" sibTransId="{C8BC13DC-6385-40F1-A20E-DEE04A249D47}"/>
    <dgm:cxn modelId="{2AE10F9D-BCCD-42CF-9C18-5889B523D2F4}" type="presOf" srcId="{B2931212-D433-4D0B-992F-73F98DF26157}" destId="{9214643E-FC2E-486F-80BF-198EE34F2555}" srcOrd="0" destOrd="0" presId="urn:microsoft.com/office/officeart/2005/8/layout/process4"/>
    <dgm:cxn modelId="{03C7D7A2-5E92-49FA-A0B3-CB74D34CC3BD}" srcId="{E309DDA9-FEC9-41A6-B92B-547368FDB2BF}" destId="{A2AB8FDA-CE02-4D05-A33A-1D6257F25985}" srcOrd="2" destOrd="0" parTransId="{96A683CA-6712-4166-BCDB-91CCE0877595}" sibTransId="{5B521C7F-94B6-4723-BD75-1E7776B83D23}"/>
    <dgm:cxn modelId="{FBCAD6BD-E299-41CB-A7E4-47052F17D339}" type="presOf" srcId="{E309DDA9-FEC9-41A6-B92B-547368FDB2BF}" destId="{D6BCD3E8-2236-4F24-97D5-C9526DDC77B0}" srcOrd="0" destOrd="0" presId="urn:microsoft.com/office/officeart/2005/8/layout/process4"/>
    <dgm:cxn modelId="{97E6FAC1-3EAA-4F7E-A67B-1AC7CEDD5D0D}" type="presOf" srcId="{12531E2C-1B08-4B1F-AE32-5C3FFE036941}" destId="{22910CFA-8A4B-4CEB-B3D7-B4DB9D9953CD}" srcOrd="0" destOrd="0" presId="urn:microsoft.com/office/officeart/2005/8/layout/process4"/>
    <dgm:cxn modelId="{774691C4-EB0D-4644-83BE-5D856859EF4C}" type="presOf" srcId="{A2AB8FDA-CE02-4D05-A33A-1D6257F25985}" destId="{1C3E0C68-0369-47F8-BC89-69D3ECA1CD82}" srcOrd="0" destOrd="0" presId="urn:microsoft.com/office/officeart/2005/8/layout/process4"/>
    <dgm:cxn modelId="{B5A767C5-34FF-4611-9E80-515D2D33B48B}" type="presOf" srcId="{169DE1E8-BA3B-4A9F-AE11-05D3F709E2B7}" destId="{CE6C132D-AC03-4AB7-98DA-7888C9AE244B}" srcOrd="0" destOrd="0" presId="urn:microsoft.com/office/officeart/2005/8/layout/process4"/>
    <dgm:cxn modelId="{F90620AC-8D89-4926-8FB0-D652489E0B02}" type="presParOf" srcId="{CE6C132D-AC03-4AB7-98DA-7888C9AE244B}" destId="{AAF313C8-F53C-442D-9539-D0229135551F}" srcOrd="0" destOrd="0" presId="urn:microsoft.com/office/officeart/2005/8/layout/process4"/>
    <dgm:cxn modelId="{E88D2312-3329-4869-974E-7A5E0BBFCFCA}" type="presParOf" srcId="{AAF313C8-F53C-442D-9539-D0229135551F}" destId="{D6BCD3E8-2236-4F24-97D5-C9526DDC77B0}" srcOrd="0" destOrd="0" presId="urn:microsoft.com/office/officeart/2005/8/layout/process4"/>
    <dgm:cxn modelId="{EAB09498-E2C3-41A3-9A03-0A08A79D43B0}" type="presParOf" srcId="{AAF313C8-F53C-442D-9539-D0229135551F}" destId="{4832B079-7EB7-4923-BE49-5420F6BB08F5}" srcOrd="1" destOrd="0" presId="urn:microsoft.com/office/officeart/2005/8/layout/process4"/>
    <dgm:cxn modelId="{2B57AB0E-B2BF-4C31-85FC-597E6EB3233D}" type="presParOf" srcId="{AAF313C8-F53C-442D-9539-D0229135551F}" destId="{DC97A7DA-3204-4951-84AE-FCEAFB42A1B3}" srcOrd="2" destOrd="0" presId="urn:microsoft.com/office/officeart/2005/8/layout/process4"/>
    <dgm:cxn modelId="{200417D9-BDE9-4E75-8C8C-D25BF74025B3}" type="presParOf" srcId="{DC97A7DA-3204-4951-84AE-FCEAFB42A1B3}" destId="{2C9BF001-01CE-4FE9-BD09-1DD1A5F9278C}" srcOrd="0" destOrd="0" presId="urn:microsoft.com/office/officeart/2005/8/layout/process4"/>
    <dgm:cxn modelId="{AA430DB1-9080-43A6-9939-E04166906CE0}" type="presParOf" srcId="{DC97A7DA-3204-4951-84AE-FCEAFB42A1B3}" destId="{515F2632-F7E2-471A-BEEE-24ABEF5F443E}" srcOrd="1" destOrd="0" presId="urn:microsoft.com/office/officeart/2005/8/layout/process4"/>
    <dgm:cxn modelId="{918EED2F-6768-45A4-8B03-A812098EB3D4}" type="presParOf" srcId="{DC97A7DA-3204-4951-84AE-FCEAFB42A1B3}" destId="{1C3E0C68-0369-47F8-BC89-69D3ECA1CD82}" srcOrd="2" destOrd="0" presId="urn:microsoft.com/office/officeart/2005/8/layout/process4"/>
    <dgm:cxn modelId="{0E959F73-F497-421B-B9B0-52F6ABD62AB6}" type="presParOf" srcId="{DC97A7DA-3204-4951-84AE-FCEAFB42A1B3}" destId="{9214643E-FC2E-486F-80BF-198EE34F2555}" srcOrd="3" destOrd="0" presId="urn:microsoft.com/office/officeart/2005/8/layout/process4"/>
    <dgm:cxn modelId="{555A448C-FA93-41A1-9E41-29D266201A00}" type="presParOf" srcId="{DC97A7DA-3204-4951-84AE-FCEAFB42A1B3}" destId="{5D5DD105-941C-4D3B-B8F3-18A43B985575}" srcOrd="4" destOrd="0" presId="urn:microsoft.com/office/officeart/2005/8/layout/process4"/>
    <dgm:cxn modelId="{3899768A-987B-4176-B525-A5494AC50DE3}" type="presParOf" srcId="{CE6C132D-AC03-4AB7-98DA-7888C9AE244B}" destId="{F42154A5-BC48-4B05-BFB2-A6E6B5F08B19}" srcOrd="1" destOrd="0" presId="urn:microsoft.com/office/officeart/2005/8/layout/process4"/>
    <dgm:cxn modelId="{8D164B16-9756-4421-8FD5-298921E9179C}" type="presParOf" srcId="{CE6C132D-AC03-4AB7-98DA-7888C9AE244B}" destId="{B1DF71AA-C85E-42A1-BA52-2D690336BAF8}" srcOrd="2" destOrd="0" presId="urn:microsoft.com/office/officeart/2005/8/layout/process4"/>
    <dgm:cxn modelId="{DACD8A2D-7ED2-4D6F-94AF-DA8C5B1EC9AB}" type="presParOf" srcId="{B1DF71AA-C85E-42A1-BA52-2D690336BAF8}" destId="{22910CFA-8A4B-4CEB-B3D7-B4DB9D9953CD}" srcOrd="0" destOrd="0" presId="urn:microsoft.com/office/officeart/2005/8/layout/process4"/>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0082FB90-8E17-4762-B140-F6B849BD1E86}" type="doc">
      <dgm:prSet loTypeId="urn:microsoft.com/office/officeart/2018/5/layout/CenteredIconLabelDescriptionList" loCatId="icon" qsTypeId="urn:microsoft.com/office/officeart/2005/8/quickstyle/simple1" qsCatId="simple" csTypeId="urn:microsoft.com/office/officeart/2018/5/colors/Iconchunking_neutralbg_colorful2" csCatId="colorful" phldr="1"/>
      <dgm:spPr/>
      <dgm:t>
        <a:bodyPr/>
        <a:lstStyle/>
        <a:p>
          <a:endParaRPr lang="en-US"/>
        </a:p>
      </dgm:t>
    </dgm:pt>
    <dgm:pt modelId="{BBF14D75-902B-4568-B9B3-539B8621A601}">
      <dgm:prSet/>
      <dgm:spPr/>
      <dgm:t>
        <a:bodyPr/>
        <a:lstStyle/>
        <a:p>
          <a:pPr>
            <a:defRPr b="1"/>
          </a:pPr>
          <a:r>
            <a:rPr lang="fr-FR"/>
            <a:t>Voiture Autonome</a:t>
          </a:r>
          <a:endParaRPr lang="en-US"/>
        </a:p>
      </dgm:t>
    </dgm:pt>
    <dgm:pt modelId="{AA9D51BA-3C0F-48B9-9AAB-4B29FF967CCF}" type="parTrans" cxnId="{1A4F8E78-4748-42F9-A91D-406EA099A346}">
      <dgm:prSet/>
      <dgm:spPr/>
      <dgm:t>
        <a:bodyPr/>
        <a:lstStyle/>
        <a:p>
          <a:endParaRPr lang="en-US"/>
        </a:p>
      </dgm:t>
    </dgm:pt>
    <dgm:pt modelId="{F427E2BA-6F53-44EE-92A5-3158C1DA64EC}" type="sibTrans" cxnId="{1A4F8E78-4748-42F9-A91D-406EA099A346}">
      <dgm:prSet/>
      <dgm:spPr/>
      <dgm:t>
        <a:bodyPr/>
        <a:lstStyle/>
        <a:p>
          <a:endParaRPr lang="en-US"/>
        </a:p>
      </dgm:t>
    </dgm:pt>
    <dgm:pt modelId="{57F2DFC8-B891-4FAF-8A22-E5EA33A69FB3}">
      <dgm:prSet custT="1"/>
      <dgm:spPr/>
      <dgm:t>
        <a:bodyPr/>
        <a:lstStyle/>
        <a:p>
          <a:r>
            <a:rPr lang="fr-FR" sz="1400" kern="1200" dirty="0" err="1">
              <a:solidFill>
                <a:prstClr val="black">
                  <a:hueOff val="0"/>
                  <a:satOff val="0"/>
                  <a:lumOff val="0"/>
                  <a:alphaOff val="0"/>
                </a:prstClr>
              </a:solidFill>
              <a:latin typeface="Aptos" panose="02110004020202020204"/>
              <a:ea typeface="+mn-ea"/>
              <a:cs typeface="+mn-cs"/>
            </a:rPr>
            <a:t>LiDAR</a:t>
          </a:r>
          <a:r>
            <a:rPr lang="fr-FR" sz="1400" kern="1200" dirty="0">
              <a:solidFill>
                <a:prstClr val="black">
                  <a:hueOff val="0"/>
                  <a:satOff val="0"/>
                  <a:lumOff val="0"/>
                  <a:alphaOff val="0"/>
                </a:prstClr>
              </a:solidFill>
              <a:latin typeface="Aptos" panose="02110004020202020204"/>
              <a:ea typeface="+mn-ea"/>
              <a:cs typeface="+mn-cs"/>
            </a:rPr>
            <a:t> et Vidéo/Images</a:t>
          </a:r>
          <a:endParaRPr lang="en-US" sz="1400" kern="1200" dirty="0"/>
        </a:p>
      </dgm:t>
    </dgm:pt>
    <dgm:pt modelId="{D81828A4-4484-4733-A5F1-D315664B3D56}" type="parTrans" cxnId="{FB6B4651-1012-47C5-84FF-1EAB58BD0453}">
      <dgm:prSet/>
      <dgm:spPr/>
      <dgm:t>
        <a:bodyPr/>
        <a:lstStyle/>
        <a:p>
          <a:endParaRPr lang="en-US"/>
        </a:p>
      </dgm:t>
    </dgm:pt>
    <dgm:pt modelId="{B767BE7E-27C8-4FCA-A31F-58C9F6C72225}" type="sibTrans" cxnId="{FB6B4651-1012-47C5-84FF-1EAB58BD0453}">
      <dgm:prSet/>
      <dgm:spPr/>
      <dgm:t>
        <a:bodyPr/>
        <a:lstStyle/>
        <a:p>
          <a:endParaRPr lang="en-US"/>
        </a:p>
      </dgm:t>
    </dgm:pt>
    <dgm:pt modelId="{DA834FA3-2192-42C4-943A-01AB7D711F4A}">
      <dgm:prSet/>
      <dgm:spPr/>
      <dgm:t>
        <a:bodyPr/>
        <a:lstStyle/>
        <a:p>
          <a:pPr>
            <a:defRPr b="1"/>
          </a:pPr>
          <a:r>
            <a:rPr lang="fr-FR"/>
            <a:t>Secteur médical</a:t>
          </a:r>
          <a:endParaRPr lang="en-US"/>
        </a:p>
      </dgm:t>
    </dgm:pt>
    <dgm:pt modelId="{040E4373-7921-42DD-B80F-020388EEEB64}" type="parTrans" cxnId="{12CCAA41-B4D6-4429-9AB0-722C086440E0}">
      <dgm:prSet/>
      <dgm:spPr/>
      <dgm:t>
        <a:bodyPr/>
        <a:lstStyle/>
        <a:p>
          <a:endParaRPr lang="en-US"/>
        </a:p>
      </dgm:t>
    </dgm:pt>
    <dgm:pt modelId="{3D529D6C-B47D-4041-B446-87FADEAF2F47}" type="sibTrans" cxnId="{12CCAA41-B4D6-4429-9AB0-722C086440E0}">
      <dgm:prSet/>
      <dgm:spPr/>
      <dgm:t>
        <a:bodyPr/>
        <a:lstStyle/>
        <a:p>
          <a:endParaRPr lang="en-US"/>
        </a:p>
      </dgm:t>
    </dgm:pt>
    <dgm:pt modelId="{33279163-7296-4EE6-9DC8-447C109CF3B9}">
      <dgm:prSet/>
      <dgm:spPr/>
      <dgm:t>
        <a:bodyPr/>
        <a:lstStyle/>
        <a:p>
          <a:r>
            <a:rPr lang="fr-FR"/>
            <a:t>Détection des cancers / annotations d’images</a:t>
          </a:r>
          <a:endParaRPr lang="en-US"/>
        </a:p>
      </dgm:t>
    </dgm:pt>
    <dgm:pt modelId="{8F192068-421A-4F6E-868A-C6ED1EF9CB87}" type="parTrans" cxnId="{B93B7BDC-A314-4845-AB3A-18289F7C6C0D}">
      <dgm:prSet/>
      <dgm:spPr/>
      <dgm:t>
        <a:bodyPr/>
        <a:lstStyle/>
        <a:p>
          <a:endParaRPr lang="en-US"/>
        </a:p>
      </dgm:t>
    </dgm:pt>
    <dgm:pt modelId="{2E922866-9FDB-4C87-8238-C789A6776950}" type="sibTrans" cxnId="{B93B7BDC-A314-4845-AB3A-18289F7C6C0D}">
      <dgm:prSet/>
      <dgm:spPr/>
      <dgm:t>
        <a:bodyPr/>
        <a:lstStyle/>
        <a:p>
          <a:endParaRPr lang="en-US"/>
        </a:p>
      </dgm:t>
    </dgm:pt>
    <dgm:pt modelId="{6CA537FA-E78D-4221-BC71-2556B4678700}">
      <dgm:prSet/>
      <dgm:spPr/>
      <dgm:t>
        <a:bodyPr/>
        <a:lstStyle/>
        <a:p>
          <a:pPr>
            <a:defRPr b="1"/>
          </a:pPr>
          <a:r>
            <a:rPr lang="fr-FR" dirty="0"/>
            <a:t>LLM</a:t>
          </a:r>
          <a:endParaRPr lang="en-US" dirty="0"/>
        </a:p>
      </dgm:t>
    </dgm:pt>
    <dgm:pt modelId="{08170838-3CFC-4BE2-A040-186974674E78}" type="parTrans" cxnId="{E0574DE1-F215-4A0F-B709-AA46A75DD9BF}">
      <dgm:prSet/>
      <dgm:spPr/>
      <dgm:t>
        <a:bodyPr/>
        <a:lstStyle/>
        <a:p>
          <a:endParaRPr lang="en-US"/>
        </a:p>
      </dgm:t>
    </dgm:pt>
    <dgm:pt modelId="{9C7B13DF-62F7-4C6C-8B27-7BCDB22AE37B}" type="sibTrans" cxnId="{E0574DE1-F215-4A0F-B709-AA46A75DD9BF}">
      <dgm:prSet/>
      <dgm:spPr/>
      <dgm:t>
        <a:bodyPr/>
        <a:lstStyle/>
        <a:p>
          <a:endParaRPr lang="en-US"/>
        </a:p>
      </dgm:t>
    </dgm:pt>
    <dgm:pt modelId="{DBF2B927-9C2B-494B-BDFC-E079203C06ED}">
      <dgm:prSet/>
      <dgm:spPr/>
      <dgm:t>
        <a:bodyPr/>
        <a:lstStyle/>
        <a:p>
          <a:r>
            <a:rPr lang="fr-FR" dirty="0"/>
            <a:t>Photo + texte</a:t>
          </a:r>
          <a:endParaRPr lang="en-US" dirty="0"/>
        </a:p>
      </dgm:t>
    </dgm:pt>
    <dgm:pt modelId="{72AF7CB1-4EA4-4840-AB74-CBC6B61FFAB3}" type="parTrans" cxnId="{844D3160-B24C-4D22-BB5A-3C23552F9643}">
      <dgm:prSet/>
      <dgm:spPr/>
      <dgm:t>
        <a:bodyPr/>
        <a:lstStyle/>
        <a:p>
          <a:endParaRPr lang="en-US"/>
        </a:p>
      </dgm:t>
    </dgm:pt>
    <dgm:pt modelId="{A49B415B-9C6B-4083-A331-75BE65AF7533}" type="sibTrans" cxnId="{844D3160-B24C-4D22-BB5A-3C23552F9643}">
      <dgm:prSet/>
      <dgm:spPr/>
      <dgm:t>
        <a:bodyPr/>
        <a:lstStyle/>
        <a:p>
          <a:endParaRPr lang="en-US"/>
        </a:p>
      </dgm:t>
    </dgm:pt>
    <dgm:pt modelId="{7BF2F4FE-8F04-48E7-9189-138165C3195F}">
      <dgm:prSet/>
      <dgm:spPr/>
      <dgm:t>
        <a:bodyPr/>
        <a:lstStyle/>
        <a:p>
          <a:pPr>
            <a:defRPr b="1"/>
          </a:pPr>
          <a:r>
            <a:rPr lang="fr-FR"/>
            <a:t>Analyse de sentiments</a:t>
          </a:r>
          <a:endParaRPr lang="en-US"/>
        </a:p>
      </dgm:t>
    </dgm:pt>
    <dgm:pt modelId="{21817804-E6F5-451B-BF06-1A2FA12C94C8}" type="parTrans" cxnId="{B522C2A4-4582-454C-9CEA-E1BB2A34A5C1}">
      <dgm:prSet/>
      <dgm:spPr/>
      <dgm:t>
        <a:bodyPr/>
        <a:lstStyle/>
        <a:p>
          <a:endParaRPr lang="en-US"/>
        </a:p>
      </dgm:t>
    </dgm:pt>
    <dgm:pt modelId="{212ECEEE-AFE1-4DC4-BE9A-7D0DB35739AB}" type="sibTrans" cxnId="{B522C2A4-4582-454C-9CEA-E1BB2A34A5C1}">
      <dgm:prSet/>
      <dgm:spPr/>
      <dgm:t>
        <a:bodyPr/>
        <a:lstStyle/>
        <a:p>
          <a:endParaRPr lang="en-US"/>
        </a:p>
      </dgm:t>
    </dgm:pt>
    <dgm:pt modelId="{8C1C4057-975D-47C0-A99F-D576D92FB8DF}">
      <dgm:prSet/>
      <dgm:spPr/>
      <dgm:t>
        <a:bodyPr/>
        <a:lstStyle/>
        <a:p>
          <a:r>
            <a:rPr lang="en-US" dirty="0"/>
            <a:t>Image audio </a:t>
          </a:r>
          <a:r>
            <a:rPr lang="en-US" dirty="0" err="1"/>
            <a:t>texte</a:t>
          </a:r>
          <a:endParaRPr lang="en-US" dirty="0"/>
        </a:p>
      </dgm:t>
    </dgm:pt>
    <dgm:pt modelId="{12E677AE-10C9-437E-91E3-B1AE1242DE32}" type="parTrans" cxnId="{E09C1688-D40C-4FD0-8EB1-7BF1DF170E01}">
      <dgm:prSet/>
      <dgm:spPr/>
      <dgm:t>
        <a:bodyPr/>
        <a:lstStyle/>
        <a:p>
          <a:endParaRPr lang="en-US"/>
        </a:p>
      </dgm:t>
    </dgm:pt>
    <dgm:pt modelId="{AF0743DC-424E-41C4-9B1E-C3504B9EA0C0}" type="sibTrans" cxnId="{E09C1688-D40C-4FD0-8EB1-7BF1DF170E01}">
      <dgm:prSet/>
      <dgm:spPr/>
      <dgm:t>
        <a:bodyPr/>
        <a:lstStyle/>
        <a:p>
          <a:endParaRPr lang="en-US"/>
        </a:p>
      </dgm:t>
    </dgm:pt>
    <dgm:pt modelId="{D02DB561-8BD0-4F16-9E3F-81F0D877785B}" type="pres">
      <dgm:prSet presAssocID="{0082FB90-8E17-4762-B140-F6B849BD1E86}" presName="root" presStyleCnt="0">
        <dgm:presLayoutVars>
          <dgm:dir/>
          <dgm:resizeHandles val="exact"/>
        </dgm:presLayoutVars>
      </dgm:prSet>
      <dgm:spPr/>
    </dgm:pt>
    <dgm:pt modelId="{A721F7CB-EE89-4EC9-9A71-77BA5CF70DC9}" type="pres">
      <dgm:prSet presAssocID="{BBF14D75-902B-4568-B9B3-539B8621A601}" presName="compNode" presStyleCnt="0"/>
      <dgm:spPr/>
    </dgm:pt>
    <dgm:pt modelId="{4DB12116-E00E-4707-B808-A12391D022AB}" type="pres">
      <dgm:prSet presAssocID="{BBF14D75-902B-4568-B9B3-539B8621A601}"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Voiture"/>
        </a:ext>
      </dgm:extLst>
    </dgm:pt>
    <dgm:pt modelId="{4F35CFF1-313F-4440-887D-16ACA0D9A66F}" type="pres">
      <dgm:prSet presAssocID="{BBF14D75-902B-4568-B9B3-539B8621A601}" presName="iconSpace" presStyleCnt="0"/>
      <dgm:spPr/>
    </dgm:pt>
    <dgm:pt modelId="{04C1D8EA-9D4B-43F6-A334-424802B4382B}" type="pres">
      <dgm:prSet presAssocID="{BBF14D75-902B-4568-B9B3-539B8621A601}" presName="parTx" presStyleLbl="revTx" presStyleIdx="0" presStyleCnt="8">
        <dgm:presLayoutVars>
          <dgm:chMax val="0"/>
          <dgm:chPref val="0"/>
        </dgm:presLayoutVars>
      </dgm:prSet>
      <dgm:spPr/>
    </dgm:pt>
    <dgm:pt modelId="{3D7259D1-5680-41CD-B67E-8E932B74D4E3}" type="pres">
      <dgm:prSet presAssocID="{BBF14D75-902B-4568-B9B3-539B8621A601}" presName="txSpace" presStyleCnt="0"/>
      <dgm:spPr/>
    </dgm:pt>
    <dgm:pt modelId="{9F867B80-316D-4DA5-9779-9854DD9886C7}" type="pres">
      <dgm:prSet presAssocID="{BBF14D75-902B-4568-B9B3-539B8621A601}" presName="desTx" presStyleLbl="revTx" presStyleIdx="1" presStyleCnt="8">
        <dgm:presLayoutVars/>
      </dgm:prSet>
      <dgm:spPr/>
    </dgm:pt>
    <dgm:pt modelId="{BD21AF74-64E3-460B-A152-693B0F6F7F25}" type="pres">
      <dgm:prSet presAssocID="{F427E2BA-6F53-44EE-92A5-3158C1DA64EC}" presName="sibTrans" presStyleCnt="0"/>
      <dgm:spPr/>
    </dgm:pt>
    <dgm:pt modelId="{A4B6CAF6-7238-408F-BBFE-A19A8A33D047}" type="pres">
      <dgm:prSet presAssocID="{DA834FA3-2192-42C4-943A-01AB7D711F4A}" presName="compNode" presStyleCnt="0"/>
      <dgm:spPr/>
    </dgm:pt>
    <dgm:pt modelId="{60342116-F6C5-4B11-A6F0-506B9648470D}" type="pres">
      <dgm:prSet presAssocID="{DA834FA3-2192-42C4-943A-01AB7D711F4A}"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Stéthoscope"/>
        </a:ext>
      </dgm:extLst>
    </dgm:pt>
    <dgm:pt modelId="{2A4DAD89-489B-4B7D-8780-C3C00EBD0E8D}" type="pres">
      <dgm:prSet presAssocID="{DA834FA3-2192-42C4-943A-01AB7D711F4A}" presName="iconSpace" presStyleCnt="0"/>
      <dgm:spPr/>
    </dgm:pt>
    <dgm:pt modelId="{39BE24BE-0A4D-4122-AF08-EAD8D0EE3B6E}" type="pres">
      <dgm:prSet presAssocID="{DA834FA3-2192-42C4-943A-01AB7D711F4A}" presName="parTx" presStyleLbl="revTx" presStyleIdx="2" presStyleCnt="8">
        <dgm:presLayoutVars>
          <dgm:chMax val="0"/>
          <dgm:chPref val="0"/>
        </dgm:presLayoutVars>
      </dgm:prSet>
      <dgm:spPr/>
    </dgm:pt>
    <dgm:pt modelId="{2AC319DE-859E-4E82-A295-5C9A4BA3ABB2}" type="pres">
      <dgm:prSet presAssocID="{DA834FA3-2192-42C4-943A-01AB7D711F4A}" presName="txSpace" presStyleCnt="0"/>
      <dgm:spPr/>
    </dgm:pt>
    <dgm:pt modelId="{E3CAACF9-D7F5-4384-A9E7-459C7B6EACC4}" type="pres">
      <dgm:prSet presAssocID="{DA834FA3-2192-42C4-943A-01AB7D711F4A}" presName="desTx" presStyleLbl="revTx" presStyleIdx="3" presStyleCnt="8">
        <dgm:presLayoutVars/>
      </dgm:prSet>
      <dgm:spPr/>
    </dgm:pt>
    <dgm:pt modelId="{585146C5-BE2C-4B29-9927-2D481EC00E2B}" type="pres">
      <dgm:prSet presAssocID="{3D529D6C-B47D-4041-B446-87FADEAF2F47}" presName="sibTrans" presStyleCnt="0"/>
      <dgm:spPr/>
    </dgm:pt>
    <dgm:pt modelId="{A2F1B13F-B0EE-4046-B0ED-28919C850DE9}" type="pres">
      <dgm:prSet presAssocID="{6CA537FA-E78D-4221-BC71-2556B4678700}" presName="compNode" presStyleCnt="0"/>
      <dgm:spPr/>
    </dgm:pt>
    <dgm:pt modelId="{6EF7DE9F-65B9-45C5-8268-6F1EB7BF6F3F}" type="pres">
      <dgm:prSet presAssocID="{6CA537FA-E78D-4221-BC71-2556B4678700}"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Appareil photo"/>
        </a:ext>
      </dgm:extLst>
    </dgm:pt>
    <dgm:pt modelId="{040F4AE7-10FC-4937-AAE3-5B07CD2DBBC0}" type="pres">
      <dgm:prSet presAssocID="{6CA537FA-E78D-4221-BC71-2556B4678700}" presName="iconSpace" presStyleCnt="0"/>
      <dgm:spPr/>
    </dgm:pt>
    <dgm:pt modelId="{17A69C89-895D-4B7E-8106-AA7901D6E924}" type="pres">
      <dgm:prSet presAssocID="{6CA537FA-E78D-4221-BC71-2556B4678700}" presName="parTx" presStyleLbl="revTx" presStyleIdx="4" presStyleCnt="8">
        <dgm:presLayoutVars>
          <dgm:chMax val="0"/>
          <dgm:chPref val="0"/>
        </dgm:presLayoutVars>
      </dgm:prSet>
      <dgm:spPr/>
    </dgm:pt>
    <dgm:pt modelId="{AEF400F5-FC6A-433B-A6C5-484DC00BAE0E}" type="pres">
      <dgm:prSet presAssocID="{6CA537FA-E78D-4221-BC71-2556B4678700}" presName="txSpace" presStyleCnt="0"/>
      <dgm:spPr/>
    </dgm:pt>
    <dgm:pt modelId="{91BE0AF3-2E39-423D-A683-B9950D1F9598}" type="pres">
      <dgm:prSet presAssocID="{6CA537FA-E78D-4221-BC71-2556B4678700}" presName="desTx" presStyleLbl="revTx" presStyleIdx="5" presStyleCnt="8">
        <dgm:presLayoutVars/>
      </dgm:prSet>
      <dgm:spPr/>
    </dgm:pt>
    <dgm:pt modelId="{630212A5-E29F-4719-909D-08DB7DD2DE83}" type="pres">
      <dgm:prSet presAssocID="{9C7B13DF-62F7-4C6C-8B27-7BCDB22AE37B}" presName="sibTrans" presStyleCnt="0"/>
      <dgm:spPr/>
    </dgm:pt>
    <dgm:pt modelId="{E957A3E8-00F8-4DC7-8694-F51FD366E81C}" type="pres">
      <dgm:prSet presAssocID="{7BF2F4FE-8F04-48E7-9189-138165C3195F}" presName="compNode" presStyleCnt="0"/>
      <dgm:spPr/>
    </dgm:pt>
    <dgm:pt modelId="{E717C28D-5F83-497D-8E4B-642D28C9CCE8}" type="pres">
      <dgm:prSet presAssocID="{7BF2F4FE-8F04-48E7-9189-138165C3195F}"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Smiling Face with No Fill"/>
        </a:ext>
      </dgm:extLst>
    </dgm:pt>
    <dgm:pt modelId="{BD7DE52B-A36E-47D5-8DB3-6A67727ED864}" type="pres">
      <dgm:prSet presAssocID="{7BF2F4FE-8F04-48E7-9189-138165C3195F}" presName="iconSpace" presStyleCnt="0"/>
      <dgm:spPr/>
    </dgm:pt>
    <dgm:pt modelId="{50435921-FE07-498B-BCA8-C35147196199}" type="pres">
      <dgm:prSet presAssocID="{7BF2F4FE-8F04-48E7-9189-138165C3195F}" presName="parTx" presStyleLbl="revTx" presStyleIdx="6" presStyleCnt="8">
        <dgm:presLayoutVars>
          <dgm:chMax val="0"/>
          <dgm:chPref val="0"/>
        </dgm:presLayoutVars>
      </dgm:prSet>
      <dgm:spPr/>
    </dgm:pt>
    <dgm:pt modelId="{BD4D422D-AF41-445E-8524-4DE3FAE182DF}" type="pres">
      <dgm:prSet presAssocID="{7BF2F4FE-8F04-48E7-9189-138165C3195F}" presName="txSpace" presStyleCnt="0"/>
      <dgm:spPr/>
    </dgm:pt>
    <dgm:pt modelId="{20CB5D7F-AC7E-483C-8FBF-A4491D924A09}" type="pres">
      <dgm:prSet presAssocID="{7BF2F4FE-8F04-48E7-9189-138165C3195F}" presName="desTx" presStyleLbl="revTx" presStyleIdx="7" presStyleCnt="8">
        <dgm:presLayoutVars/>
      </dgm:prSet>
      <dgm:spPr/>
    </dgm:pt>
  </dgm:ptLst>
  <dgm:cxnLst>
    <dgm:cxn modelId="{B464FF19-0BC5-4ED5-B9D9-50DB5A7F51DF}" type="presOf" srcId="{33279163-7296-4EE6-9DC8-447C109CF3B9}" destId="{E3CAACF9-D7F5-4384-A9E7-459C7B6EACC4}" srcOrd="0" destOrd="0" presId="urn:microsoft.com/office/officeart/2018/5/layout/CenteredIconLabelDescriptionList"/>
    <dgm:cxn modelId="{E76AF739-C850-4285-9D78-A70D0F72C310}" type="presOf" srcId="{BBF14D75-902B-4568-B9B3-539B8621A601}" destId="{04C1D8EA-9D4B-43F6-A334-424802B4382B}" srcOrd="0" destOrd="0" presId="urn:microsoft.com/office/officeart/2018/5/layout/CenteredIconLabelDescriptionList"/>
    <dgm:cxn modelId="{0D71CD5E-A66E-4CAF-A17F-C1FEB13AE097}" type="presOf" srcId="{7BF2F4FE-8F04-48E7-9189-138165C3195F}" destId="{50435921-FE07-498B-BCA8-C35147196199}" srcOrd="0" destOrd="0" presId="urn:microsoft.com/office/officeart/2018/5/layout/CenteredIconLabelDescriptionList"/>
    <dgm:cxn modelId="{844D3160-B24C-4D22-BB5A-3C23552F9643}" srcId="{6CA537FA-E78D-4221-BC71-2556B4678700}" destId="{DBF2B927-9C2B-494B-BDFC-E079203C06ED}" srcOrd="0" destOrd="0" parTransId="{72AF7CB1-4EA4-4840-AB74-CBC6B61FFAB3}" sibTransId="{A49B415B-9C6B-4083-A331-75BE65AF7533}"/>
    <dgm:cxn modelId="{12CCAA41-B4D6-4429-9AB0-722C086440E0}" srcId="{0082FB90-8E17-4762-B140-F6B849BD1E86}" destId="{DA834FA3-2192-42C4-943A-01AB7D711F4A}" srcOrd="1" destOrd="0" parTransId="{040E4373-7921-42DD-B80F-020388EEEB64}" sibTransId="{3D529D6C-B47D-4041-B446-87FADEAF2F47}"/>
    <dgm:cxn modelId="{62CD6066-79B8-4321-A3D3-191DF04B64E3}" type="presOf" srcId="{6CA537FA-E78D-4221-BC71-2556B4678700}" destId="{17A69C89-895D-4B7E-8106-AA7901D6E924}" srcOrd="0" destOrd="0" presId="urn:microsoft.com/office/officeart/2018/5/layout/CenteredIconLabelDescriptionList"/>
    <dgm:cxn modelId="{AB92976C-BB6C-41C0-AC49-C4DBD1EF5FA0}" type="presOf" srcId="{0082FB90-8E17-4762-B140-F6B849BD1E86}" destId="{D02DB561-8BD0-4F16-9E3F-81F0D877785B}" srcOrd="0" destOrd="0" presId="urn:microsoft.com/office/officeart/2018/5/layout/CenteredIconLabelDescriptionList"/>
    <dgm:cxn modelId="{FB6B4651-1012-47C5-84FF-1EAB58BD0453}" srcId="{BBF14D75-902B-4568-B9B3-539B8621A601}" destId="{57F2DFC8-B891-4FAF-8A22-E5EA33A69FB3}" srcOrd="0" destOrd="0" parTransId="{D81828A4-4484-4733-A5F1-D315664B3D56}" sibTransId="{B767BE7E-27C8-4FCA-A31F-58C9F6C72225}"/>
    <dgm:cxn modelId="{1A4F8E78-4748-42F9-A91D-406EA099A346}" srcId="{0082FB90-8E17-4762-B140-F6B849BD1E86}" destId="{BBF14D75-902B-4568-B9B3-539B8621A601}" srcOrd="0" destOrd="0" parTransId="{AA9D51BA-3C0F-48B9-9AAB-4B29FF967CCF}" sibTransId="{F427E2BA-6F53-44EE-92A5-3158C1DA64EC}"/>
    <dgm:cxn modelId="{E09C1688-D40C-4FD0-8EB1-7BF1DF170E01}" srcId="{7BF2F4FE-8F04-48E7-9189-138165C3195F}" destId="{8C1C4057-975D-47C0-A99F-D576D92FB8DF}" srcOrd="0" destOrd="0" parTransId="{12E677AE-10C9-437E-91E3-B1AE1242DE32}" sibTransId="{AF0743DC-424E-41C4-9B1E-C3504B9EA0C0}"/>
    <dgm:cxn modelId="{B522C2A4-4582-454C-9CEA-E1BB2A34A5C1}" srcId="{0082FB90-8E17-4762-B140-F6B849BD1E86}" destId="{7BF2F4FE-8F04-48E7-9189-138165C3195F}" srcOrd="3" destOrd="0" parTransId="{21817804-E6F5-451B-BF06-1A2FA12C94C8}" sibTransId="{212ECEEE-AFE1-4DC4-BE9A-7D0DB35739AB}"/>
    <dgm:cxn modelId="{5FA931A7-F22A-4BC8-9965-066E1B8A75D9}" type="presOf" srcId="{8C1C4057-975D-47C0-A99F-D576D92FB8DF}" destId="{20CB5D7F-AC7E-483C-8FBF-A4491D924A09}" srcOrd="0" destOrd="0" presId="urn:microsoft.com/office/officeart/2018/5/layout/CenteredIconLabelDescriptionList"/>
    <dgm:cxn modelId="{9FDEE9D3-4F04-445D-B1EE-A0218B83CCE6}" type="presOf" srcId="{57F2DFC8-B891-4FAF-8A22-E5EA33A69FB3}" destId="{9F867B80-316D-4DA5-9779-9854DD9886C7}" srcOrd="0" destOrd="0" presId="urn:microsoft.com/office/officeart/2018/5/layout/CenteredIconLabelDescriptionList"/>
    <dgm:cxn modelId="{B93B7BDC-A314-4845-AB3A-18289F7C6C0D}" srcId="{DA834FA3-2192-42C4-943A-01AB7D711F4A}" destId="{33279163-7296-4EE6-9DC8-447C109CF3B9}" srcOrd="0" destOrd="0" parTransId="{8F192068-421A-4F6E-868A-C6ED1EF9CB87}" sibTransId="{2E922866-9FDB-4C87-8238-C789A6776950}"/>
    <dgm:cxn modelId="{E0574DE1-F215-4A0F-B709-AA46A75DD9BF}" srcId="{0082FB90-8E17-4762-B140-F6B849BD1E86}" destId="{6CA537FA-E78D-4221-BC71-2556B4678700}" srcOrd="2" destOrd="0" parTransId="{08170838-3CFC-4BE2-A040-186974674E78}" sibTransId="{9C7B13DF-62F7-4C6C-8B27-7BCDB22AE37B}"/>
    <dgm:cxn modelId="{99547AE9-6F22-4C4A-8450-2CE535F91920}" type="presOf" srcId="{DA834FA3-2192-42C4-943A-01AB7D711F4A}" destId="{39BE24BE-0A4D-4122-AF08-EAD8D0EE3B6E}" srcOrd="0" destOrd="0" presId="urn:microsoft.com/office/officeart/2018/5/layout/CenteredIconLabelDescriptionList"/>
    <dgm:cxn modelId="{624FACF4-EB9D-44B3-9BDB-62179C96CEC4}" type="presOf" srcId="{DBF2B927-9C2B-494B-BDFC-E079203C06ED}" destId="{91BE0AF3-2E39-423D-A683-B9950D1F9598}" srcOrd="0" destOrd="0" presId="urn:microsoft.com/office/officeart/2018/5/layout/CenteredIconLabelDescriptionList"/>
    <dgm:cxn modelId="{2C758B06-0503-4414-8B99-2790715C47AC}" type="presParOf" srcId="{D02DB561-8BD0-4F16-9E3F-81F0D877785B}" destId="{A721F7CB-EE89-4EC9-9A71-77BA5CF70DC9}" srcOrd="0" destOrd="0" presId="urn:microsoft.com/office/officeart/2018/5/layout/CenteredIconLabelDescriptionList"/>
    <dgm:cxn modelId="{85767500-908B-4C52-B713-7FF317E62D0F}" type="presParOf" srcId="{A721F7CB-EE89-4EC9-9A71-77BA5CF70DC9}" destId="{4DB12116-E00E-4707-B808-A12391D022AB}" srcOrd="0" destOrd="0" presId="urn:microsoft.com/office/officeart/2018/5/layout/CenteredIconLabelDescriptionList"/>
    <dgm:cxn modelId="{DA784549-1987-4BDD-87BB-178F8F813B1F}" type="presParOf" srcId="{A721F7CB-EE89-4EC9-9A71-77BA5CF70DC9}" destId="{4F35CFF1-313F-4440-887D-16ACA0D9A66F}" srcOrd="1" destOrd="0" presId="urn:microsoft.com/office/officeart/2018/5/layout/CenteredIconLabelDescriptionList"/>
    <dgm:cxn modelId="{0FB30AF4-4A5E-4AF3-A6DB-E0478931A2E3}" type="presParOf" srcId="{A721F7CB-EE89-4EC9-9A71-77BA5CF70DC9}" destId="{04C1D8EA-9D4B-43F6-A334-424802B4382B}" srcOrd="2" destOrd="0" presId="urn:microsoft.com/office/officeart/2018/5/layout/CenteredIconLabelDescriptionList"/>
    <dgm:cxn modelId="{60F3DC33-C9CE-4E17-AEFB-D09314046A33}" type="presParOf" srcId="{A721F7CB-EE89-4EC9-9A71-77BA5CF70DC9}" destId="{3D7259D1-5680-41CD-B67E-8E932B74D4E3}" srcOrd="3" destOrd="0" presId="urn:microsoft.com/office/officeart/2018/5/layout/CenteredIconLabelDescriptionList"/>
    <dgm:cxn modelId="{7DA1C768-C888-4F2E-850A-013DA808E6DC}" type="presParOf" srcId="{A721F7CB-EE89-4EC9-9A71-77BA5CF70DC9}" destId="{9F867B80-316D-4DA5-9779-9854DD9886C7}" srcOrd="4" destOrd="0" presId="urn:microsoft.com/office/officeart/2018/5/layout/CenteredIconLabelDescriptionList"/>
    <dgm:cxn modelId="{E02949C9-E118-4B99-8431-A7A347852B3D}" type="presParOf" srcId="{D02DB561-8BD0-4F16-9E3F-81F0D877785B}" destId="{BD21AF74-64E3-460B-A152-693B0F6F7F25}" srcOrd="1" destOrd="0" presId="urn:microsoft.com/office/officeart/2018/5/layout/CenteredIconLabelDescriptionList"/>
    <dgm:cxn modelId="{C93BAC9D-17FA-4919-AA92-81DD7D37D934}" type="presParOf" srcId="{D02DB561-8BD0-4F16-9E3F-81F0D877785B}" destId="{A4B6CAF6-7238-408F-BBFE-A19A8A33D047}" srcOrd="2" destOrd="0" presId="urn:microsoft.com/office/officeart/2018/5/layout/CenteredIconLabelDescriptionList"/>
    <dgm:cxn modelId="{6FB43FDC-C0E2-4711-B200-80B1774DFD8B}" type="presParOf" srcId="{A4B6CAF6-7238-408F-BBFE-A19A8A33D047}" destId="{60342116-F6C5-4B11-A6F0-506B9648470D}" srcOrd="0" destOrd="0" presId="urn:microsoft.com/office/officeart/2018/5/layout/CenteredIconLabelDescriptionList"/>
    <dgm:cxn modelId="{439165F3-A011-4982-9EF3-9B5BB607043C}" type="presParOf" srcId="{A4B6CAF6-7238-408F-BBFE-A19A8A33D047}" destId="{2A4DAD89-489B-4B7D-8780-C3C00EBD0E8D}" srcOrd="1" destOrd="0" presId="urn:microsoft.com/office/officeart/2018/5/layout/CenteredIconLabelDescriptionList"/>
    <dgm:cxn modelId="{A0412A27-3390-48FB-85A8-9D438EA23DD6}" type="presParOf" srcId="{A4B6CAF6-7238-408F-BBFE-A19A8A33D047}" destId="{39BE24BE-0A4D-4122-AF08-EAD8D0EE3B6E}" srcOrd="2" destOrd="0" presId="urn:microsoft.com/office/officeart/2018/5/layout/CenteredIconLabelDescriptionList"/>
    <dgm:cxn modelId="{0EC1C9DB-CB7F-440E-B02A-8977F1B7FF92}" type="presParOf" srcId="{A4B6CAF6-7238-408F-BBFE-A19A8A33D047}" destId="{2AC319DE-859E-4E82-A295-5C9A4BA3ABB2}" srcOrd="3" destOrd="0" presId="urn:microsoft.com/office/officeart/2018/5/layout/CenteredIconLabelDescriptionList"/>
    <dgm:cxn modelId="{9BE775B4-DDAD-48B4-A957-F02B970914EA}" type="presParOf" srcId="{A4B6CAF6-7238-408F-BBFE-A19A8A33D047}" destId="{E3CAACF9-D7F5-4384-A9E7-459C7B6EACC4}" srcOrd="4" destOrd="0" presId="urn:microsoft.com/office/officeart/2018/5/layout/CenteredIconLabelDescriptionList"/>
    <dgm:cxn modelId="{3FF45A50-07D4-4AE1-B1A6-624C490EDB58}" type="presParOf" srcId="{D02DB561-8BD0-4F16-9E3F-81F0D877785B}" destId="{585146C5-BE2C-4B29-9927-2D481EC00E2B}" srcOrd="3" destOrd="0" presId="urn:microsoft.com/office/officeart/2018/5/layout/CenteredIconLabelDescriptionList"/>
    <dgm:cxn modelId="{A4C782B9-6BBC-43E6-B2B2-0FB722511BBC}" type="presParOf" srcId="{D02DB561-8BD0-4F16-9E3F-81F0D877785B}" destId="{A2F1B13F-B0EE-4046-B0ED-28919C850DE9}" srcOrd="4" destOrd="0" presId="urn:microsoft.com/office/officeart/2018/5/layout/CenteredIconLabelDescriptionList"/>
    <dgm:cxn modelId="{D3E0C238-4605-48B9-B24F-0B681E11026E}" type="presParOf" srcId="{A2F1B13F-B0EE-4046-B0ED-28919C850DE9}" destId="{6EF7DE9F-65B9-45C5-8268-6F1EB7BF6F3F}" srcOrd="0" destOrd="0" presId="urn:microsoft.com/office/officeart/2018/5/layout/CenteredIconLabelDescriptionList"/>
    <dgm:cxn modelId="{8D807112-8FB6-4253-9A32-9EBF1C78B083}" type="presParOf" srcId="{A2F1B13F-B0EE-4046-B0ED-28919C850DE9}" destId="{040F4AE7-10FC-4937-AAE3-5B07CD2DBBC0}" srcOrd="1" destOrd="0" presId="urn:microsoft.com/office/officeart/2018/5/layout/CenteredIconLabelDescriptionList"/>
    <dgm:cxn modelId="{7655014B-C9D7-46C5-8DC6-BD967AA74697}" type="presParOf" srcId="{A2F1B13F-B0EE-4046-B0ED-28919C850DE9}" destId="{17A69C89-895D-4B7E-8106-AA7901D6E924}" srcOrd="2" destOrd="0" presId="urn:microsoft.com/office/officeart/2018/5/layout/CenteredIconLabelDescriptionList"/>
    <dgm:cxn modelId="{5B967E08-5EE0-4885-A771-E8B304B72464}" type="presParOf" srcId="{A2F1B13F-B0EE-4046-B0ED-28919C850DE9}" destId="{AEF400F5-FC6A-433B-A6C5-484DC00BAE0E}" srcOrd="3" destOrd="0" presId="urn:microsoft.com/office/officeart/2018/5/layout/CenteredIconLabelDescriptionList"/>
    <dgm:cxn modelId="{969FD5AF-39BB-4EBD-96D4-2E5540490266}" type="presParOf" srcId="{A2F1B13F-B0EE-4046-B0ED-28919C850DE9}" destId="{91BE0AF3-2E39-423D-A683-B9950D1F9598}" srcOrd="4" destOrd="0" presId="urn:microsoft.com/office/officeart/2018/5/layout/CenteredIconLabelDescriptionList"/>
    <dgm:cxn modelId="{F735A484-C4A4-4F78-BE00-B6470D9D0247}" type="presParOf" srcId="{D02DB561-8BD0-4F16-9E3F-81F0D877785B}" destId="{630212A5-E29F-4719-909D-08DB7DD2DE83}" srcOrd="5" destOrd="0" presId="urn:microsoft.com/office/officeart/2018/5/layout/CenteredIconLabelDescriptionList"/>
    <dgm:cxn modelId="{2545725A-D2CC-4103-A8E1-91C1D2988C16}" type="presParOf" srcId="{D02DB561-8BD0-4F16-9E3F-81F0D877785B}" destId="{E957A3E8-00F8-4DC7-8694-F51FD366E81C}" srcOrd="6" destOrd="0" presId="urn:microsoft.com/office/officeart/2018/5/layout/CenteredIconLabelDescriptionList"/>
    <dgm:cxn modelId="{F148BE8A-D8C4-4D00-822D-F2795133C61B}" type="presParOf" srcId="{E957A3E8-00F8-4DC7-8694-F51FD366E81C}" destId="{E717C28D-5F83-497D-8E4B-642D28C9CCE8}" srcOrd="0" destOrd="0" presId="urn:microsoft.com/office/officeart/2018/5/layout/CenteredIconLabelDescriptionList"/>
    <dgm:cxn modelId="{93831CE1-5662-49C6-90D7-8EBF01369FC2}" type="presParOf" srcId="{E957A3E8-00F8-4DC7-8694-F51FD366E81C}" destId="{BD7DE52B-A36E-47D5-8DB3-6A67727ED864}" srcOrd="1" destOrd="0" presId="urn:microsoft.com/office/officeart/2018/5/layout/CenteredIconLabelDescriptionList"/>
    <dgm:cxn modelId="{28D02A26-4744-4DC9-8D4E-77731FF3B6C0}" type="presParOf" srcId="{E957A3E8-00F8-4DC7-8694-F51FD366E81C}" destId="{50435921-FE07-498B-BCA8-C35147196199}" srcOrd="2" destOrd="0" presId="urn:microsoft.com/office/officeart/2018/5/layout/CenteredIconLabelDescriptionList"/>
    <dgm:cxn modelId="{70E04CA7-7D6A-485E-AD3F-30124215909B}" type="presParOf" srcId="{E957A3E8-00F8-4DC7-8694-F51FD366E81C}" destId="{BD4D422D-AF41-445E-8524-4DE3FAE182DF}" srcOrd="3" destOrd="0" presId="urn:microsoft.com/office/officeart/2018/5/layout/CenteredIconLabelDescriptionList"/>
    <dgm:cxn modelId="{D0FC19D1-0BE8-4671-B2BC-F8E247982CB9}" type="presParOf" srcId="{E957A3E8-00F8-4DC7-8694-F51FD366E81C}" destId="{20CB5D7F-AC7E-483C-8FBF-A4491D924A09}" srcOrd="4" destOrd="0" presId="urn:microsoft.com/office/officeart/2018/5/layout/CenteredIconLabelDescription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90527C63-637A-47B6-9930-5B1ADF837775}" type="doc">
      <dgm:prSet loTypeId="urn:microsoft.com/office/officeart/2018/2/layout/IconLabelList" loCatId="icon" qsTypeId="urn:microsoft.com/office/officeart/2005/8/quickstyle/simple1" qsCatId="simple" csTypeId="urn:microsoft.com/office/officeart/2018/5/colors/Iconchunking_neutralbg_accent1_2" csCatId="accent1" phldr="1"/>
      <dgm:spPr/>
      <dgm:t>
        <a:bodyPr/>
        <a:lstStyle/>
        <a:p>
          <a:endParaRPr lang="en-US"/>
        </a:p>
      </dgm:t>
    </dgm:pt>
    <dgm:pt modelId="{3AC5D597-481A-4C98-A575-0F05414DA7C3}">
      <dgm:prSet/>
      <dgm:spPr/>
      <dgm:t>
        <a:bodyPr/>
        <a:lstStyle/>
        <a:p>
          <a:r>
            <a:rPr lang="fr-FR" b="1" dirty="0"/>
            <a:t>Fusion</a:t>
          </a:r>
          <a:r>
            <a:rPr lang="fr-FR" dirty="0"/>
            <a:t> </a:t>
          </a:r>
          <a:endParaRPr lang="en-US" dirty="0"/>
        </a:p>
      </dgm:t>
    </dgm:pt>
    <dgm:pt modelId="{C20A4F57-6BC4-4A9D-BE4E-ADDEB8E25348}" type="parTrans" cxnId="{CF1649E2-6D7B-47EE-B1E6-276B951FC6DF}">
      <dgm:prSet/>
      <dgm:spPr/>
      <dgm:t>
        <a:bodyPr/>
        <a:lstStyle/>
        <a:p>
          <a:endParaRPr lang="en-US"/>
        </a:p>
      </dgm:t>
    </dgm:pt>
    <dgm:pt modelId="{0E7221D1-324D-4FB6-B8B1-13F60970C3AE}" type="sibTrans" cxnId="{CF1649E2-6D7B-47EE-B1E6-276B951FC6DF}">
      <dgm:prSet/>
      <dgm:spPr/>
      <dgm:t>
        <a:bodyPr/>
        <a:lstStyle/>
        <a:p>
          <a:endParaRPr lang="en-US"/>
        </a:p>
      </dgm:t>
    </dgm:pt>
    <dgm:pt modelId="{E8D4B822-EC9B-4AA8-9A41-BB029713E7EA}">
      <dgm:prSet/>
      <dgm:spPr/>
      <dgm:t>
        <a:bodyPr/>
        <a:lstStyle/>
        <a:p>
          <a:r>
            <a:rPr lang="fr-FR" b="1" i="0" baseline="0" dirty="0" err="1"/>
            <a:t>Representation</a:t>
          </a:r>
          <a:r>
            <a:rPr lang="fr-FR" b="0" i="0" baseline="0" dirty="0"/>
            <a:t> </a:t>
          </a:r>
          <a:endParaRPr lang="en-US" dirty="0"/>
        </a:p>
      </dgm:t>
    </dgm:pt>
    <dgm:pt modelId="{793A2D8B-482C-483C-8C97-2052FAFD3358}" type="parTrans" cxnId="{C6DD3067-5C7B-4F32-9691-6494F58F54EC}">
      <dgm:prSet/>
      <dgm:spPr/>
      <dgm:t>
        <a:bodyPr/>
        <a:lstStyle/>
        <a:p>
          <a:endParaRPr lang="en-US"/>
        </a:p>
      </dgm:t>
    </dgm:pt>
    <dgm:pt modelId="{4076CB6E-E0FB-405A-B4D2-A87422E458D3}" type="sibTrans" cxnId="{C6DD3067-5C7B-4F32-9691-6494F58F54EC}">
      <dgm:prSet/>
      <dgm:spPr/>
      <dgm:t>
        <a:bodyPr/>
        <a:lstStyle/>
        <a:p>
          <a:endParaRPr lang="en-US"/>
        </a:p>
      </dgm:t>
    </dgm:pt>
    <dgm:pt modelId="{1366E4AC-3A3A-4200-8A36-1304F8472F76}">
      <dgm:prSet/>
      <dgm:spPr/>
      <dgm:t>
        <a:bodyPr/>
        <a:lstStyle/>
        <a:p>
          <a:r>
            <a:rPr lang="fr-FR" b="1" i="0" baseline="0" dirty="0"/>
            <a:t>Translation</a:t>
          </a:r>
          <a:r>
            <a:rPr lang="fr-FR" b="0" i="0" baseline="0" dirty="0"/>
            <a:t> </a:t>
          </a:r>
          <a:endParaRPr lang="en-US" dirty="0"/>
        </a:p>
      </dgm:t>
    </dgm:pt>
    <dgm:pt modelId="{60FC05CA-CF2E-4A9A-8CB5-E43356E57D1E}" type="parTrans" cxnId="{994FA51E-F9AF-439D-8945-DE87DAA54F0D}">
      <dgm:prSet/>
      <dgm:spPr/>
      <dgm:t>
        <a:bodyPr/>
        <a:lstStyle/>
        <a:p>
          <a:endParaRPr lang="en-US"/>
        </a:p>
      </dgm:t>
    </dgm:pt>
    <dgm:pt modelId="{32714EF9-D79C-42CE-8ABC-6056F365A420}" type="sibTrans" cxnId="{994FA51E-F9AF-439D-8945-DE87DAA54F0D}">
      <dgm:prSet/>
      <dgm:spPr/>
      <dgm:t>
        <a:bodyPr/>
        <a:lstStyle/>
        <a:p>
          <a:endParaRPr lang="en-US"/>
        </a:p>
      </dgm:t>
    </dgm:pt>
    <dgm:pt modelId="{AE731D34-2FB4-4F2D-867D-ECFE465B2E2C}">
      <dgm:prSet/>
      <dgm:spPr/>
      <dgm:t>
        <a:bodyPr/>
        <a:lstStyle/>
        <a:p>
          <a:r>
            <a:rPr lang="en-US" b="1" dirty="0">
              <a:solidFill>
                <a:schemeClr val="tx1"/>
              </a:solidFill>
            </a:rPr>
            <a:t>Alignment</a:t>
          </a:r>
          <a:r>
            <a:rPr lang="fr-FR" b="0" i="0" baseline="0" dirty="0"/>
            <a:t> </a:t>
          </a:r>
          <a:endParaRPr lang="en-US" dirty="0"/>
        </a:p>
      </dgm:t>
    </dgm:pt>
    <dgm:pt modelId="{5D6EDA61-D412-4877-B487-DC0C4E8C9989}" type="parTrans" cxnId="{3D3C3548-5F8A-4946-845C-B796EAF912A6}">
      <dgm:prSet/>
      <dgm:spPr/>
      <dgm:t>
        <a:bodyPr/>
        <a:lstStyle/>
        <a:p>
          <a:endParaRPr lang="en-US"/>
        </a:p>
      </dgm:t>
    </dgm:pt>
    <dgm:pt modelId="{903ABB12-44FB-448F-ABA0-BCF94FB3BC57}" type="sibTrans" cxnId="{3D3C3548-5F8A-4946-845C-B796EAF912A6}">
      <dgm:prSet/>
      <dgm:spPr/>
      <dgm:t>
        <a:bodyPr/>
        <a:lstStyle/>
        <a:p>
          <a:endParaRPr lang="en-US"/>
        </a:p>
      </dgm:t>
    </dgm:pt>
    <dgm:pt modelId="{BF6BD076-2E0C-42A4-B6FE-E7C7672D199B}">
      <dgm:prSet/>
      <dgm:spPr/>
      <dgm:t>
        <a:bodyPr/>
        <a:lstStyle/>
        <a:p>
          <a:r>
            <a:rPr lang="fr-FR" b="1" i="0" baseline="0" dirty="0"/>
            <a:t>Co-Learning</a:t>
          </a:r>
          <a:endParaRPr lang="en-US" dirty="0"/>
        </a:p>
      </dgm:t>
    </dgm:pt>
    <dgm:pt modelId="{6C223CB5-8594-437C-9A0E-9D83EAF07F44}" type="parTrans" cxnId="{3302CB3D-B5A6-430D-AB45-CEAE0E46ACE6}">
      <dgm:prSet/>
      <dgm:spPr/>
      <dgm:t>
        <a:bodyPr/>
        <a:lstStyle/>
        <a:p>
          <a:endParaRPr lang="en-US"/>
        </a:p>
      </dgm:t>
    </dgm:pt>
    <dgm:pt modelId="{FC1D5E44-3463-48DF-BA62-0EA2F8E5A11A}" type="sibTrans" cxnId="{3302CB3D-B5A6-430D-AB45-CEAE0E46ACE6}">
      <dgm:prSet/>
      <dgm:spPr/>
      <dgm:t>
        <a:bodyPr/>
        <a:lstStyle/>
        <a:p>
          <a:endParaRPr lang="en-US"/>
        </a:p>
      </dgm:t>
    </dgm:pt>
    <dgm:pt modelId="{FDED81C0-AD38-4337-B50C-9B43E2A72CFE}" type="pres">
      <dgm:prSet presAssocID="{90527C63-637A-47B6-9930-5B1ADF837775}" presName="root" presStyleCnt="0">
        <dgm:presLayoutVars>
          <dgm:dir/>
          <dgm:resizeHandles val="exact"/>
        </dgm:presLayoutVars>
      </dgm:prSet>
      <dgm:spPr/>
    </dgm:pt>
    <dgm:pt modelId="{D09DE903-2802-47E8-B021-68B5AB8FB992}" type="pres">
      <dgm:prSet presAssocID="{3AC5D597-481A-4C98-A575-0F05414DA7C3}" presName="compNode" presStyleCnt="0"/>
      <dgm:spPr/>
    </dgm:pt>
    <dgm:pt modelId="{C1AECE2B-2273-4143-8305-E4D351ED2994}" type="pres">
      <dgm:prSet presAssocID="{3AC5D597-481A-4C98-A575-0F05414DA7C3}" presName="iconRect" presStyleLbl="node1" presStyleIdx="0" presStyleCnt="5"/>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Atome"/>
        </a:ext>
      </dgm:extLst>
    </dgm:pt>
    <dgm:pt modelId="{7417F7C8-F1C9-413D-837E-C9A750559281}" type="pres">
      <dgm:prSet presAssocID="{3AC5D597-481A-4C98-A575-0F05414DA7C3}" presName="spaceRect" presStyleCnt="0"/>
      <dgm:spPr/>
    </dgm:pt>
    <dgm:pt modelId="{C709DBD9-5D6D-4237-B6C8-B66DBCEBA4AF}" type="pres">
      <dgm:prSet presAssocID="{3AC5D597-481A-4C98-A575-0F05414DA7C3}" presName="textRect" presStyleLbl="revTx" presStyleIdx="0" presStyleCnt="5">
        <dgm:presLayoutVars>
          <dgm:chMax val="1"/>
          <dgm:chPref val="1"/>
        </dgm:presLayoutVars>
      </dgm:prSet>
      <dgm:spPr/>
    </dgm:pt>
    <dgm:pt modelId="{A31DB54D-75AD-4E91-B81D-B3F2A5532A3E}" type="pres">
      <dgm:prSet presAssocID="{0E7221D1-324D-4FB6-B8B1-13F60970C3AE}" presName="sibTrans" presStyleCnt="0"/>
      <dgm:spPr/>
    </dgm:pt>
    <dgm:pt modelId="{A1918E05-B36E-45E8-9FFA-A4C8F0DD43EB}" type="pres">
      <dgm:prSet presAssocID="{E8D4B822-EC9B-4AA8-9A41-BB029713E7EA}" presName="compNode" presStyleCnt="0"/>
      <dgm:spPr/>
    </dgm:pt>
    <dgm:pt modelId="{EDD65A80-8423-4DF1-8E79-6EDF70057F8A}" type="pres">
      <dgm:prSet presAssocID="{E8D4B822-EC9B-4AA8-9A41-BB029713E7EA}" presName="iconRect" presStyleLbl="node1" presStyleIdx="1" presStyleCnt="5"/>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Head with Gears"/>
        </a:ext>
      </dgm:extLst>
    </dgm:pt>
    <dgm:pt modelId="{953522F8-31EE-40F1-A4C8-538EF10DB982}" type="pres">
      <dgm:prSet presAssocID="{E8D4B822-EC9B-4AA8-9A41-BB029713E7EA}" presName="spaceRect" presStyleCnt="0"/>
      <dgm:spPr/>
    </dgm:pt>
    <dgm:pt modelId="{5C99234B-9CF4-4102-A132-90645053C218}" type="pres">
      <dgm:prSet presAssocID="{E8D4B822-EC9B-4AA8-9A41-BB029713E7EA}" presName="textRect" presStyleLbl="revTx" presStyleIdx="1" presStyleCnt="5">
        <dgm:presLayoutVars>
          <dgm:chMax val="1"/>
          <dgm:chPref val="1"/>
        </dgm:presLayoutVars>
      </dgm:prSet>
      <dgm:spPr/>
    </dgm:pt>
    <dgm:pt modelId="{6EDB8033-8BDF-4E6D-BA13-57E36D75502C}" type="pres">
      <dgm:prSet presAssocID="{4076CB6E-E0FB-405A-B4D2-A87422E458D3}" presName="sibTrans" presStyleCnt="0"/>
      <dgm:spPr/>
    </dgm:pt>
    <dgm:pt modelId="{9F57A237-0E93-4837-8EE4-9CC954C1E63F}" type="pres">
      <dgm:prSet presAssocID="{1366E4AC-3A3A-4200-8A36-1304F8472F76}" presName="compNode" presStyleCnt="0"/>
      <dgm:spPr/>
    </dgm:pt>
    <dgm:pt modelId="{3EF79444-47EA-47DA-AE09-DD57D8E9623F}" type="pres">
      <dgm:prSet presAssocID="{1366E4AC-3A3A-4200-8A36-1304F8472F76}" presName="iconRect" presStyleLbl="node1" presStyleIdx="2" presStyleCnt="5"/>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Document"/>
        </a:ext>
      </dgm:extLst>
    </dgm:pt>
    <dgm:pt modelId="{67CF3264-7F9F-46A0-BA56-4301BBD114DE}" type="pres">
      <dgm:prSet presAssocID="{1366E4AC-3A3A-4200-8A36-1304F8472F76}" presName="spaceRect" presStyleCnt="0"/>
      <dgm:spPr/>
    </dgm:pt>
    <dgm:pt modelId="{352143A5-8353-4652-BB68-409B3B0CE23D}" type="pres">
      <dgm:prSet presAssocID="{1366E4AC-3A3A-4200-8A36-1304F8472F76}" presName="textRect" presStyleLbl="revTx" presStyleIdx="2" presStyleCnt="5">
        <dgm:presLayoutVars>
          <dgm:chMax val="1"/>
          <dgm:chPref val="1"/>
        </dgm:presLayoutVars>
      </dgm:prSet>
      <dgm:spPr/>
    </dgm:pt>
    <dgm:pt modelId="{B99319D3-FFBB-4E6B-9631-1BFADF2DCE49}" type="pres">
      <dgm:prSet presAssocID="{32714EF9-D79C-42CE-8ABC-6056F365A420}" presName="sibTrans" presStyleCnt="0"/>
      <dgm:spPr/>
    </dgm:pt>
    <dgm:pt modelId="{275CE9D9-56E7-45BB-8CB2-86DBE006AAE2}" type="pres">
      <dgm:prSet presAssocID="{AE731D34-2FB4-4F2D-867D-ECFE465B2E2C}" presName="compNode" presStyleCnt="0"/>
      <dgm:spPr/>
    </dgm:pt>
    <dgm:pt modelId="{7FA499EB-A690-47AE-877C-1F6C506686C9}" type="pres">
      <dgm:prSet presAssocID="{AE731D34-2FB4-4F2D-867D-ECFE465B2E2C}" presName="iconRect" presStyleLbl="node1" presStyleIdx="3" presStyleCnt="5"/>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Poignée de main"/>
        </a:ext>
      </dgm:extLst>
    </dgm:pt>
    <dgm:pt modelId="{775E2A32-8112-4E7E-88D7-F6D4DD2CF500}" type="pres">
      <dgm:prSet presAssocID="{AE731D34-2FB4-4F2D-867D-ECFE465B2E2C}" presName="spaceRect" presStyleCnt="0"/>
      <dgm:spPr/>
    </dgm:pt>
    <dgm:pt modelId="{0CE6B2CE-5C63-42C8-AB97-2BD91D6255CF}" type="pres">
      <dgm:prSet presAssocID="{AE731D34-2FB4-4F2D-867D-ECFE465B2E2C}" presName="textRect" presStyleLbl="revTx" presStyleIdx="3" presStyleCnt="5">
        <dgm:presLayoutVars>
          <dgm:chMax val="1"/>
          <dgm:chPref val="1"/>
        </dgm:presLayoutVars>
      </dgm:prSet>
      <dgm:spPr/>
    </dgm:pt>
    <dgm:pt modelId="{ED7622D9-2EAF-4205-A1AF-70E071E2B8F4}" type="pres">
      <dgm:prSet presAssocID="{903ABB12-44FB-448F-ABA0-BCF94FB3BC57}" presName="sibTrans" presStyleCnt="0"/>
      <dgm:spPr/>
    </dgm:pt>
    <dgm:pt modelId="{50A1885E-3C13-45BE-B168-AD130D266356}" type="pres">
      <dgm:prSet presAssocID="{BF6BD076-2E0C-42A4-B6FE-E7C7672D199B}" presName="compNode" presStyleCnt="0"/>
      <dgm:spPr/>
    </dgm:pt>
    <dgm:pt modelId="{96CFD845-DAFC-4FB3-BB8D-D7DDB2659D25}" type="pres">
      <dgm:prSet presAssocID="{BF6BD076-2E0C-42A4-B6FE-E7C7672D199B}" presName="iconRect" presStyleLbl="node1" presStyleIdx="4" presStyleCnt="5"/>
      <dgm:spPr>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a:noFill/>
        </a:ln>
      </dgm:spPr>
      <dgm:extLst>
        <a:ext uri="{E40237B7-FDA0-4F09-8148-C483321AD2D9}">
          <dgm14:cNvPr xmlns:dgm14="http://schemas.microsoft.com/office/drawing/2010/diagram" id="0" name="" descr="Classe"/>
        </a:ext>
      </dgm:extLst>
    </dgm:pt>
    <dgm:pt modelId="{BD5FEB2A-F5FE-46A0-80FF-1DDAC9F8F940}" type="pres">
      <dgm:prSet presAssocID="{BF6BD076-2E0C-42A4-B6FE-E7C7672D199B}" presName="spaceRect" presStyleCnt="0"/>
      <dgm:spPr/>
    </dgm:pt>
    <dgm:pt modelId="{9847FA4E-43E5-4878-91F1-1A5FDF3FE69D}" type="pres">
      <dgm:prSet presAssocID="{BF6BD076-2E0C-42A4-B6FE-E7C7672D199B}" presName="textRect" presStyleLbl="revTx" presStyleIdx="4" presStyleCnt="5">
        <dgm:presLayoutVars>
          <dgm:chMax val="1"/>
          <dgm:chPref val="1"/>
        </dgm:presLayoutVars>
      </dgm:prSet>
      <dgm:spPr/>
    </dgm:pt>
  </dgm:ptLst>
  <dgm:cxnLst>
    <dgm:cxn modelId="{1E72CC03-E202-4E55-BC48-F2E1184646E0}" type="presOf" srcId="{BF6BD076-2E0C-42A4-B6FE-E7C7672D199B}" destId="{9847FA4E-43E5-4878-91F1-1A5FDF3FE69D}" srcOrd="0" destOrd="0" presId="urn:microsoft.com/office/officeart/2018/2/layout/IconLabelList"/>
    <dgm:cxn modelId="{994FA51E-F9AF-439D-8945-DE87DAA54F0D}" srcId="{90527C63-637A-47B6-9930-5B1ADF837775}" destId="{1366E4AC-3A3A-4200-8A36-1304F8472F76}" srcOrd="2" destOrd="0" parTransId="{60FC05CA-CF2E-4A9A-8CB5-E43356E57D1E}" sibTransId="{32714EF9-D79C-42CE-8ABC-6056F365A420}"/>
    <dgm:cxn modelId="{3302CB3D-B5A6-430D-AB45-CEAE0E46ACE6}" srcId="{90527C63-637A-47B6-9930-5B1ADF837775}" destId="{BF6BD076-2E0C-42A4-B6FE-E7C7672D199B}" srcOrd="4" destOrd="0" parTransId="{6C223CB5-8594-437C-9A0E-9D83EAF07F44}" sibTransId="{FC1D5E44-3463-48DF-BA62-0EA2F8E5A11A}"/>
    <dgm:cxn modelId="{C6DD3067-5C7B-4F32-9691-6494F58F54EC}" srcId="{90527C63-637A-47B6-9930-5B1ADF837775}" destId="{E8D4B822-EC9B-4AA8-9A41-BB029713E7EA}" srcOrd="1" destOrd="0" parTransId="{793A2D8B-482C-483C-8C97-2052FAFD3358}" sibTransId="{4076CB6E-E0FB-405A-B4D2-A87422E458D3}"/>
    <dgm:cxn modelId="{3D3C3548-5F8A-4946-845C-B796EAF912A6}" srcId="{90527C63-637A-47B6-9930-5B1ADF837775}" destId="{AE731D34-2FB4-4F2D-867D-ECFE465B2E2C}" srcOrd="3" destOrd="0" parTransId="{5D6EDA61-D412-4877-B487-DC0C4E8C9989}" sibTransId="{903ABB12-44FB-448F-ABA0-BCF94FB3BC57}"/>
    <dgm:cxn modelId="{F948D051-9399-41A8-BB4D-51C58760A0A6}" type="presOf" srcId="{3AC5D597-481A-4C98-A575-0F05414DA7C3}" destId="{C709DBD9-5D6D-4237-B6C8-B66DBCEBA4AF}" srcOrd="0" destOrd="0" presId="urn:microsoft.com/office/officeart/2018/2/layout/IconLabelList"/>
    <dgm:cxn modelId="{CA919C88-C0C1-4066-A3C3-8FE21A3C4E06}" type="presOf" srcId="{AE731D34-2FB4-4F2D-867D-ECFE465B2E2C}" destId="{0CE6B2CE-5C63-42C8-AB97-2BD91D6255CF}" srcOrd="0" destOrd="0" presId="urn:microsoft.com/office/officeart/2018/2/layout/IconLabelList"/>
    <dgm:cxn modelId="{EBCFAF88-0562-4BFF-9A01-45458BAA289B}" type="presOf" srcId="{E8D4B822-EC9B-4AA8-9A41-BB029713E7EA}" destId="{5C99234B-9CF4-4102-A132-90645053C218}" srcOrd="0" destOrd="0" presId="urn:microsoft.com/office/officeart/2018/2/layout/IconLabelList"/>
    <dgm:cxn modelId="{B6B5C3CD-A7ED-433A-9460-9BADFA174E20}" type="presOf" srcId="{90527C63-637A-47B6-9930-5B1ADF837775}" destId="{FDED81C0-AD38-4337-B50C-9B43E2A72CFE}" srcOrd="0" destOrd="0" presId="urn:microsoft.com/office/officeart/2018/2/layout/IconLabelList"/>
    <dgm:cxn modelId="{CF1649E2-6D7B-47EE-B1E6-276B951FC6DF}" srcId="{90527C63-637A-47B6-9930-5B1ADF837775}" destId="{3AC5D597-481A-4C98-A575-0F05414DA7C3}" srcOrd="0" destOrd="0" parTransId="{C20A4F57-6BC4-4A9D-BE4E-ADDEB8E25348}" sibTransId="{0E7221D1-324D-4FB6-B8B1-13F60970C3AE}"/>
    <dgm:cxn modelId="{4B83EFF6-F7DB-4F7D-BCB1-A2B03DFBE687}" type="presOf" srcId="{1366E4AC-3A3A-4200-8A36-1304F8472F76}" destId="{352143A5-8353-4652-BB68-409B3B0CE23D}" srcOrd="0" destOrd="0" presId="urn:microsoft.com/office/officeart/2018/2/layout/IconLabelList"/>
    <dgm:cxn modelId="{4E12E286-EDA6-4396-B501-092573E3095D}" type="presParOf" srcId="{FDED81C0-AD38-4337-B50C-9B43E2A72CFE}" destId="{D09DE903-2802-47E8-B021-68B5AB8FB992}" srcOrd="0" destOrd="0" presId="urn:microsoft.com/office/officeart/2018/2/layout/IconLabelList"/>
    <dgm:cxn modelId="{812C9EC2-8868-4B4B-9F69-05EE6154F9DA}" type="presParOf" srcId="{D09DE903-2802-47E8-B021-68B5AB8FB992}" destId="{C1AECE2B-2273-4143-8305-E4D351ED2994}" srcOrd="0" destOrd="0" presId="urn:microsoft.com/office/officeart/2018/2/layout/IconLabelList"/>
    <dgm:cxn modelId="{A632A178-BC92-4EDA-85E6-A288C7C19A14}" type="presParOf" srcId="{D09DE903-2802-47E8-B021-68B5AB8FB992}" destId="{7417F7C8-F1C9-413D-837E-C9A750559281}" srcOrd="1" destOrd="0" presId="urn:microsoft.com/office/officeart/2018/2/layout/IconLabelList"/>
    <dgm:cxn modelId="{D24F70A2-AB5A-481A-96DF-2DE8A1922073}" type="presParOf" srcId="{D09DE903-2802-47E8-B021-68B5AB8FB992}" destId="{C709DBD9-5D6D-4237-B6C8-B66DBCEBA4AF}" srcOrd="2" destOrd="0" presId="urn:microsoft.com/office/officeart/2018/2/layout/IconLabelList"/>
    <dgm:cxn modelId="{9E033598-BCB3-4481-9436-63A014F913C8}" type="presParOf" srcId="{FDED81C0-AD38-4337-B50C-9B43E2A72CFE}" destId="{A31DB54D-75AD-4E91-B81D-B3F2A5532A3E}" srcOrd="1" destOrd="0" presId="urn:microsoft.com/office/officeart/2018/2/layout/IconLabelList"/>
    <dgm:cxn modelId="{ED7C82A4-1F0B-4987-9D94-A16E08D956CB}" type="presParOf" srcId="{FDED81C0-AD38-4337-B50C-9B43E2A72CFE}" destId="{A1918E05-B36E-45E8-9FFA-A4C8F0DD43EB}" srcOrd="2" destOrd="0" presId="urn:microsoft.com/office/officeart/2018/2/layout/IconLabelList"/>
    <dgm:cxn modelId="{1EC3F6CC-18D9-473F-98F3-5F0F49CFADEE}" type="presParOf" srcId="{A1918E05-B36E-45E8-9FFA-A4C8F0DD43EB}" destId="{EDD65A80-8423-4DF1-8E79-6EDF70057F8A}" srcOrd="0" destOrd="0" presId="urn:microsoft.com/office/officeart/2018/2/layout/IconLabelList"/>
    <dgm:cxn modelId="{5DD63E66-638F-49CA-AA3E-7CF22FA00E7D}" type="presParOf" srcId="{A1918E05-B36E-45E8-9FFA-A4C8F0DD43EB}" destId="{953522F8-31EE-40F1-A4C8-538EF10DB982}" srcOrd="1" destOrd="0" presId="urn:microsoft.com/office/officeart/2018/2/layout/IconLabelList"/>
    <dgm:cxn modelId="{9F41194A-6B01-4B96-A969-8D718EE463DE}" type="presParOf" srcId="{A1918E05-B36E-45E8-9FFA-A4C8F0DD43EB}" destId="{5C99234B-9CF4-4102-A132-90645053C218}" srcOrd="2" destOrd="0" presId="urn:microsoft.com/office/officeart/2018/2/layout/IconLabelList"/>
    <dgm:cxn modelId="{4A5F1C5C-9EED-4896-85F2-B962698BB30B}" type="presParOf" srcId="{FDED81C0-AD38-4337-B50C-9B43E2A72CFE}" destId="{6EDB8033-8BDF-4E6D-BA13-57E36D75502C}" srcOrd="3" destOrd="0" presId="urn:microsoft.com/office/officeart/2018/2/layout/IconLabelList"/>
    <dgm:cxn modelId="{E5C34A34-3D59-4329-9347-7E5F03EDFF17}" type="presParOf" srcId="{FDED81C0-AD38-4337-B50C-9B43E2A72CFE}" destId="{9F57A237-0E93-4837-8EE4-9CC954C1E63F}" srcOrd="4" destOrd="0" presId="urn:microsoft.com/office/officeart/2018/2/layout/IconLabelList"/>
    <dgm:cxn modelId="{FD94378F-1984-4D71-A93D-964EEF6C74DF}" type="presParOf" srcId="{9F57A237-0E93-4837-8EE4-9CC954C1E63F}" destId="{3EF79444-47EA-47DA-AE09-DD57D8E9623F}" srcOrd="0" destOrd="0" presId="urn:microsoft.com/office/officeart/2018/2/layout/IconLabelList"/>
    <dgm:cxn modelId="{C99699EB-D7B8-4EDB-AFE9-3CC5964AE654}" type="presParOf" srcId="{9F57A237-0E93-4837-8EE4-9CC954C1E63F}" destId="{67CF3264-7F9F-46A0-BA56-4301BBD114DE}" srcOrd="1" destOrd="0" presId="urn:microsoft.com/office/officeart/2018/2/layout/IconLabelList"/>
    <dgm:cxn modelId="{45617A68-B053-4EEE-B274-B4E8A33857C4}" type="presParOf" srcId="{9F57A237-0E93-4837-8EE4-9CC954C1E63F}" destId="{352143A5-8353-4652-BB68-409B3B0CE23D}" srcOrd="2" destOrd="0" presId="urn:microsoft.com/office/officeart/2018/2/layout/IconLabelList"/>
    <dgm:cxn modelId="{E6250374-368C-44A5-A961-633E68CCAC4D}" type="presParOf" srcId="{FDED81C0-AD38-4337-B50C-9B43E2A72CFE}" destId="{B99319D3-FFBB-4E6B-9631-1BFADF2DCE49}" srcOrd="5" destOrd="0" presId="urn:microsoft.com/office/officeart/2018/2/layout/IconLabelList"/>
    <dgm:cxn modelId="{4877AC67-4644-4844-86F8-3FD973381A69}" type="presParOf" srcId="{FDED81C0-AD38-4337-B50C-9B43E2A72CFE}" destId="{275CE9D9-56E7-45BB-8CB2-86DBE006AAE2}" srcOrd="6" destOrd="0" presId="urn:microsoft.com/office/officeart/2018/2/layout/IconLabelList"/>
    <dgm:cxn modelId="{6393135E-1A98-4D33-B3AB-502F46F5759A}" type="presParOf" srcId="{275CE9D9-56E7-45BB-8CB2-86DBE006AAE2}" destId="{7FA499EB-A690-47AE-877C-1F6C506686C9}" srcOrd="0" destOrd="0" presId="urn:microsoft.com/office/officeart/2018/2/layout/IconLabelList"/>
    <dgm:cxn modelId="{DD59259D-DF12-4F99-9E8D-B628FBA10066}" type="presParOf" srcId="{275CE9D9-56E7-45BB-8CB2-86DBE006AAE2}" destId="{775E2A32-8112-4E7E-88D7-F6D4DD2CF500}" srcOrd="1" destOrd="0" presId="urn:microsoft.com/office/officeart/2018/2/layout/IconLabelList"/>
    <dgm:cxn modelId="{BAF1B56F-4C5E-4C99-9A96-37BD919910B3}" type="presParOf" srcId="{275CE9D9-56E7-45BB-8CB2-86DBE006AAE2}" destId="{0CE6B2CE-5C63-42C8-AB97-2BD91D6255CF}" srcOrd="2" destOrd="0" presId="urn:microsoft.com/office/officeart/2018/2/layout/IconLabelList"/>
    <dgm:cxn modelId="{B371D448-7BBC-4EA4-BA4A-1E9E54DEFA9E}" type="presParOf" srcId="{FDED81C0-AD38-4337-B50C-9B43E2A72CFE}" destId="{ED7622D9-2EAF-4205-A1AF-70E071E2B8F4}" srcOrd="7" destOrd="0" presId="urn:microsoft.com/office/officeart/2018/2/layout/IconLabelList"/>
    <dgm:cxn modelId="{6301BB57-60DE-45DE-909B-748E922FFDBB}" type="presParOf" srcId="{FDED81C0-AD38-4337-B50C-9B43E2A72CFE}" destId="{50A1885E-3C13-45BE-B168-AD130D266356}" srcOrd="8" destOrd="0" presId="urn:microsoft.com/office/officeart/2018/2/layout/IconLabelList"/>
    <dgm:cxn modelId="{617FAB38-0B16-43EE-A42A-F158995701FD}" type="presParOf" srcId="{50A1885E-3C13-45BE-B168-AD130D266356}" destId="{96CFD845-DAFC-4FB3-BB8D-D7DDB2659D25}" srcOrd="0" destOrd="0" presId="urn:microsoft.com/office/officeart/2018/2/layout/IconLabelList"/>
    <dgm:cxn modelId="{C10A5DC7-532C-4935-98FB-180B8BD40B17}" type="presParOf" srcId="{50A1885E-3C13-45BE-B168-AD130D266356}" destId="{BD5FEB2A-F5FE-46A0-80FF-1DDAC9F8F940}" srcOrd="1" destOrd="0" presId="urn:microsoft.com/office/officeart/2018/2/layout/IconLabelList"/>
    <dgm:cxn modelId="{2AA4D504-F135-4D6C-9C66-65AB0FFB2FCF}" type="presParOf" srcId="{50A1885E-3C13-45BE-B168-AD130D266356}" destId="{9847FA4E-43E5-4878-91F1-1A5FDF3FE69D}" srcOrd="2" destOrd="0" presId="urn:microsoft.com/office/officeart/2018/2/layout/IconLabel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8951726A-FF3F-419E-9A3E-CE140793AAC0}"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82D9FC36-07CB-46D0-BE4A-47A85B456B54}">
      <dgm:prSet/>
      <dgm:spPr/>
      <dgm:t>
        <a:bodyPr/>
        <a:lstStyle/>
        <a:p>
          <a:r>
            <a:rPr lang="fr-FR" dirty="0" err="1"/>
            <a:t>Early</a:t>
          </a:r>
          <a:r>
            <a:rPr lang="fr-FR" dirty="0"/>
            <a:t> fusion</a:t>
          </a:r>
          <a:endParaRPr lang="en-US" dirty="0"/>
        </a:p>
      </dgm:t>
    </dgm:pt>
    <dgm:pt modelId="{B8613EC4-33D8-4EE9-8174-B0FC23AED90C}" type="parTrans" cxnId="{168957A4-4E5C-49C0-9B38-2BC44BC30F92}">
      <dgm:prSet/>
      <dgm:spPr/>
      <dgm:t>
        <a:bodyPr/>
        <a:lstStyle/>
        <a:p>
          <a:endParaRPr lang="en-US"/>
        </a:p>
      </dgm:t>
    </dgm:pt>
    <dgm:pt modelId="{45554102-6225-4A5A-90EE-C76533E13D70}" type="sibTrans" cxnId="{168957A4-4E5C-49C0-9B38-2BC44BC30F92}">
      <dgm:prSet/>
      <dgm:spPr/>
      <dgm:t>
        <a:bodyPr/>
        <a:lstStyle/>
        <a:p>
          <a:endParaRPr lang="en-US"/>
        </a:p>
      </dgm:t>
    </dgm:pt>
    <dgm:pt modelId="{84969002-9A31-4375-8385-AF986C5D94C6}">
      <dgm:prSet/>
      <dgm:spPr/>
      <dgm:t>
        <a:bodyPr/>
        <a:lstStyle/>
        <a:p>
          <a:r>
            <a:rPr lang="fr-FR"/>
            <a:t>Deep fusion</a:t>
          </a:r>
          <a:endParaRPr lang="en-US"/>
        </a:p>
      </dgm:t>
    </dgm:pt>
    <dgm:pt modelId="{DFDB667E-59F4-483C-9B0E-550B2CA94D10}" type="parTrans" cxnId="{A8EA95DD-0795-4F6D-9E76-3A00A24C44D6}">
      <dgm:prSet/>
      <dgm:spPr/>
      <dgm:t>
        <a:bodyPr/>
        <a:lstStyle/>
        <a:p>
          <a:endParaRPr lang="en-US"/>
        </a:p>
      </dgm:t>
    </dgm:pt>
    <dgm:pt modelId="{159DE00C-DF93-4DB1-A9C2-40A3C73A5A56}" type="sibTrans" cxnId="{A8EA95DD-0795-4F6D-9E76-3A00A24C44D6}">
      <dgm:prSet/>
      <dgm:spPr/>
      <dgm:t>
        <a:bodyPr/>
        <a:lstStyle/>
        <a:p>
          <a:endParaRPr lang="en-US"/>
        </a:p>
      </dgm:t>
    </dgm:pt>
    <dgm:pt modelId="{68E3D228-412F-4E8B-913F-0DCFC5CB2D3F}">
      <dgm:prSet/>
      <dgm:spPr/>
      <dgm:t>
        <a:bodyPr/>
        <a:lstStyle/>
        <a:p>
          <a:r>
            <a:rPr lang="fr-FR" dirty="0" err="1"/>
            <a:t>Late</a:t>
          </a:r>
          <a:r>
            <a:rPr lang="fr-FR" dirty="0"/>
            <a:t> fusion</a:t>
          </a:r>
          <a:endParaRPr lang="en-US" dirty="0"/>
        </a:p>
      </dgm:t>
    </dgm:pt>
    <dgm:pt modelId="{156096D1-C6F4-4CDC-920D-4B9967DB5AB5}" type="parTrans" cxnId="{6BB0F3AF-D272-4C64-BE93-D07D2D61C789}">
      <dgm:prSet/>
      <dgm:spPr/>
      <dgm:t>
        <a:bodyPr/>
        <a:lstStyle/>
        <a:p>
          <a:endParaRPr lang="en-US"/>
        </a:p>
      </dgm:t>
    </dgm:pt>
    <dgm:pt modelId="{547E8BE8-337B-4D01-AFEC-02AF3AAEF94E}" type="sibTrans" cxnId="{6BB0F3AF-D272-4C64-BE93-D07D2D61C789}">
      <dgm:prSet/>
      <dgm:spPr/>
      <dgm:t>
        <a:bodyPr/>
        <a:lstStyle/>
        <a:p>
          <a:endParaRPr lang="en-US"/>
        </a:p>
      </dgm:t>
    </dgm:pt>
    <dgm:pt modelId="{A1F02760-E29F-48FC-99F8-5B9A5D8D1903}">
      <dgm:prSet/>
      <dgm:spPr/>
      <dgm:t>
        <a:bodyPr/>
        <a:lstStyle/>
        <a:p>
          <a:r>
            <a:rPr lang="fr-FR"/>
            <a:t>Hybrid fusion </a:t>
          </a:r>
          <a:endParaRPr lang="en-US"/>
        </a:p>
      </dgm:t>
    </dgm:pt>
    <dgm:pt modelId="{D9D37E8E-6657-4129-80F7-A13CA553BE5E}" type="parTrans" cxnId="{65825B8C-226E-434B-B363-A4038A5488DA}">
      <dgm:prSet/>
      <dgm:spPr/>
      <dgm:t>
        <a:bodyPr/>
        <a:lstStyle/>
        <a:p>
          <a:endParaRPr lang="en-US"/>
        </a:p>
      </dgm:t>
    </dgm:pt>
    <dgm:pt modelId="{DFE4193E-75BF-4E03-8650-65814CCEE3B0}" type="sibTrans" cxnId="{65825B8C-226E-434B-B363-A4038A5488DA}">
      <dgm:prSet/>
      <dgm:spPr/>
      <dgm:t>
        <a:bodyPr/>
        <a:lstStyle/>
        <a:p>
          <a:endParaRPr lang="en-US"/>
        </a:p>
      </dgm:t>
    </dgm:pt>
    <dgm:pt modelId="{37CC7249-069B-428A-826F-345CA149D792}" type="pres">
      <dgm:prSet presAssocID="{8951726A-FF3F-419E-9A3E-CE140793AAC0}" presName="hierChild1" presStyleCnt="0">
        <dgm:presLayoutVars>
          <dgm:chPref val="1"/>
          <dgm:dir/>
          <dgm:animOne val="branch"/>
          <dgm:animLvl val="lvl"/>
          <dgm:resizeHandles/>
        </dgm:presLayoutVars>
      </dgm:prSet>
      <dgm:spPr/>
    </dgm:pt>
    <dgm:pt modelId="{9F5FEE07-4748-4C0A-A6AA-70B121667880}" type="pres">
      <dgm:prSet presAssocID="{82D9FC36-07CB-46D0-BE4A-47A85B456B54}" presName="hierRoot1" presStyleCnt="0"/>
      <dgm:spPr/>
    </dgm:pt>
    <dgm:pt modelId="{43F08F3E-4D65-4D4B-B9DE-6586E8C56AE5}" type="pres">
      <dgm:prSet presAssocID="{82D9FC36-07CB-46D0-BE4A-47A85B456B54}" presName="composite" presStyleCnt="0"/>
      <dgm:spPr/>
    </dgm:pt>
    <dgm:pt modelId="{804B9820-C6E7-40C3-A8A9-4077E82E1BE3}" type="pres">
      <dgm:prSet presAssocID="{82D9FC36-07CB-46D0-BE4A-47A85B456B54}" presName="background" presStyleLbl="node0" presStyleIdx="0" presStyleCnt="4"/>
      <dgm:spPr/>
    </dgm:pt>
    <dgm:pt modelId="{CF909D03-147D-4B99-A308-985C86BA825E}" type="pres">
      <dgm:prSet presAssocID="{82D9FC36-07CB-46D0-BE4A-47A85B456B54}" presName="text" presStyleLbl="fgAcc0" presStyleIdx="0" presStyleCnt="4">
        <dgm:presLayoutVars>
          <dgm:chPref val="3"/>
        </dgm:presLayoutVars>
      </dgm:prSet>
      <dgm:spPr/>
    </dgm:pt>
    <dgm:pt modelId="{02430493-D60C-44CA-BEB9-6DBBF3CAB397}" type="pres">
      <dgm:prSet presAssocID="{82D9FC36-07CB-46D0-BE4A-47A85B456B54}" presName="hierChild2" presStyleCnt="0"/>
      <dgm:spPr/>
    </dgm:pt>
    <dgm:pt modelId="{D401358E-3876-48B7-BD4D-96BECD25D888}" type="pres">
      <dgm:prSet presAssocID="{84969002-9A31-4375-8385-AF986C5D94C6}" presName="hierRoot1" presStyleCnt="0"/>
      <dgm:spPr/>
    </dgm:pt>
    <dgm:pt modelId="{0FE25ED0-5EC9-4EA8-9157-1F133C31D004}" type="pres">
      <dgm:prSet presAssocID="{84969002-9A31-4375-8385-AF986C5D94C6}" presName="composite" presStyleCnt="0"/>
      <dgm:spPr/>
    </dgm:pt>
    <dgm:pt modelId="{6E200CAE-02F4-435A-9F5F-8DF8FDD57B96}" type="pres">
      <dgm:prSet presAssocID="{84969002-9A31-4375-8385-AF986C5D94C6}" presName="background" presStyleLbl="node0" presStyleIdx="1" presStyleCnt="4"/>
      <dgm:spPr/>
    </dgm:pt>
    <dgm:pt modelId="{4E73F807-594E-445B-A3C2-798643BA863A}" type="pres">
      <dgm:prSet presAssocID="{84969002-9A31-4375-8385-AF986C5D94C6}" presName="text" presStyleLbl="fgAcc0" presStyleIdx="1" presStyleCnt="4">
        <dgm:presLayoutVars>
          <dgm:chPref val="3"/>
        </dgm:presLayoutVars>
      </dgm:prSet>
      <dgm:spPr/>
    </dgm:pt>
    <dgm:pt modelId="{5395F02F-1DFF-448D-B092-18A1E8F41156}" type="pres">
      <dgm:prSet presAssocID="{84969002-9A31-4375-8385-AF986C5D94C6}" presName="hierChild2" presStyleCnt="0"/>
      <dgm:spPr/>
    </dgm:pt>
    <dgm:pt modelId="{7500DB02-92ED-4D54-99D3-3DDD8A8D455A}" type="pres">
      <dgm:prSet presAssocID="{68E3D228-412F-4E8B-913F-0DCFC5CB2D3F}" presName="hierRoot1" presStyleCnt="0"/>
      <dgm:spPr/>
    </dgm:pt>
    <dgm:pt modelId="{1A481D06-7AD5-47E1-9C01-4E69BB071E0D}" type="pres">
      <dgm:prSet presAssocID="{68E3D228-412F-4E8B-913F-0DCFC5CB2D3F}" presName="composite" presStyleCnt="0"/>
      <dgm:spPr/>
    </dgm:pt>
    <dgm:pt modelId="{D7478AB1-966C-4088-8B4A-DB1B22BAD9AA}" type="pres">
      <dgm:prSet presAssocID="{68E3D228-412F-4E8B-913F-0DCFC5CB2D3F}" presName="background" presStyleLbl="node0" presStyleIdx="2" presStyleCnt="4"/>
      <dgm:spPr/>
    </dgm:pt>
    <dgm:pt modelId="{4401BF02-69BF-48E1-A46E-6A96A31B9220}" type="pres">
      <dgm:prSet presAssocID="{68E3D228-412F-4E8B-913F-0DCFC5CB2D3F}" presName="text" presStyleLbl="fgAcc0" presStyleIdx="2" presStyleCnt="4">
        <dgm:presLayoutVars>
          <dgm:chPref val="3"/>
        </dgm:presLayoutVars>
      </dgm:prSet>
      <dgm:spPr/>
    </dgm:pt>
    <dgm:pt modelId="{ED372F10-22DD-4A47-8B92-3E7FE41C5B63}" type="pres">
      <dgm:prSet presAssocID="{68E3D228-412F-4E8B-913F-0DCFC5CB2D3F}" presName="hierChild2" presStyleCnt="0"/>
      <dgm:spPr/>
    </dgm:pt>
    <dgm:pt modelId="{215F4B01-CE58-4182-9F3D-866AB44B7594}" type="pres">
      <dgm:prSet presAssocID="{A1F02760-E29F-48FC-99F8-5B9A5D8D1903}" presName="hierRoot1" presStyleCnt="0"/>
      <dgm:spPr/>
    </dgm:pt>
    <dgm:pt modelId="{E4A31AA2-1C74-424E-B98E-81C89EF3BDAE}" type="pres">
      <dgm:prSet presAssocID="{A1F02760-E29F-48FC-99F8-5B9A5D8D1903}" presName="composite" presStyleCnt="0"/>
      <dgm:spPr/>
    </dgm:pt>
    <dgm:pt modelId="{33D76180-5F3B-41E8-83B5-CC336F994BA3}" type="pres">
      <dgm:prSet presAssocID="{A1F02760-E29F-48FC-99F8-5B9A5D8D1903}" presName="background" presStyleLbl="node0" presStyleIdx="3" presStyleCnt="4"/>
      <dgm:spPr/>
    </dgm:pt>
    <dgm:pt modelId="{63FE338A-937A-4BAD-8783-FA5A337BD25A}" type="pres">
      <dgm:prSet presAssocID="{A1F02760-E29F-48FC-99F8-5B9A5D8D1903}" presName="text" presStyleLbl="fgAcc0" presStyleIdx="3" presStyleCnt="4">
        <dgm:presLayoutVars>
          <dgm:chPref val="3"/>
        </dgm:presLayoutVars>
      </dgm:prSet>
      <dgm:spPr/>
    </dgm:pt>
    <dgm:pt modelId="{E114AF18-A972-4534-97EA-7D3C05BB1ACF}" type="pres">
      <dgm:prSet presAssocID="{A1F02760-E29F-48FC-99F8-5B9A5D8D1903}" presName="hierChild2" presStyleCnt="0"/>
      <dgm:spPr/>
    </dgm:pt>
  </dgm:ptLst>
  <dgm:cxnLst>
    <dgm:cxn modelId="{65825B8C-226E-434B-B363-A4038A5488DA}" srcId="{8951726A-FF3F-419E-9A3E-CE140793AAC0}" destId="{A1F02760-E29F-48FC-99F8-5B9A5D8D1903}" srcOrd="3" destOrd="0" parTransId="{D9D37E8E-6657-4129-80F7-A13CA553BE5E}" sibTransId="{DFE4193E-75BF-4E03-8650-65814CCEE3B0}"/>
    <dgm:cxn modelId="{168957A4-4E5C-49C0-9B38-2BC44BC30F92}" srcId="{8951726A-FF3F-419E-9A3E-CE140793AAC0}" destId="{82D9FC36-07CB-46D0-BE4A-47A85B456B54}" srcOrd="0" destOrd="0" parTransId="{B8613EC4-33D8-4EE9-8174-B0FC23AED90C}" sibTransId="{45554102-6225-4A5A-90EE-C76533E13D70}"/>
    <dgm:cxn modelId="{6BB0F3AF-D272-4C64-BE93-D07D2D61C789}" srcId="{8951726A-FF3F-419E-9A3E-CE140793AAC0}" destId="{68E3D228-412F-4E8B-913F-0DCFC5CB2D3F}" srcOrd="2" destOrd="0" parTransId="{156096D1-C6F4-4CDC-920D-4B9967DB5AB5}" sibTransId="{547E8BE8-337B-4D01-AFEC-02AF3AAEF94E}"/>
    <dgm:cxn modelId="{10AD35BE-4C0F-4B5C-B157-DFD6C5467775}" type="presOf" srcId="{8951726A-FF3F-419E-9A3E-CE140793AAC0}" destId="{37CC7249-069B-428A-826F-345CA149D792}" srcOrd="0" destOrd="0" presId="urn:microsoft.com/office/officeart/2005/8/layout/hierarchy1"/>
    <dgm:cxn modelId="{5B37F6C4-4F9D-4AC1-BED4-A51D8BE7F081}" type="presOf" srcId="{84969002-9A31-4375-8385-AF986C5D94C6}" destId="{4E73F807-594E-445B-A3C2-798643BA863A}" srcOrd="0" destOrd="0" presId="urn:microsoft.com/office/officeart/2005/8/layout/hierarchy1"/>
    <dgm:cxn modelId="{A8EA95DD-0795-4F6D-9E76-3A00A24C44D6}" srcId="{8951726A-FF3F-419E-9A3E-CE140793AAC0}" destId="{84969002-9A31-4375-8385-AF986C5D94C6}" srcOrd="1" destOrd="0" parTransId="{DFDB667E-59F4-483C-9B0E-550B2CA94D10}" sibTransId="{159DE00C-DF93-4DB1-A9C2-40A3C73A5A56}"/>
    <dgm:cxn modelId="{C8B0D5E4-D7B6-43E3-A082-4C99057BAA89}" type="presOf" srcId="{A1F02760-E29F-48FC-99F8-5B9A5D8D1903}" destId="{63FE338A-937A-4BAD-8783-FA5A337BD25A}" srcOrd="0" destOrd="0" presId="urn:microsoft.com/office/officeart/2005/8/layout/hierarchy1"/>
    <dgm:cxn modelId="{E77BBDE9-A838-4393-BFB9-6B0B7AB38161}" type="presOf" srcId="{68E3D228-412F-4E8B-913F-0DCFC5CB2D3F}" destId="{4401BF02-69BF-48E1-A46E-6A96A31B9220}" srcOrd="0" destOrd="0" presId="urn:microsoft.com/office/officeart/2005/8/layout/hierarchy1"/>
    <dgm:cxn modelId="{CDB41FF3-2573-4B92-B2EE-6739DCB3C029}" type="presOf" srcId="{82D9FC36-07CB-46D0-BE4A-47A85B456B54}" destId="{CF909D03-147D-4B99-A308-985C86BA825E}" srcOrd="0" destOrd="0" presId="urn:microsoft.com/office/officeart/2005/8/layout/hierarchy1"/>
    <dgm:cxn modelId="{AFFC4C48-E384-418B-B0AB-02EEE41F9194}" type="presParOf" srcId="{37CC7249-069B-428A-826F-345CA149D792}" destId="{9F5FEE07-4748-4C0A-A6AA-70B121667880}" srcOrd="0" destOrd="0" presId="urn:microsoft.com/office/officeart/2005/8/layout/hierarchy1"/>
    <dgm:cxn modelId="{579CBB1D-81A4-4A5B-9F75-C6BB48103846}" type="presParOf" srcId="{9F5FEE07-4748-4C0A-A6AA-70B121667880}" destId="{43F08F3E-4D65-4D4B-B9DE-6586E8C56AE5}" srcOrd="0" destOrd="0" presId="urn:microsoft.com/office/officeart/2005/8/layout/hierarchy1"/>
    <dgm:cxn modelId="{A37A948C-5F18-48D7-90FC-47510A48BA87}" type="presParOf" srcId="{43F08F3E-4D65-4D4B-B9DE-6586E8C56AE5}" destId="{804B9820-C6E7-40C3-A8A9-4077E82E1BE3}" srcOrd="0" destOrd="0" presId="urn:microsoft.com/office/officeart/2005/8/layout/hierarchy1"/>
    <dgm:cxn modelId="{D6AF6F74-BF6E-4289-8550-2A3007A84A89}" type="presParOf" srcId="{43F08F3E-4D65-4D4B-B9DE-6586E8C56AE5}" destId="{CF909D03-147D-4B99-A308-985C86BA825E}" srcOrd="1" destOrd="0" presId="urn:microsoft.com/office/officeart/2005/8/layout/hierarchy1"/>
    <dgm:cxn modelId="{422122D5-EC0C-4676-AC84-2F8E37761AA7}" type="presParOf" srcId="{9F5FEE07-4748-4C0A-A6AA-70B121667880}" destId="{02430493-D60C-44CA-BEB9-6DBBF3CAB397}" srcOrd="1" destOrd="0" presId="urn:microsoft.com/office/officeart/2005/8/layout/hierarchy1"/>
    <dgm:cxn modelId="{BE7C6D43-843F-4687-AC0F-D5E06C9F2205}" type="presParOf" srcId="{37CC7249-069B-428A-826F-345CA149D792}" destId="{D401358E-3876-48B7-BD4D-96BECD25D888}" srcOrd="1" destOrd="0" presId="urn:microsoft.com/office/officeart/2005/8/layout/hierarchy1"/>
    <dgm:cxn modelId="{25F0A421-4503-4850-851A-80FE714C16D9}" type="presParOf" srcId="{D401358E-3876-48B7-BD4D-96BECD25D888}" destId="{0FE25ED0-5EC9-4EA8-9157-1F133C31D004}" srcOrd="0" destOrd="0" presId="urn:microsoft.com/office/officeart/2005/8/layout/hierarchy1"/>
    <dgm:cxn modelId="{F1A7C9D9-5F11-4D2B-B3F7-81955E75EEC1}" type="presParOf" srcId="{0FE25ED0-5EC9-4EA8-9157-1F133C31D004}" destId="{6E200CAE-02F4-435A-9F5F-8DF8FDD57B96}" srcOrd="0" destOrd="0" presId="urn:microsoft.com/office/officeart/2005/8/layout/hierarchy1"/>
    <dgm:cxn modelId="{5A571135-4B50-4B3A-A40D-AD5660E8D559}" type="presParOf" srcId="{0FE25ED0-5EC9-4EA8-9157-1F133C31D004}" destId="{4E73F807-594E-445B-A3C2-798643BA863A}" srcOrd="1" destOrd="0" presId="urn:microsoft.com/office/officeart/2005/8/layout/hierarchy1"/>
    <dgm:cxn modelId="{CA35A68F-9FD7-462D-8426-65BBDA1DB925}" type="presParOf" srcId="{D401358E-3876-48B7-BD4D-96BECD25D888}" destId="{5395F02F-1DFF-448D-B092-18A1E8F41156}" srcOrd="1" destOrd="0" presId="urn:microsoft.com/office/officeart/2005/8/layout/hierarchy1"/>
    <dgm:cxn modelId="{9721E189-050F-4CF1-97CB-865713DA5C69}" type="presParOf" srcId="{37CC7249-069B-428A-826F-345CA149D792}" destId="{7500DB02-92ED-4D54-99D3-3DDD8A8D455A}" srcOrd="2" destOrd="0" presId="urn:microsoft.com/office/officeart/2005/8/layout/hierarchy1"/>
    <dgm:cxn modelId="{F4BDBFCB-663E-4A34-81F9-DF5C4605DED0}" type="presParOf" srcId="{7500DB02-92ED-4D54-99D3-3DDD8A8D455A}" destId="{1A481D06-7AD5-47E1-9C01-4E69BB071E0D}" srcOrd="0" destOrd="0" presId="urn:microsoft.com/office/officeart/2005/8/layout/hierarchy1"/>
    <dgm:cxn modelId="{DB54408E-063F-4F10-A98B-0BA1AFF8FADA}" type="presParOf" srcId="{1A481D06-7AD5-47E1-9C01-4E69BB071E0D}" destId="{D7478AB1-966C-4088-8B4A-DB1B22BAD9AA}" srcOrd="0" destOrd="0" presId="urn:microsoft.com/office/officeart/2005/8/layout/hierarchy1"/>
    <dgm:cxn modelId="{6B5EC75B-719D-467B-898B-8EABAF8BC85B}" type="presParOf" srcId="{1A481D06-7AD5-47E1-9C01-4E69BB071E0D}" destId="{4401BF02-69BF-48E1-A46E-6A96A31B9220}" srcOrd="1" destOrd="0" presId="urn:microsoft.com/office/officeart/2005/8/layout/hierarchy1"/>
    <dgm:cxn modelId="{BD19CCB9-CCC4-45DE-BA90-06CFFD1F86BC}" type="presParOf" srcId="{7500DB02-92ED-4D54-99D3-3DDD8A8D455A}" destId="{ED372F10-22DD-4A47-8B92-3E7FE41C5B63}" srcOrd="1" destOrd="0" presId="urn:microsoft.com/office/officeart/2005/8/layout/hierarchy1"/>
    <dgm:cxn modelId="{C208EA98-2B0B-4CD2-B3A3-CAD439CD298C}" type="presParOf" srcId="{37CC7249-069B-428A-826F-345CA149D792}" destId="{215F4B01-CE58-4182-9F3D-866AB44B7594}" srcOrd="3" destOrd="0" presId="urn:microsoft.com/office/officeart/2005/8/layout/hierarchy1"/>
    <dgm:cxn modelId="{E2F26EC5-9D0C-413B-9D40-224B098FCF58}" type="presParOf" srcId="{215F4B01-CE58-4182-9F3D-866AB44B7594}" destId="{E4A31AA2-1C74-424E-B98E-81C89EF3BDAE}" srcOrd="0" destOrd="0" presId="urn:microsoft.com/office/officeart/2005/8/layout/hierarchy1"/>
    <dgm:cxn modelId="{B4574E7E-D96A-4CFA-B0FD-998D25D23A24}" type="presParOf" srcId="{E4A31AA2-1C74-424E-B98E-81C89EF3BDAE}" destId="{33D76180-5F3B-41E8-83B5-CC336F994BA3}" srcOrd="0" destOrd="0" presId="urn:microsoft.com/office/officeart/2005/8/layout/hierarchy1"/>
    <dgm:cxn modelId="{14DAFF4A-9F76-4BB9-8088-CC224B4D9A68}" type="presParOf" srcId="{E4A31AA2-1C74-424E-B98E-81C89EF3BDAE}" destId="{63FE338A-937A-4BAD-8783-FA5A337BD25A}" srcOrd="1" destOrd="0" presId="urn:microsoft.com/office/officeart/2005/8/layout/hierarchy1"/>
    <dgm:cxn modelId="{4B767AAC-199E-42BE-AEC5-466B0D0E1894}" type="presParOf" srcId="{215F4B01-CE58-4182-9F3D-866AB44B7594}" destId="{E114AF18-A972-4534-97EA-7D3C05BB1ACF}" srcOrd="1" destOrd="0" presId="urn:microsoft.com/office/officeart/2005/8/layout/hierarchy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E3F4AE40-3F90-4F8D-8D11-00CA108039E5}" type="doc">
      <dgm:prSet loTypeId="urn:microsoft.com/office/officeart/2005/8/layout/hierarchy1" loCatId="hierarchy" qsTypeId="urn:microsoft.com/office/officeart/2005/8/quickstyle/simple1" qsCatId="simple" csTypeId="urn:microsoft.com/office/officeart/2005/8/colors/accent0_3" csCatId="mainScheme" phldr="1"/>
      <dgm:spPr/>
      <dgm:t>
        <a:bodyPr/>
        <a:lstStyle/>
        <a:p>
          <a:endParaRPr lang="en-US"/>
        </a:p>
      </dgm:t>
    </dgm:pt>
    <dgm:pt modelId="{1CC33D17-86EB-4EC3-93C1-D0AA042FDFFF}">
      <dgm:prSet/>
      <dgm:spPr/>
      <dgm:t>
        <a:bodyPr/>
        <a:lstStyle/>
        <a:p>
          <a:r>
            <a:rPr lang="fr-FR" dirty="0"/>
            <a:t>Data </a:t>
          </a:r>
          <a:r>
            <a:rPr lang="fr-FR" dirty="0" err="1"/>
            <a:t>Representation</a:t>
          </a:r>
          <a:endParaRPr lang="en-US" dirty="0"/>
        </a:p>
      </dgm:t>
    </dgm:pt>
    <dgm:pt modelId="{A910E5E0-CD8B-4827-9145-31C487EB93ED}" type="parTrans" cxnId="{4E00CC07-D55D-4D8F-8365-BD49793A4001}">
      <dgm:prSet/>
      <dgm:spPr/>
      <dgm:t>
        <a:bodyPr/>
        <a:lstStyle/>
        <a:p>
          <a:endParaRPr lang="en-US"/>
        </a:p>
      </dgm:t>
    </dgm:pt>
    <dgm:pt modelId="{6A537D4D-D99E-4DF8-8FE8-28795F802728}" type="sibTrans" cxnId="{4E00CC07-D55D-4D8F-8365-BD49793A4001}">
      <dgm:prSet/>
      <dgm:spPr/>
      <dgm:t>
        <a:bodyPr/>
        <a:lstStyle/>
        <a:p>
          <a:endParaRPr lang="en-US"/>
        </a:p>
      </dgm:t>
    </dgm:pt>
    <dgm:pt modelId="{C8358AFC-3E02-4C33-A361-AC9F554C40D2}">
      <dgm:prSet/>
      <dgm:spPr/>
      <dgm:t>
        <a:bodyPr/>
        <a:lstStyle/>
        <a:p>
          <a:r>
            <a:rPr lang="fr-FR" dirty="0"/>
            <a:t>Data Translation</a:t>
          </a:r>
          <a:endParaRPr lang="en-US" dirty="0"/>
        </a:p>
      </dgm:t>
    </dgm:pt>
    <dgm:pt modelId="{F23B8FC8-2B48-46C6-AC47-DE503E8D9F98}" type="parTrans" cxnId="{924C9F50-B48D-4C98-B48C-4B164A68568B}">
      <dgm:prSet/>
      <dgm:spPr/>
      <dgm:t>
        <a:bodyPr/>
        <a:lstStyle/>
        <a:p>
          <a:endParaRPr lang="en-US"/>
        </a:p>
      </dgm:t>
    </dgm:pt>
    <dgm:pt modelId="{D269BFDB-D7C1-4F3A-A74B-89CDE354786C}" type="sibTrans" cxnId="{924C9F50-B48D-4C98-B48C-4B164A68568B}">
      <dgm:prSet/>
      <dgm:spPr/>
      <dgm:t>
        <a:bodyPr/>
        <a:lstStyle/>
        <a:p>
          <a:endParaRPr lang="en-US"/>
        </a:p>
      </dgm:t>
    </dgm:pt>
    <dgm:pt modelId="{1A798C19-9E88-47C9-8665-74333A327F61}">
      <dgm:prSet/>
      <dgm:spPr/>
      <dgm:t>
        <a:bodyPr/>
        <a:lstStyle/>
        <a:p>
          <a:r>
            <a:rPr lang="fr-FR" dirty="0"/>
            <a:t>Data </a:t>
          </a:r>
          <a:r>
            <a:rPr lang="fr-FR" dirty="0" err="1"/>
            <a:t>Alignment</a:t>
          </a:r>
          <a:endParaRPr lang="en-US" dirty="0"/>
        </a:p>
      </dgm:t>
    </dgm:pt>
    <dgm:pt modelId="{B4AC42FC-7065-4EBD-94F6-73BD5F903F90}" type="parTrans" cxnId="{69F9CB29-D138-45C0-B2D4-A97E22CCC6A6}">
      <dgm:prSet/>
      <dgm:spPr/>
      <dgm:t>
        <a:bodyPr/>
        <a:lstStyle/>
        <a:p>
          <a:endParaRPr lang="en-US"/>
        </a:p>
      </dgm:t>
    </dgm:pt>
    <dgm:pt modelId="{17A99CA1-4AFE-4886-873E-4B7042128C5F}" type="sibTrans" cxnId="{69F9CB29-D138-45C0-B2D4-A97E22CCC6A6}">
      <dgm:prSet/>
      <dgm:spPr/>
      <dgm:t>
        <a:bodyPr/>
        <a:lstStyle/>
        <a:p>
          <a:endParaRPr lang="en-US"/>
        </a:p>
      </dgm:t>
    </dgm:pt>
    <dgm:pt modelId="{33526A63-4989-42CF-B779-D00B71A7EF59}" type="pres">
      <dgm:prSet presAssocID="{E3F4AE40-3F90-4F8D-8D11-00CA108039E5}" presName="hierChild1" presStyleCnt="0">
        <dgm:presLayoutVars>
          <dgm:chPref val="1"/>
          <dgm:dir/>
          <dgm:animOne val="branch"/>
          <dgm:animLvl val="lvl"/>
          <dgm:resizeHandles/>
        </dgm:presLayoutVars>
      </dgm:prSet>
      <dgm:spPr/>
    </dgm:pt>
    <dgm:pt modelId="{3F8153BD-25FD-471B-8267-1BE5ADDF187A}" type="pres">
      <dgm:prSet presAssocID="{1CC33D17-86EB-4EC3-93C1-D0AA042FDFFF}" presName="hierRoot1" presStyleCnt="0"/>
      <dgm:spPr/>
    </dgm:pt>
    <dgm:pt modelId="{3AB75ADC-51B3-4351-B3D4-68AB2EE58288}" type="pres">
      <dgm:prSet presAssocID="{1CC33D17-86EB-4EC3-93C1-D0AA042FDFFF}" presName="composite" presStyleCnt="0"/>
      <dgm:spPr/>
    </dgm:pt>
    <dgm:pt modelId="{FAFC9E05-6EA5-460D-AC12-599AC99C6018}" type="pres">
      <dgm:prSet presAssocID="{1CC33D17-86EB-4EC3-93C1-D0AA042FDFFF}" presName="background" presStyleLbl="node0" presStyleIdx="0" presStyleCnt="3"/>
      <dgm:spPr/>
    </dgm:pt>
    <dgm:pt modelId="{E75C9F96-14F9-4935-A54F-70E53C7DF36C}" type="pres">
      <dgm:prSet presAssocID="{1CC33D17-86EB-4EC3-93C1-D0AA042FDFFF}" presName="text" presStyleLbl="fgAcc0" presStyleIdx="0" presStyleCnt="3">
        <dgm:presLayoutVars>
          <dgm:chPref val="3"/>
        </dgm:presLayoutVars>
      </dgm:prSet>
      <dgm:spPr/>
    </dgm:pt>
    <dgm:pt modelId="{D426E975-9151-45E1-9683-4FB786883C02}" type="pres">
      <dgm:prSet presAssocID="{1CC33D17-86EB-4EC3-93C1-D0AA042FDFFF}" presName="hierChild2" presStyleCnt="0"/>
      <dgm:spPr/>
    </dgm:pt>
    <dgm:pt modelId="{5408F4CC-5166-4D59-A996-D477A69829D6}" type="pres">
      <dgm:prSet presAssocID="{C8358AFC-3E02-4C33-A361-AC9F554C40D2}" presName="hierRoot1" presStyleCnt="0"/>
      <dgm:spPr/>
    </dgm:pt>
    <dgm:pt modelId="{FD6447F1-BBA9-4944-8B04-7E08CDB4C2FA}" type="pres">
      <dgm:prSet presAssocID="{C8358AFC-3E02-4C33-A361-AC9F554C40D2}" presName="composite" presStyleCnt="0"/>
      <dgm:spPr/>
    </dgm:pt>
    <dgm:pt modelId="{ED2A4AAE-5A1C-462D-8878-09B11FC049CE}" type="pres">
      <dgm:prSet presAssocID="{C8358AFC-3E02-4C33-A361-AC9F554C40D2}" presName="background" presStyleLbl="node0" presStyleIdx="1" presStyleCnt="3"/>
      <dgm:spPr/>
    </dgm:pt>
    <dgm:pt modelId="{50A09759-FE6E-4769-AC9B-D52EFFBAF83C}" type="pres">
      <dgm:prSet presAssocID="{C8358AFC-3E02-4C33-A361-AC9F554C40D2}" presName="text" presStyleLbl="fgAcc0" presStyleIdx="1" presStyleCnt="3">
        <dgm:presLayoutVars>
          <dgm:chPref val="3"/>
        </dgm:presLayoutVars>
      </dgm:prSet>
      <dgm:spPr/>
    </dgm:pt>
    <dgm:pt modelId="{55380F03-8ACF-4F8A-A341-2E90E3022ABE}" type="pres">
      <dgm:prSet presAssocID="{C8358AFC-3E02-4C33-A361-AC9F554C40D2}" presName="hierChild2" presStyleCnt="0"/>
      <dgm:spPr/>
    </dgm:pt>
    <dgm:pt modelId="{BE9B4DC0-6C20-44A8-9C53-A2C72093C211}" type="pres">
      <dgm:prSet presAssocID="{1A798C19-9E88-47C9-8665-74333A327F61}" presName="hierRoot1" presStyleCnt="0"/>
      <dgm:spPr/>
    </dgm:pt>
    <dgm:pt modelId="{CDDAC1A1-4410-4B5A-BD8E-F02361A4C75D}" type="pres">
      <dgm:prSet presAssocID="{1A798C19-9E88-47C9-8665-74333A327F61}" presName="composite" presStyleCnt="0"/>
      <dgm:spPr/>
    </dgm:pt>
    <dgm:pt modelId="{3F40AA91-2C8C-45CE-A85F-BAC8DB16CC4D}" type="pres">
      <dgm:prSet presAssocID="{1A798C19-9E88-47C9-8665-74333A327F61}" presName="background" presStyleLbl="node0" presStyleIdx="2" presStyleCnt="3"/>
      <dgm:spPr/>
    </dgm:pt>
    <dgm:pt modelId="{A078F5CD-AED8-4A06-AB3D-A9B3055275D2}" type="pres">
      <dgm:prSet presAssocID="{1A798C19-9E88-47C9-8665-74333A327F61}" presName="text" presStyleLbl="fgAcc0" presStyleIdx="2" presStyleCnt="3">
        <dgm:presLayoutVars>
          <dgm:chPref val="3"/>
        </dgm:presLayoutVars>
      </dgm:prSet>
      <dgm:spPr/>
    </dgm:pt>
    <dgm:pt modelId="{1BACDE39-0585-4DE1-8CBC-527D4FCB3D17}" type="pres">
      <dgm:prSet presAssocID="{1A798C19-9E88-47C9-8665-74333A327F61}" presName="hierChild2" presStyleCnt="0"/>
      <dgm:spPr/>
    </dgm:pt>
  </dgm:ptLst>
  <dgm:cxnLst>
    <dgm:cxn modelId="{4E00CC07-D55D-4D8F-8365-BD49793A4001}" srcId="{E3F4AE40-3F90-4F8D-8D11-00CA108039E5}" destId="{1CC33D17-86EB-4EC3-93C1-D0AA042FDFFF}" srcOrd="0" destOrd="0" parTransId="{A910E5E0-CD8B-4827-9145-31C487EB93ED}" sibTransId="{6A537D4D-D99E-4DF8-8FE8-28795F802728}"/>
    <dgm:cxn modelId="{69F9CB29-D138-45C0-B2D4-A97E22CCC6A6}" srcId="{E3F4AE40-3F90-4F8D-8D11-00CA108039E5}" destId="{1A798C19-9E88-47C9-8665-74333A327F61}" srcOrd="2" destOrd="0" parTransId="{B4AC42FC-7065-4EBD-94F6-73BD5F903F90}" sibTransId="{17A99CA1-4AFE-4886-873E-4B7042128C5F}"/>
    <dgm:cxn modelId="{4A20762A-C797-41CA-A0C9-4F4B6FF18915}" type="presOf" srcId="{1A798C19-9E88-47C9-8665-74333A327F61}" destId="{A078F5CD-AED8-4A06-AB3D-A9B3055275D2}" srcOrd="0" destOrd="0" presId="urn:microsoft.com/office/officeart/2005/8/layout/hierarchy1"/>
    <dgm:cxn modelId="{FD201C2F-E9A6-4C9C-A96A-D76D5AA42E1F}" type="presOf" srcId="{E3F4AE40-3F90-4F8D-8D11-00CA108039E5}" destId="{33526A63-4989-42CF-B779-D00B71A7EF59}" srcOrd="0" destOrd="0" presId="urn:microsoft.com/office/officeart/2005/8/layout/hierarchy1"/>
    <dgm:cxn modelId="{23549C3A-038D-41A4-9DFD-E8AC7A8D154C}" type="presOf" srcId="{1CC33D17-86EB-4EC3-93C1-D0AA042FDFFF}" destId="{E75C9F96-14F9-4935-A54F-70E53C7DF36C}" srcOrd="0" destOrd="0" presId="urn:microsoft.com/office/officeart/2005/8/layout/hierarchy1"/>
    <dgm:cxn modelId="{924C9F50-B48D-4C98-B48C-4B164A68568B}" srcId="{E3F4AE40-3F90-4F8D-8D11-00CA108039E5}" destId="{C8358AFC-3E02-4C33-A361-AC9F554C40D2}" srcOrd="1" destOrd="0" parTransId="{F23B8FC8-2B48-46C6-AC47-DE503E8D9F98}" sibTransId="{D269BFDB-D7C1-4F3A-A74B-89CDE354786C}"/>
    <dgm:cxn modelId="{DA52DBD6-A251-4FDE-8C21-5424BFFE25BE}" type="presOf" srcId="{C8358AFC-3E02-4C33-A361-AC9F554C40D2}" destId="{50A09759-FE6E-4769-AC9B-D52EFFBAF83C}" srcOrd="0" destOrd="0" presId="urn:microsoft.com/office/officeart/2005/8/layout/hierarchy1"/>
    <dgm:cxn modelId="{D9F8E4D5-04C4-4C64-83D4-C37BA24021A6}" type="presParOf" srcId="{33526A63-4989-42CF-B779-D00B71A7EF59}" destId="{3F8153BD-25FD-471B-8267-1BE5ADDF187A}" srcOrd="0" destOrd="0" presId="urn:microsoft.com/office/officeart/2005/8/layout/hierarchy1"/>
    <dgm:cxn modelId="{A36C0123-D153-4344-9288-89984B539794}" type="presParOf" srcId="{3F8153BD-25FD-471B-8267-1BE5ADDF187A}" destId="{3AB75ADC-51B3-4351-B3D4-68AB2EE58288}" srcOrd="0" destOrd="0" presId="urn:microsoft.com/office/officeart/2005/8/layout/hierarchy1"/>
    <dgm:cxn modelId="{4AD5BE13-6A85-4231-9249-0BB287D3D140}" type="presParOf" srcId="{3AB75ADC-51B3-4351-B3D4-68AB2EE58288}" destId="{FAFC9E05-6EA5-460D-AC12-599AC99C6018}" srcOrd="0" destOrd="0" presId="urn:microsoft.com/office/officeart/2005/8/layout/hierarchy1"/>
    <dgm:cxn modelId="{A4147A99-3760-4744-B887-88ADF66DDDE4}" type="presParOf" srcId="{3AB75ADC-51B3-4351-B3D4-68AB2EE58288}" destId="{E75C9F96-14F9-4935-A54F-70E53C7DF36C}" srcOrd="1" destOrd="0" presId="urn:microsoft.com/office/officeart/2005/8/layout/hierarchy1"/>
    <dgm:cxn modelId="{061E0C0D-1F9F-4CDD-8611-B5C23CFD4C47}" type="presParOf" srcId="{3F8153BD-25FD-471B-8267-1BE5ADDF187A}" destId="{D426E975-9151-45E1-9683-4FB786883C02}" srcOrd="1" destOrd="0" presId="urn:microsoft.com/office/officeart/2005/8/layout/hierarchy1"/>
    <dgm:cxn modelId="{2563AEF3-3746-4F57-AFF1-8444B39D5880}" type="presParOf" srcId="{33526A63-4989-42CF-B779-D00B71A7EF59}" destId="{5408F4CC-5166-4D59-A996-D477A69829D6}" srcOrd="1" destOrd="0" presId="urn:microsoft.com/office/officeart/2005/8/layout/hierarchy1"/>
    <dgm:cxn modelId="{43C72610-E498-4001-B816-3846C6ED0BA2}" type="presParOf" srcId="{5408F4CC-5166-4D59-A996-D477A69829D6}" destId="{FD6447F1-BBA9-4944-8B04-7E08CDB4C2FA}" srcOrd="0" destOrd="0" presId="urn:microsoft.com/office/officeart/2005/8/layout/hierarchy1"/>
    <dgm:cxn modelId="{41DD93BE-F1E9-4512-83DD-B7735F52DA52}" type="presParOf" srcId="{FD6447F1-BBA9-4944-8B04-7E08CDB4C2FA}" destId="{ED2A4AAE-5A1C-462D-8878-09B11FC049CE}" srcOrd="0" destOrd="0" presId="urn:microsoft.com/office/officeart/2005/8/layout/hierarchy1"/>
    <dgm:cxn modelId="{667E2FA1-C933-498D-AAB0-23F9A301F228}" type="presParOf" srcId="{FD6447F1-BBA9-4944-8B04-7E08CDB4C2FA}" destId="{50A09759-FE6E-4769-AC9B-D52EFFBAF83C}" srcOrd="1" destOrd="0" presId="urn:microsoft.com/office/officeart/2005/8/layout/hierarchy1"/>
    <dgm:cxn modelId="{0A80EE8A-C47A-4149-8606-8A35F9D4AED9}" type="presParOf" srcId="{5408F4CC-5166-4D59-A996-D477A69829D6}" destId="{55380F03-8ACF-4F8A-A341-2E90E3022ABE}" srcOrd="1" destOrd="0" presId="urn:microsoft.com/office/officeart/2005/8/layout/hierarchy1"/>
    <dgm:cxn modelId="{ED2B9B44-03C1-4CCB-BE4D-175552EC8CC6}" type="presParOf" srcId="{33526A63-4989-42CF-B779-D00B71A7EF59}" destId="{BE9B4DC0-6C20-44A8-9C53-A2C72093C211}" srcOrd="2" destOrd="0" presId="urn:microsoft.com/office/officeart/2005/8/layout/hierarchy1"/>
    <dgm:cxn modelId="{C0919EE8-B513-47D5-9666-0EDAEF91FCB6}" type="presParOf" srcId="{BE9B4DC0-6C20-44A8-9C53-A2C72093C211}" destId="{CDDAC1A1-4410-4B5A-BD8E-F02361A4C75D}" srcOrd="0" destOrd="0" presId="urn:microsoft.com/office/officeart/2005/8/layout/hierarchy1"/>
    <dgm:cxn modelId="{C8302FA4-7800-4B3B-A4F0-CDF4D62E008C}" type="presParOf" srcId="{CDDAC1A1-4410-4B5A-BD8E-F02361A4C75D}" destId="{3F40AA91-2C8C-45CE-A85F-BAC8DB16CC4D}" srcOrd="0" destOrd="0" presId="urn:microsoft.com/office/officeart/2005/8/layout/hierarchy1"/>
    <dgm:cxn modelId="{DD3AAC8F-FB7B-41D5-AB61-8F75B7168FC9}" type="presParOf" srcId="{CDDAC1A1-4410-4B5A-BD8E-F02361A4C75D}" destId="{A078F5CD-AED8-4A06-AB3D-A9B3055275D2}" srcOrd="1" destOrd="0" presId="urn:microsoft.com/office/officeart/2005/8/layout/hierarchy1"/>
    <dgm:cxn modelId="{937104C1-77AF-467E-B2AB-A6BFC1CF3FCC}" type="presParOf" srcId="{BE9B4DC0-6C20-44A8-9C53-A2C72093C211}" destId="{1BACDE39-0585-4DE1-8CBC-527D4FCB3D17}" srcOrd="1" destOrd="0" presId="urn:microsoft.com/office/officeart/2005/8/layout/hierarchy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832B079-7EB7-4923-BE49-5420F6BB08F5}">
      <dsp:nvSpPr>
        <dsp:cNvPr id="0" name=""/>
        <dsp:cNvSpPr/>
      </dsp:nvSpPr>
      <dsp:spPr>
        <a:xfrm>
          <a:off x="0" y="3327889"/>
          <a:ext cx="6364224" cy="2183455"/>
        </a:xfrm>
        <a:prstGeom prst="rect">
          <a:avLst/>
        </a:prstGeom>
        <a:solidFill>
          <a:schemeClr val="accent2">
            <a:hueOff val="0"/>
            <a:satOff val="0"/>
            <a:lumOff val="0"/>
            <a:alphaOff val="0"/>
          </a:schemeClr>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a:t>Les type de formats :</a:t>
          </a:r>
          <a:endParaRPr lang="en-US" sz="3700" kern="1200"/>
        </a:p>
      </dsp:txBody>
      <dsp:txXfrm>
        <a:off x="0" y="3327889"/>
        <a:ext cx="6364224" cy="1179066"/>
      </dsp:txXfrm>
    </dsp:sp>
    <dsp:sp modelId="{2C9BF001-01CE-4FE9-BD09-1DD1A5F9278C}">
      <dsp:nvSpPr>
        <dsp:cNvPr id="0" name=""/>
        <dsp:cNvSpPr/>
      </dsp:nvSpPr>
      <dsp:spPr>
        <a:xfrm>
          <a:off x="776" y="4463286"/>
          <a:ext cx="1272534" cy="1004389"/>
        </a:xfrm>
        <a:prstGeom prst="rect">
          <a:avLst/>
        </a:prstGeom>
        <a:solidFill>
          <a:schemeClr val="accent2">
            <a:tint val="40000"/>
            <a:alpha val="90000"/>
            <a:hueOff val="0"/>
            <a:satOff val="0"/>
            <a:lumOff val="0"/>
            <a:alphaOff val="0"/>
          </a:schemeClr>
        </a:solidFill>
        <a:ln w="1905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Image</a:t>
          </a:r>
          <a:endParaRPr lang="en-US" sz="2400" kern="1200"/>
        </a:p>
      </dsp:txBody>
      <dsp:txXfrm>
        <a:off x="776" y="4463286"/>
        <a:ext cx="1272534" cy="1004389"/>
      </dsp:txXfrm>
    </dsp:sp>
    <dsp:sp modelId="{515F2632-F7E2-471A-BEEE-24ABEF5F443E}">
      <dsp:nvSpPr>
        <dsp:cNvPr id="0" name=""/>
        <dsp:cNvSpPr/>
      </dsp:nvSpPr>
      <dsp:spPr>
        <a:xfrm>
          <a:off x="1273310" y="4463286"/>
          <a:ext cx="1272534" cy="1004389"/>
        </a:xfrm>
        <a:prstGeom prst="rect">
          <a:avLst/>
        </a:prstGeom>
        <a:solidFill>
          <a:schemeClr val="accent2">
            <a:tint val="40000"/>
            <a:alpha val="90000"/>
            <a:hueOff val="1683680"/>
            <a:satOff val="-15558"/>
            <a:lumOff val="-1754"/>
            <a:alphaOff val="0"/>
          </a:schemeClr>
        </a:solidFill>
        <a:ln w="19050" cap="flat" cmpd="sng" algn="ctr">
          <a:solidFill>
            <a:schemeClr val="accent2">
              <a:tint val="40000"/>
              <a:alpha val="90000"/>
              <a:hueOff val="1683680"/>
              <a:satOff val="-15558"/>
              <a:lumOff val="-175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Textuel</a:t>
          </a:r>
          <a:endParaRPr lang="en-US" sz="2400" kern="1200"/>
        </a:p>
      </dsp:txBody>
      <dsp:txXfrm>
        <a:off x="1273310" y="4463286"/>
        <a:ext cx="1272534" cy="1004389"/>
      </dsp:txXfrm>
    </dsp:sp>
    <dsp:sp modelId="{1C3E0C68-0369-47F8-BC89-69D3ECA1CD82}">
      <dsp:nvSpPr>
        <dsp:cNvPr id="0" name=""/>
        <dsp:cNvSpPr/>
      </dsp:nvSpPr>
      <dsp:spPr>
        <a:xfrm>
          <a:off x="2545844" y="4463286"/>
          <a:ext cx="1272534" cy="1004389"/>
        </a:xfrm>
        <a:prstGeom prst="rect">
          <a:avLst/>
        </a:prstGeom>
        <a:solidFill>
          <a:schemeClr val="accent2">
            <a:tint val="40000"/>
            <a:alpha val="90000"/>
            <a:hueOff val="3367359"/>
            <a:satOff val="-31116"/>
            <a:lumOff val="-3508"/>
            <a:alphaOff val="0"/>
          </a:schemeClr>
        </a:solidFill>
        <a:ln w="19050" cap="flat" cmpd="sng" algn="ctr">
          <a:solidFill>
            <a:schemeClr val="accent2">
              <a:tint val="40000"/>
              <a:alpha val="90000"/>
              <a:hueOff val="3367359"/>
              <a:satOff val="-31116"/>
              <a:lumOff val="-3508"/>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Audio</a:t>
          </a:r>
          <a:endParaRPr lang="en-US" sz="2400" kern="1200"/>
        </a:p>
      </dsp:txBody>
      <dsp:txXfrm>
        <a:off x="2545844" y="4463286"/>
        <a:ext cx="1272534" cy="1004389"/>
      </dsp:txXfrm>
    </dsp:sp>
    <dsp:sp modelId="{9214643E-FC2E-486F-80BF-198EE34F2555}">
      <dsp:nvSpPr>
        <dsp:cNvPr id="0" name=""/>
        <dsp:cNvSpPr/>
      </dsp:nvSpPr>
      <dsp:spPr>
        <a:xfrm>
          <a:off x="3818379" y="4463286"/>
          <a:ext cx="1272534" cy="1004389"/>
        </a:xfrm>
        <a:prstGeom prst="rect">
          <a:avLst/>
        </a:prstGeom>
        <a:solidFill>
          <a:schemeClr val="accent2">
            <a:tint val="40000"/>
            <a:alpha val="90000"/>
            <a:hueOff val="5051039"/>
            <a:satOff val="-46674"/>
            <a:lumOff val="-5261"/>
            <a:alphaOff val="0"/>
          </a:schemeClr>
        </a:solidFill>
        <a:ln w="19050" cap="flat" cmpd="sng" algn="ctr">
          <a:solidFill>
            <a:schemeClr val="accent2">
              <a:tint val="40000"/>
              <a:alpha val="90000"/>
              <a:hueOff val="5051039"/>
              <a:satOff val="-46674"/>
              <a:lumOff val="-526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Vidéo</a:t>
          </a:r>
          <a:endParaRPr lang="en-US" sz="2400" kern="1200"/>
        </a:p>
      </dsp:txBody>
      <dsp:txXfrm>
        <a:off x="3818379" y="4463286"/>
        <a:ext cx="1272534" cy="1004389"/>
      </dsp:txXfrm>
    </dsp:sp>
    <dsp:sp modelId="{5D5DD105-941C-4D3B-B8F3-18A43B985575}">
      <dsp:nvSpPr>
        <dsp:cNvPr id="0" name=""/>
        <dsp:cNvSpPr/>
      </dsp:nvSpPr>
      <dsp:spPr>
        <a:xfrm>
          <a:off x="5090913" y="4463286"/>
          <a:ext cx="1272534" cy="1004389"/>
        </a:xfrm>
        <a:prstGeom prst="rect">
          <a:avLst/>
        </a:prstGeom>
        <a:solidFill>
          <a:schemeClr val="accent2">
            <a:tint val="40000"/>
            <a:alpha val="90000"/>
            <a:hueOff val="6734718"/>
            <a:satOff val="-62232"/>
            <a:lumOff val="-7015"/>
            <a:alphaOff val="0"/>
          </a:schemeClr>
        </a:solidFill>
        <a:ln w="19050" cap="flat" cmpd="sng" algn="ctr">
          <a:solidFill>
            <a:schemeClr val="accent2">
              <a:tint val="40000"/>
              <a:alpha val="90000"/>
              <a:hueOff val="6734718"/>
              <a:satOff val="-62232"/>
              <a:lumOff val="-701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70688" tIns="30480" rIns="170688" bIns="30480" numCol="1" spcCol="1270" anchor="ctr" anchorCtr="0">
          <a:noAutofit/>
        </a:bodyPr>
        <a:lstStyle/>
        <a:p>
          <a:pPr marL="0" lvl="0" indent="0" algn="ctr" defTabSz="1066800">
            <a:lnSpc>
              <a:spcPct val="90000"/>
            </a:lnSpc>
            <a:spcBef>
              <a:spcPct val="0"/>
            </a:spcBef>
            <a:spcAft>
              <a:spcPct val="35000"/>
            </a:spcAft>
            <a:buNone/>
          </a:pPr>
          <a:r>
            <a:rPr lang="fr-FR" sz="2400" kern="1200"/>
            <a:t>…</a:t>
          </a:r>
          <a:endParaRPr lang="en-US" sz="2400" kern="1200"/>
        </a:p>
      </dsp:txBody>
      <dsp:txXfrm>
        <a:off x="5090913" y="4463286"/>
        <a:ext cx="1272534" cy="1004389"/>
      </dsp:txXfrm>
    </dsp:sp>
    <dsp:sp modelId="{22910CFA-8A4B-4CEB-B3D7-B4DB9D9953CD}">
      <dsp:nvSpPr>
        <dsp:cNvPr id="0" name=""/>
        <dsp:cNvSpPr/>
      </dsp:nvSpPr>
      <dsp:spPr>
        <a:xfrm rot="10800000">
          <a:off x="0" y="2486"/>
          <a:ext cx="6364224" cy="3358155"/>
        </a:xfrm>
        <a:prstGeom prst="upArrowCallout">
          <a:avLst/>
        </a:prstGeom>
        <a:solidFill>
          <a:schemeClr val="accent1"/>
        </a:solidFill>
        <a:ln w="1905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63144" tIns="263144" rIns="263144" bIns="263144" numCol="1" spcCol="1270" anchor="ctr" anchorCtr="0">
          <a:noAutofit/>
        </a:bodyPr>
        <a:lstStyle/>
        <a:p>
          <a:pPr marL="0" lvl="0" indent="0" algn="ctr" defTabSz="1644650">
            <a:lnSpc>
              <a:spcPct val="90000"/>
            </a:lnSpc>
            <a:spcBef>
              <a:spcPct val="0"/>
            </a:spcBef>
            <a:spcAft>
              <a:spcPct val="35000"/>
            </a:spcAft>
            <a:buNone/>
          </a:pPr>
          <a:r>
            <a:rPr lang="fr-FR" sz="3700" kern="1200" dirty="0"/>
            <a:t>Une modalité est un type de donnée utilisé pour représenter une information.</a:t>
          </a:r>
          <a:endParaRPr lang="en-US" sz="3700" kern="1200" dirty="0"/>
        </a:p>
      </dsp:txBody>
      <dsp:txXfrm rot="10800000">
        <a:off x="0" y="2486"/>
        <a:ext cx="6364224" cy="2182028"/>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DB12116-E00E-4707-B808-A12391D022AB}">
      <dsp:nvSpPr>
        <dsp:cNvPr id="0" name=""/>
        <dsp:cNvSpPr/>
      </dsp:nvSpPr>
      <dsp:spPr>
        <a:xfrm>
          <a:off x="788484" y="991077"/>
          <a:ext cx="844593" cy="844593"/>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4C1D8EA-9D4B-43F6-A334-424802B4382B}">
      <dsp:nvSpPr>
        <dsp:cNvPr id="0" name=""/>
        <dsp:cNvSpPr/>
      </dsp:nvSpPr>
      <dsp:spPr>
        <a:xfrm>
          <a:off x="4219"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Voiture Autonome</a:t>
          </a:r>
          <a:endParaRPr lang="en-US" sz="1800" kern="1200"/>
        </a:p>
      </dsp:txBody>
      <dsp:txXfrm>
        <a:off x="4219" y="1909082"/>
        <a:ext cx="2413125" cy="361968"/>
      </dsp:txXfrm>
    </dsp:sp>
    <dsp:sp modelId="{9F867B80-316D-4DA5-9779-9854DD9886C7}">
      <dsp:nvSpPr>
        <dsp:cNvPr id="0" name=""/>
        <dsp:cNvSpPr/>
      </dsp:nvSpPr>
      <dsp:spPr>
        <a:xfrm>
          <a:off x="4219"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err="1">
              <a:solidFill>
                <a:prstClr val="black">
                  <a:hueOff val="0"/>
                  <a:satOff val="0"/>
                  <a:lumOff val="0"/>
                  <a:alphaOff val="0"/>
                </a:prstClr>
              </a:solidFill>
              <a:latin typeface="Aptos" panose="02110004020202020204"/>
              <a:ea typeface="+mn-ea"/>
              <a:cs typeface="+mn-cs"/>
            </a:rPr>
            <a:t>LiDAR</a:t>
          </a:r>
          <a:r>
            <a:rPr lang="fr-FR" sz="1400" kern="1200" dirty="0">
              <a:solidFill>
                <a:prstClr val="black">
                  <a:hueOff val="0"/>
                  <a:satOff val="0"/>
                  <a:lumOff val="0"/>
                  <a:alphaOff val="0"/>
                </a:prstClr>
              </a:solidFill>
              <a:latin typeface="Aptos" panose="02110004020202020204"/>
              <a:ea typeface="+mn-ea"/>
              <a:cs typeface="+mn-cs"/>
            </a:rPr>
            <a:t> et Vidéo/Images</a:t>
          </a:r>
          <a:endParaRPr lang="en-US" sz="1400" kern="1200" dirty="0"/>
        </a:p>
      </dsp:txBody>
      <dsp:txXfrm>
        <a:off x="4219" y="2305196"/>
        <a:ext cx="2413125" cy="393131"/>
      </dsp:txXfrm>
    </dsp:sp>
    <dsp:sp modelId="{60342116-F6C5-4B11-A6F0-506B9648470D}">
      <dsp:nvSpPr>
        <dsp:cNvPr id="0" name=""/>
        <dsp:cNvSpPr/>
      </dsp:nvSpPr>
      <dsp:spPr>
        <a:xfrm>
          <a:off x="3623906" y="991077"/>
          <a:ext cx="844593" cy="844593"/>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9BE24BE-0A4D-4122-AF08-EAD8D0EE3B6E}">
      <dsp:nvSpPr>
        <dsp:cNvPr id="0" name=""/>
        <dsp:cNvSpPr/>
      </dsp:nvSpPr>
      <dsp:spPr>
        <a:xfrm>
          <a:off x="2839641"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Secteur médical</a:t>
          </a:r>
          <a:endParaRPr lang="en-US" sz="1800" kern="1200"/>
        </a:p>
      </dsp:txBody>
      <dsp:txXfrm>
        <a:off x="2839641" y="1909082"/>
        <a:ext cx="2413125" cy="361968"/>
      </dsp:txXfrm>
    </dsp:sp>
    <dsp:sp modelId="{E3CAACF9-D7F5-4384-A9E7-459C7B6EACC4}">
      <dsp:nvSpPr>
        <dsp:cNvPr id="0" name=""/>
        <dsp:cNvSpPr/>
      </dsp:nvSpPr>
      <dsp:spPr>
        <a:xfrm>
          <a:off x="2839641"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a:t>Détection des cancers / annotations d’images</a:t>
          </a:r>
          <a:endParaRPr lang="en-US" sz="1400" kern="1200"/>
        </a:p>
      </dsp:txBody>
      <dsp:txXfrm>
        <a:off x="2839641" y="2305196"/>
        <a:ext cx="2413125" cy="393131"/>
      </dsp:txXfrm>
    </dsp:sp>
    <dsp:sp modelId="{6EF7DE9F-65B9-45C5-8268-6F1EB7BF6F3F}">
      <dsp:nvSpPr>
        <dsp:cNvPr id="0" name=""/>
        <dsp:cNvSpPr/>
      </dsp:nvSpPr>
      <dsp:spPr>
        <a:xfrm>
          <a:off x="6459328" y="991077"/>
          <a:ext cx="844593" cy="844593"/>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17A69C89-895D-4B7E-8106-AA7901D6E924}">
      <dsp:nvSpPr>
        <dsp:cNvPr id="0" name=""/>
        <dsp:cNvSpPr/>
      </dsp:nvSpPr>
      <dsp:spPr>
        <a:xfrm>
          <a:off x="5675062"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dirty="0"/>
            <a:t>LLM</a:t>
          </a:r>
          <a:endParaRPr lang="en-US" sz="1800" kern="1200" dirty="0"/>
        </a:p>
      </dsp:txBody>
      <dsp:txXfrm>
        <a:off x="5675062" y="1909082"/>
        <a:ext cx="2413125" cy="361968"/>
      </dsp:txXfrm>
    </dsp:sp>
    <dsp:sp modelId="{91BE0AF3-2E39-423D-A683-B9950D1F9598}">
      <dsp:nvSpPr>
        <dsp:cNvPr id="0" name=""/>
        <dsp:cNvSpPr/>
      </dsp:nvSpPr>
      <dsp:spPr>
        <a:xfrm>
          <a:off x="5675062"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fr-FR" sz="1400" kern="1200" dirty="0"/>
            <a:t>Photo + texte</a:t>
          </a:r>
          <a:endParaRPr lang="en-US" sz="1400" kern="1200" dirty="0"/>
        </a:p>
      </dsp:txBody>
      <dsp:txXfrm>
        <a:off x="5675062" y="2305196"/>
        <a:ext cx="2413125" cy="393131"/>
      </dsp:txXfrm>
    </dsp:sp>
    <dsp:sp modelId="{E717C28D-5F83-497D-8E4B-642D28C9CCE8}">
      <dsp:nvSpPr>
        <dsp:cNvPr id="0" name=""/>
        <dsp:cNvSpPr/>
      </dsp:nvSpPr>
      <dsp:spPr>
        <a:xfrm>
          <a:off x="9294750" y="991077"/>
          <a:ext cx="844593" cy="844593"/>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0435921-FE07-498B-BCA8-C35147196199}">
      <dsp:nvSpPr>
        <dsp:cNvPr id="0" name=""/>
        <dsp:cNvSpPr/>
      </dsp:nvSpPr>
      <dsp:spPr>
        <a:xfrm>
          <a:off x="8510484" y="1909082"/>
          <a:ext cx="2413125" cy="361968"/>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00100">
            <a:lnSpc>
              <a:spcPct val="90000"/>
            </a:lnSpc>
            <a:spcBef>
              <a:spcPct val="0"/>
            </a:spcBef>
            <a:spcAft>
              <a:spcPct val="35000"/>
            </a:spcAft>
            <a:buNone/>
            <a:defRPr b="1"/>
          </a:pPr>
          <a:r>
            <a:rPr lang="fr-FR" sz="1800" kern="1200"/>
            <a:t>Analyse de sentiments</a:t>
          </a:r>
          <a:endParaRPr lang="en-US" sz="1800" kern="1200"/>
        </a:p>
      </dsp:txBody>
      <dsp:txXfrm>
        <a:off x="8510484" y="1909082"/>
        <a:ext cx="2413125" cy="361968"/>
      </dsp:txXfrm>
    </dsp:sp>
    <dsp:sp modelId="{20CB5D7F-AC7E-483C-8FBF-A4491D924A09}">
      <dsp:nvSpPr>
        <dsp:cNvPr id="0" name=""/>
        <dsp:cNvSpPr/>
      </dsp:nvSpPr>
      <dsp:spPr>
        <a:xfrm>
          <a:off x="8510484" y="2305196"/>
          <a:ext cx="2413125" cy="39313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622300">
            <a:lnSpc>
              <a:spcPct val="90000"/>
            </a:lnSpc>
            <a:spcBef>
              <a:spcPct val="0"/>
            </a:spcBef>
            <a:spcAft>
              <a:spcPct val="35000"/>
            </a:spcAft>
            <a:buNone/>
          </a:pPr>
          <a:r>
            <a:rPr lang="en-US" sz="1400" kern="1200" dirty="0"/>
            <a:t>Image audio </a:t>
          </a:r>
          <a:r>
            <a:rPr lang="en-US" sz="1400" kern="1200" dirty="0" err="1"/>
            <a:t>texte</a:t>
          </a:r>
          <a:endParaRPr lang="en-US" sz="1400" kern="1200" dirty="0"/>
        </a:p>
      </dsp:txBody>
      <dsp:txXfrm>
        <a:off x="8510484" y="2305196"/>
        <a:ext cx="2413125" cy="393131"/>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1AECE2B-2273-4143-8305-E4D351ED2994}">
      <dsp:nvSpPr>
        <dsp:cNvPr id="0" name=""/>
        <dsp:cNvSpPr/>
      </dsp:nvSpPr>
      <dsp:spPr>
        <a:xfrm>
          <a:off x="828914" y="969477"/>
          <a:ext cx="810000" cy="810000"/>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C709DBD9-5D6D-4237-B6C8-B66DBCEBA4AF}">
      <dsp:nvSpPr>
        <dsp:cNvPr id="0" name=""/>
        <dsp:cNvSpPr/>
      </dsp:nvSpPr>
      <dsp:spPr>
        <a:xfrm>
          <a:off x="33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kern="1200" dirty="0"/>
            <a:t>Fusion</a:t>
          </a:r>
          <a:r>
            <a:rPr lang="fr-FR" sz="2000" kern="1200" dirty="0"/>
            <a:t> </a:t>
          </a:r>
          <a:endParaRPr lang="en-US" sz="2000" kern="1200" dirty="0"/>
        </a:p>
      </dsp:txBody>
      <dsp:txXfrm>
        <a:off x="333914" y="2049612"/>
        <a:ext cx="1800000" cy="720000"/>
      </dsp:txXfrm>
    </dsp:sp>
    <dsp:sp modelId="{EDD65A80-8423-4DF1-8E79-6EDF70057F8A}">
      <dsp:nvSpPr>
        <dsp:cNvPr id="0" name=""/>
        <dsp:cNvSpPr/>
      </dsp:nvSpPr>
      <dsp:spPr>
        <a:xfrm>
          <a:off x="2943914" y="969477"/>
          <a:ext cx="810000" cy="810000"/>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5C99234B-9CF4-4102-A132-90645053C218}">
      <dsp:nvSpPr>
        <dsp:cNvPr id="0" name=""/>
        <dsp:cNvSpPr/>
      </dsp:nvSpPr>
      <dsp:spPr>
        <a:xfrm>
          <a:off x="244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err="1"/>
            <a:t>Representation</a:t>
          </a:r>
          <a:r>
            <a:rPr lang="fr-FR" sz="2000" b="0" i="0" kern="1200" baseline="0" dirty="0"/>
            <a:t> </a:t>
          </a:r>
          <a:endParaRPr lang="en-US" sz="2000" kern="1200" dirty="0"/>
        </a:p>
      </dsp:txBody>
      <dsp:txXfrm>
        <a:off x="2448914" y="2049612"/>
        <a:ext cx="1800000" cy="720000"/>
      </dsp:txXfrm>
    </dsp:sp>
    <dsp:sp modelId="{3EF79444-47EA-47DA-AE09-DD57D8E9623F}">
      <dsp:nvSpPr>
        <dsp:cNvPr id="0" name=""/>
        <dsp:cNvSpPr/>
      </dsp:nvSpPr>
      <dsp:spPr>
        <a:xfrm>
          <a:off x="5058914" y="969477"/>
          <a:ext cx="810000" cy="810000"/>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52143A5-8353-4652-BB68-409B3B0CE23D}">
      <dsp:nvSpPr>
        <dsp:cNvPr id="0" name=""/>
        <dsp:cNvSpPr/>
      </dsp:nvSpPr>
      <dsp:spPr>
        <a:xfrm>
          <a:off x="456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Translation</a:t>
          </a:r>
          <a:r>
            <a:rPr lang="fr-FR" sz="2000" b="0" i="0" kern="1200" baseline="0" dirty="0"/>
            <a:t> </a:t>
          </a:r>
          <a:endParaRPr lang="en-US" sz="2000" kern="1200" dirty="0"/>
        </a:p>
      </dsp:txBody>
      <dsp:txXfrm>
        <a:off x="4563914" y="2049612"/>
        <a:ext cx="1800000" cy="720000"/>
      </dsp:txXfrm>
    </dsp:sp>
    <dsp:sp modelId="{7FA499EB-A690-47AE-877C-1F6C506686C9}">
      <dsp:nvSpPr>
        <dsp:cNvPr id="0" name=""/>
        <dsp:cNvSpPr/>
      </dsp:nvSpPr>
      <dsp:spPr>
        <a:xfrm>
          <a:off x="7173914" y="969477"/>
          <a:ext cx="810000" cy="810000"/>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0CE6B2CE-5C63-42C8-AB97-2BD91D6255CF}">
      <dsp:nvSpPr>
        <dsp:cNvPr id="0" name=""/>
        <dsp:cNvSpPr/>
      </dsp:nvSpPr>
      <dsp:spPr>
        <a:xfrm>
          <a:off x="6678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en-US" sz="2000" b="1" kern="1200" dirty="0">
              <a:solidFill>
                <a:schemeClr val="tx1"/>
              </a:solidFill>
            </a:rPr>
            <a:t>Alignment</a:t>
          </a:r>
          <a:r>
            <a:rPr lang="fr-FR" sz="2000" b="0" i="0" kern="1200" baseline="0" dirty="0"/>
            <a:t> </a:t>
          </a:r>
          <a:endParaRPr lang="en-US" sz="2000" kern="1200" dirty="0"/>
        </a:p>
      </dsp:txBody>
      <dsp:txXfrm>
        <a:off x="6678914" y="2049612"/>
        <a:ext cx="1800000" cy="720000"/>
      </dsp:txXfrm>
    </dsp:sp>
    <dsp:sp modelId="{96CFD845-DAFC-4FB3-BB8D-D7DDB2659D25}">
      <dsp:nvSpPr>
        <dsp:cNvPr id="0" name=""/>
        <dsp:cNvSpPr/>
      </dsp:nvSpPr>
      <dsp:spPr>
        <a:xfrm>
          <a:off x="9288914" y="969477"/>
          <a:ext cx="810000" cy="810000"/>
        </a:xfrm>
        <a:prstGeom prst="rect">
          <a:avLst/>
        </a:prstGeom>
        <a:blipFill>
          <a:blip xmlns:r="http://schemas.openxmlformats.org/officeDocument/2006/relationships" r:embed="rId9">
            <a:extLst>
              <a:ext uri="{28A0092B-C50C-407E-A947-70E740481C1C}">
                <a14:useLocalDpi xmlns:a14="http://schemas.microsoft.com/office/drawing/2010/main" val="0"/>
              </a:ext>
              <a:ext uri="{96DAC541-7B7A-43D3-8B79-37D633B846F1}">
                <asvg:svgBlip xmlns:asvg="http://schemas.microsoft.com/office/drawing/2016/SVG/main" r:embed="rId10"/>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847FA4E-43E5-4878-91F1-1A5FDF3FE69D}">
      <dsp:nvSpPr>
        <dsp:cNvPr id="0" name=""/>
        <dsp:cNvSpPr/>
      </dsp:nvSpPr>
      <dsp:spPr>
        <a:xfrm>
          <a:off x="8793914" y="2049612"/>
          <a:ext cx="1800000" cy="720000"/>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0" tIns="0" rIns="0" bIns="0" numCol="1" spcCol="1270" anchor="t" anchorCtr="0">
          <a:noAutofit/>
        </a:bodyPr>
        <a:lstStyle/>
        <a:p>
          <a:pPr marL="0" lvl="0" indent="0" algn="ctr" defTabSz="889000">
            <a:lnSpc>
              <a:spcPct val="90000"/>
            </a:lnSpc>
            <a:spcBef>
              <a:spcPct val="0"/>
            </a:spcBef>
            <a:spcAft>
              <a:spcPct val="35000"/>
            </a:spcAft>
            <a:buNone/>
          </a:pPr>
          <a:r>
            <a:rPr lang="fr-FR" sz="2000" b="1" i="0" kern="1200" baseline="0" dirty="0"/>
            <a:t>Co-Learning</a:t>
          </a:r>
          <a:endParaRPr lang="en-US" sz="2000" kern="1200" dirty="0"/>
        </a:p>
      </dsp:txBody>
      <dsp:txXfrm>
        <a:off x="8793914" y="2049612"/>
        <a:ext cx="1800000" cy="720000"/>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804B9820-C6E7-40C3-A8A9-4077E82E1BE3}">
      <dsp:nvSpPr>
        <dsp:cNvPr id="0" name=""/>
        <dsp:cNvSpPr/>
      </dsp:nvSpPr>
      <dsp:spPr>
        <a:xfrm>
          <a:off x="3201"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CF909D03-147D-4B99-A308-985C86BA825E}">
      <dsp:nvSpPr>
        <dsp:cNvPr id="0" name=""/>
        <dsp:cNvSpPr/>
      </dsp:nvSpPr>
      <dsp:spPr>
        <a:xfrm>
          <a:off x="257188"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Early</a:t>
          </a:r>
          <a:r>
            <a:rPr lang="fr-FR" sz="3800" kern="1200" dirty="0"/>
            <a:t> fusion</a:t>
          </a:r>
          <a:endParaRPr lang="en-US" sz="3800" kern="1200" dirty="0"/>
        </a:p>
      </dsp:txBody>
      <dsp:txXfrm>
        <a:off x="299702" y="1282093"/>
        <a:ext cx="2200851" cy="1366505"/>
      </dsp:txXfrm>
    </dsp:sp>
    <dsp:sp modelId="{6E200CAE-02F4-435A-9F5F-8DF8FDD57B96}">
      <dsp:nvSpPr>
        <dsp:cNvPr id="0" name=""/>
        <dsp:cNvSpPr/>
      </dsp:nvSpPr>
      <dsp:spPr>
        <a:xfrm>
          <a:off x="2797054"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E73F807-594E-445B-A3C2-798643BA863A}">
      <dsp:nvSpPr>
        <dsp:cNvPr id="0" name=""/>
        <dsp:cNvSpPr/>
      </dsp:nvSpPr>
      <dsp:spPr>
        <a:xfrm>
          <a:off x="3051041"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Deep fusion</a:t>
          </a:r>
          <a:endParaRPr lang="en-US" sz="3800" kern="1200"/>
        </a:p>
      </dsp:txBody>
      <dsp:txXfrm>
        <a:off x="3093555" y="1282093"/>
        <a:ext cx="2200851" cy="1366505"/>
      </dsp:txXfrm>
    </dsp:sp>
    <dsp:sp modelId="{D7478AB1-966C-4088-8B4A-DB1B22BAD9AA}">
      <dsp:nvSpPr>
        <dsp:cNvPr id="0" name=""/>
        <dsp:cNvSpPr/>
      </dsp:nvSpPr>
      <dsp:spPr>
        <a:xfrm>
          <a:off x="5590907"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4401BF02-69BF-48E1-A46E-6A96A31B9220}">
      <dsp:nvSpPr>
        <dsp:cNvPr id="0" name=""/>
        <dsp:cNvSpPr/>
      </dsp:nvSpPr>
      <dsp:spPr>
        <a:xfrm>
          <a:off x="5844894"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dirty="0" err="1"/>
            <a:t>Late</a:t>
          </a:r>
          <a:r>
            <a:rPr lang="fr-FR" sz="3800" kern="1200" dirty="0"/>
            <a:t> fusion</a:t>
          </a:r>
          <a:endParaRPr lang="en-US" sz="3800" kern="1200" dirty="0"/>
        </a:p>
      </dsp:txBody>
      <dsp:txXfrm>
        <a:off x="5887408" y="1282093"/>
        <a:ext cx="2200851" cy="1366505"/>
      </dsp:txXfrm>
    </dsp:sp>
    <dsp:sp modelId="{33D76180-5F3B-41E8-83B5-CC336F994BA3}">
      <dsp:nvSpPr>
        <dsp:cNvPr id="0" name=""/>
        <dsp:cNvSpPr/>
      </dsp:nvSpPr>
      <dsp:spPr>
        <a:xfrm>
          <a:off x="8384760" y="998291"/>
          <a:ext cx="2285879" cy="1451533"/>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3FE338A-937A-4BAD-8783-FA5A337BD25A}">
      <dsp:nvSpPr>
        <dsp:cNvPr id="0" name=""/>
        <dsp:cNvSpPr/>
      </dsp:nvSpPr>
      <dsp:spPr>
        <a:xfrm>
          <a:off x="8638747" y="1239579"/>
          <a:ext cx="2285879" cy="1451533"/>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44780" tIns="144780" rIns="144780" bIns="144780" numCol="1" spcCol="1270" anchor="ctr" anchorCtr="0">
          <a:noAutofit/>
        </a:bodyPr>
        <a:lstStyle/>
        <a:p>
          <a:pPr marL="0" lvl="0" indent="0" algn="ctr" defTabSz="1689100">
            <a:lnSpc>
              <a:spcPct val="90000"/>
            </a:lnSpc>
            <a:spcBef>
              <a:spcPct val="0"/>
            </a:spcBef>
            <a:spcAft>
              <a:spcPct val="35000"/>
            </a:spcAft>
            <a:buNone/>
          </a:pPr>
          <a:r>
            <a:rPr lang="fr-FR" sz="3800" kern="1200"/>
            <a:t>Hybrid fusion </a:t>
          </a:r>
          <a:endParaRPr lang="en-US" sz="3800" kern="1200"/>
        </a:p>
      </dsp:txBody>
      <dsp:txXfrm>
        <a:off x="8681261" y="1282093"/>
        <a:ext cx="2200851" cy="1366505"/>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AFC9E05-6EA5-460D-AC12-599AC99C6018}">
      <dsp:nvSpPr>
        <dsp:cNvPr id="0" name=""/>
        <dsp:cNvSpPr/>
      </dsp:nvSpPr>
      <dsp:spPr>
        <a:xfrm>
          <a:off x="0"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75C9F96-14F9-4935-A54F-70E53C7DF36C}">
      <dsp:nvSpPr>
        <dsp:cNvPr id="0" name=""/>
        <dsp:cNvSpPr/>
      </dsp:nvSpPr>
      <dsp:spPr>
        <a:xfrm>
          <a:off x="341494"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Representation</a:t>
          </a:r>
          <a:endParaRPr lang="en-US" sz="3200" kern="1200" dirty="0"/>
        </a:p>
      </dsp:txBody>
      <dsp:txXfrm>
        <a:off x="398656" y="1088253"/>
        <a:ext cx="2959127" cy="1837317"/>
      </dsp:txXfrm>
    </dsp:sp>
    <dsp:sp modelId="{ED2A4AAE-5A1C-462D-8878-09B11FC049CE}">
      <dsp:nvSpPr>
        <dsp:cNvPr id="0" name=""/>
        <dsp:cNvSpPr/>
      </dsp:nvSpPr>
      <dsp:spPr>
        <a:xfrm>
          <a:off x="3756441"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0A09759-FE6E-4769-AC9B-D52EFFBAF83C}">
      <dsp:nvSpPr>
        <dsp:cNvPr id="0" name=""/>
        <dsp:cNvSpPr/>
      </dsp:nvSpPr>
      <dsp:spPr>
        <a:xfrm>
          <a:off x="4097935"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Translation</a:t>
          </a:r>
          <a:endParaRPr lang="en-US" sz="3200" kern="1200" dirty="0"/>
        </a:p>
      </dsp:txBody>
      <dsp:txXfrm>
        <a:off x="4155097" y="1088253"/>
        <a:ext cx="2959127" cy="1837317"/>
      </dsp:txXfrm>
    </dsp:sp>
    <dsp:sp modelId="{3F40AA91-2C8C-45CE-A85F-BAC8DB16CC4D}">
      <dsp:nvSpPr>
        <dsp:cNvPr id="0" name=""/>
        <dsp:cNvSpPr/>
      </dsp:nvSpPr>
      <dsp:spPr>
        <a:xfrm>
          <a:off x="7512882" y="706671"/>
          <a:ext cx="3073451" cy="1951641"/>
        </a:xfrm>
        <a:prstGeom prst="roundRect">
          <a:avLst>
            <a:gd name="adj" fmla="val 10000"/>
          </a:avLst>
        </a:prstGeom>
        <a:solidFill>
          <a:schemeClr val="dk2">
            <a:hueOff val="0"/>
            <a:satOff val="0"/>
            <a:lumOff val="0"/>
            <a:alphaOff val="0"/>
          </a:schemeClr>
        </a:solidFill>
        <a:ln w="19050" cap="flat" cmpd="sng" algn="ctr">
          <a:solidFill>
            <a:schemeClr val="l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A078F5CD-AED8-4A06-AB3D-A9B3055275D2}">
      <dsp:nvSpPr>
        <dsp:cNvPr id="0" name=""/>
        <dsp:cNvSpPr/>
      </dsp:nvSpPr>
      <dsp:spPr>
        <a:xfrm>
          <a:off x="7854377" y="1031091"/>
          <a:ext cx="3073451" cy="1951641"/>
        </a:xfrm>
        <a:prstGeom prst="roundRect">
          <a:avLst>
            <a:gd name="adj" fmla="val 10000"/>
          </a:avLst>
        </a:prstGeom>
        <a:solidFill>
          <a:schemeClr val="lt2">
            <a:alpha val="90000"/>
            <a:hueOff val="0"/>
            <a:satOff val="0"/>
            <a:lumOff val="0"/>
            <a:alphaOff val="0"/>
          </a:schemeClr>
        </a:solidFill>
        <a:ln w="19050" cap="flat" cmpd="sng" algn="ctr">
          <a:solidFill>
            <a:schemeClr val="dk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121920" tIns="121920" rIns="121920" bIns="121920" numCol="1" spcCol="1270" anchor="ctr" anchorCtr="0">
          <a:noAutofit/>
        </a:bodyPr>
        <a:lstStyle/>
        <a:p>
          <a:pPr marL="0" lvl="0" indent="0" algn="ctr" defTabSz="1422400">
            <a:lnSpc>
              <a:spcPct val="90000"/>
            </a:lnSpc>
            <a:spcBef>
              <a:spcPct val="0"/>
            </a:spcBef>
            <a:spcAft>
              <a:spcPct val="35000"/>
            </a:spcAft>
            <a:buNone/>
          </a:pPr>
          <a:r>
            <a:rPr lang="fr-FR" sz="3200" kern="1200" dirty="0"/>
            <a:t>Data </a:t>
          </a:r>
          <a:r>
            <a:rPr lang="fr-FR" sz="3200" kern="1200" dirty="0" err="1"/>
            <a:t>Alignment</a:t>
          </a:r>
          <a:endParaRPr lang="en-US" sz="3200" kern="1200" dirty="0"/>
        </a:p>
      </dsp:txBody>
      <dsp:txXfrm>
        <a:off x="7911539" y="1088253"/>
        <a:ext cx="2959127" cy="1837317"/>
      </dsp:txXfrm>
    </dsp:sp>
  </dsp:spTree>
</dsp:drawing>
</file>

<file path=ppt/diagrams/layout1.xml><?xml version="1.0" encoding="utf-8"?>
<dgm:layoutDef xmlns:dgm="http://schemas.openxmlformats.org/drawingml/2006/diagram" xmlns:a="http://schemas.openxmlformats.org/drawingml/2006/main" uniqueId="urn:microsoft.com/office/officeart/2005/8/layout/process4">
  <dgm:title val=""/>
  <dgm:desc val=""/>
  <dgm:catLst>
    <dgm:cat type="process" pri="16000"/>
    <dgm:cat type="list" pri="20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alg type="lin">
      <dgm:param type="linDir" val="fromB"/>
    </dgm:alg>
    <dgm:shape xmlns:r="http://schemas.openxmlformats.org/officeDocument/2006/relationships" r:blip="">
      <dgm:adjLst/>
    </dgm:shape>
    <dgm:presOf/>
    <dgm:constrLst>
      <dgm:constr type="h" for="ch" forName="boxAndChildren" refType="h"/>
      <dgm:constr type="h" for="ch" forName="arrowAndChildren" refType="h" refFor="ch" refForName="boxAndChildren" op="equ" fact="1.538"/>
      <dgm:constr type="w" for="ch" forName="arrowAndChildren" refType="w"/>
      <dgm:constr type="w" for="ch" forName="boxAndChildren" refType="w"/>
      <dgm:constr type="h" for="ch" forName="sp" refType="h" fact="-0.015"/>
      <dgm:constr type="primFontSz" for="des" forName="parentTextBox" val="65"/>
      <dgm:constr type="primFontSz" for="des" forName="parentTextArrow" refType="primFontSz" refFor="des" refForName="parentTextBox" op="equ"/>
      <dgm:constr type="primFontSz" for="des" forName="childTextArrow" val="65"/>
      <dgm:constr type="primFontSz" for="des" forName="childTextBox" refType="primFontSz" refFor="des" refForName="childTextArrow" op="equ"/>
    </dgm:constrLst>
    <dgm:ruleLst/>
    <dgm:forEach name="Name1" axis="ch" ptType="node" st="-1" step="-1">
      <dgm:choose name="Name2">
        <dgm:if name="Name3" axis="self" ptType="node" func="revPos" op="equ" val="1">
          <dgm:layoutNode name="boxAndChildren">
            <dgm:alg type="composite"/>
            <dgm:shape xmlns:r="http://schemas.openxmlformats.org/officeDocument/2006/relationships" r:blip="">
              <dgm:adjLst/>
            </dgm:shape>
            <dgm:presOf/>
            <dgm:choose name="Name4">
              <dgm:if name="Name5" axis="ch" ptType="node" func="cnt" op="gte" val="1">
                <dgm:constrLst>
                  <dgm:constr type="w" for="ch" forName="parentTextBox" refType="w"/>
                  <dgm:constr type="h" for="ch" forName="parentTextBox" refType="h" fact="0.54"/>
                  <dgm:constr type="t" for="ch" forName="parentTextBox"/>
                  <dgm:constr type="w" for="ch" forName="entireBox" refType="w"/>
                  <dgm:constr type="h" for="ch" forName="entireBox" refType="h"/>
                  <dgm:constr type="w" for="ch" forName="descendantBox" refType="w"/>
                  <dgm:constr type="b" for="ch" forName="descendantBox" refType="h" fact="0.98"/>
                  <dgm:constr type="h" for="ch" forName="descendantBox" refType="h" fact="0.46"/>
                </dgm:constrLst>
              </dgm:if>
              <dgm:else name="Name6">
                <dgm:constrLst>
                  <dgm:constr type="w" for="ch" forName="parentTextBox" refType="w"/>
                  <dgm:constr type="h" for="ch" forName="parentTextBox" refType="h"/>
                </dgm:constrLst>
              </dgm:else>
            </dgm:choose>
            <dgm:ruleLst/>
            <dgm:layoutNode name="parentTextBox">
              <dgm:alg type="tx"/>
              <dgm:choose name="Name7">
                <dgm:if name="Name8" axis="ch" ptType="node" func="cnt" op="gte" val="1">
                  <dgm:shape xmlns:r="http://schemas.openxmlformats.org/officeDocument/2006/relationships" type="rect" r:blip="" zOrderOff="1" hideGeom="1">
                    <dgm:adjLst/>
                  </dgm:shape>
                </dgm:if>
                <dgm:else name="Name9">
                  <dgm:shape xmlns:r="http://schemas.openxmlformats.org/officeDocument/2006/relationships" type="rect" r:blip="">
                    <dgm:adjLst/>
                  </dgm:shape>
                </dgm:else>
              </dgm:choose>
              <dgm:presOf axis="self"/>
              <dgm:constrLst/>
              <dgm:ruleLst>
                <dgm:rule type="primFontSz" val="5" fact="NaN" max="NaN"/>
              </dgm:ruleLst>
            </dgm:layoutNode>
            <dgm:choose name="Name10">
              <dgm:if name="Name11" axis="ch" ptType="node" func="cnt" op="gte" val="1">
                <dgm:layoutNode name="entireBox">
                  <dgm:alg type="sp"/>
                  <dgm:shape xmlns:r="http://schemas.openxmlformats.org/officeDocument/2006/relationships" type="rect" r:blip="">
                    <dgm:adjLst/>
                  </dgm:shape>
                  <dgm:presOf axis="self"/>
                  <dgm:constrLst/>
                  <dgm:ruleLst/>
                </dgm:layoutNode>
                <dgm:layoutNode name="descendantBox" styleLbl="fgAccFollowNode1">
                  <dgm:choose name="Name12">
                    <dgm:if name="Name13" func="var" arg="dir" op="equ" val="norm">
                      <dgm:alg type="lin"/>
                    </dgm:if>
                    <dgm:else name="Name14">
                      <dgm:alg type="lin">
                        <dgm:param type="linDir" val="fromR"/>
                      </dgm:alg>
                    </dgm:else>
                  </dgm:choose>
                  <dgm:shape xmlns:r="http://schemas.openxmlformats.org/officeDocument/2006/relationships" r:blip="">
                    <dgm:adjLst/>
                  </dgm:shape>
                  <dgm:presOf/>
                  <dgm:constrLst>
                    <dgm:constr type="w" for="ch" forName="childTextBox" refType="w"/>
                    <dgm:constr type="h" for="ch" forName="childTextBox" refType="h"/>
                  </dgm:constrLst>
                  <dgm:ruleLst/>
                  <dgm:forEach name="Name15" axis="ch" ptType="node">
                    <dgm:layoutNode name="childTextBox"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16"/>
            </dgm:choose>
          </dgm:layoutNode>
        </dgm:if>
        <dgm:else name="Name17">
          <dgm:layoutNode name="arrowAndChildren">
            <dgm:alg type="composite"/>
            <dgm:shape xmlns:r="http://schemas.openxmlformats.org/officeDocument/2006/relationships" r:blip="">
              <dgm:adjLst/>
            </dgm:shape>
            <dgm:presOf/>
            <dgm:choose name="Name18">
              <dgm:if name="Name19" axis="ch" ptType="node" func="cnt" op="gte" val="1">
                <dgm:constrLst>
                  <dgm:constr type="w" for="ch" forName="parentTextArrow" refType="w"/>
                  <dgm:constr type="t" for="ch" forName="parentTextArrow"/>
                  <dgm:constr type="h" for="ch" forName="parentTextArrow" refType="h" fact="0.351"/>
                  <dgm:constr type="w" for="ch" forName="arrow" refType="w"/>
                  <dgm:constr type="h" for="ch" forName="arrow" refType="h"/>
                  <dgm:constr type="w" for="ch" forName="descendantArrow" refType="w"/>
                  <dgm:constr type="b" for="ch" forName="descendantArrow" refType="h" fact="0.65"/>
                  <dgm:constr type="h" for="ch" forName="descendantArrow" refType="h" fact="0.299"/>
                </dgm:constrLst>
              </dgm:if>
              <dgm:else name="Name20">
                <dgm:constrLst>
                  <dgm:constr type="w" for="ch" forName="parentTextArrow" refType="w"/>
                  <dgm:constr type="h" for="ch" forName="parentTextArrow" refType="h"/>
                </dgm:constrLst>
              </dgm:else>
            </dgm:choose>
            <dgm:ruleLst/>
            <dgm:layoutNode name="parentTextArrow">
              <dgm:alg type="tx"/>
              <dgm:choose name="Name21">
                <dgm:if name="Name22" axis="ch" ptType="node" func="cnt" op="gte" val="1">
                  <dgm:shape xmlns:r="http://schemas.openxmlformats.org/officeDocument/2006/relationships" type="rect" r:blip="" zOrderOff="1" hideGeom="1">
                    <dgm:adjLst/>
                  </dgm:shape>
                </dgm:if>
                <dgm:else name="Name23">
                  <dgm:shape xmlns:r="http://schemas.openxmlformats.org/officeDocument/2006/relationships" rot="180" type="upArrowCallout" r:blip="">
                    <dgm:adjLst/>
                  </dgm:shape>
                </dgm:else>
              </dgm:choose>
              <dgm:presOf axis="self"/>
              <dgm:constrLst/>
              <dgm:ruleLst>
                <dgm:rule type="primFontSz" val="5" fact="NaN" max="NaN"/>
              </dgm:ruleLst>
            </dgm:layoutNode>
            <dgm:choose name="Name24">
              <dgm:if name="Name25" axis="ch" ptType="node" func="cnt" op="gte" val="1">
                <dgm:layoutNode name="arrow">
                  <dgm:alg type="sp"/>
                  <dgm:shape xmlns:r="http://schemas.openxmlformats.org/officeDocument/2006/relationships" rot="180" type="upArrowCallout" r:blip="">
                    <dgm:adjLst/>
                  </dgm:shape>
                  <dgm:presOf axis="self"/>
                  <dgm:constrLst/>
                  <dgm:ruleLst/>
                </dgm:layoutNode>
                <dgm:layoutNode name="descendantArrow">
                  <dgm:choose name="Name26">
                    <dgm:if name="Name27" func="var" arg="dir" op="equ" val="norm">
                      <dgm:alg type="lin"/>
                    </dgm:if>
                    <dgm:else name="Name28">
                      <dgm:alg type="lin">
                        <dgm:param type="linDir" val="fromR"/>
                      </dgm:alg>
                    </dgm:else>
                  </dgm:choose>
                  <dgm:shape xmlns:r="http://schemas.openxmlformats.org/officeDocument/2006/relationships" r:blip="">
                    <dgm:adjLst/>
                  </dgm:shape>
                  <dgm:presOf/>
                  <dgm:constrLst>
                    <dgm:constr type="w" for="ch" forName="childTextArrow" refType="w"/>
                    <dgm:constr type="h" for="ch" forName="childTextArrow" refType="h"/>
                  </dgm:constrLst>
                  <dgm:ruleLst/>
                  <dgm:forEach name="Name29" axis="ch" ptType="node">
                    <dgm:layoutNode name="childTextArrow" styleLbl="fgAccFollowNode1">
                      <dgm:varLst>
                        <dgm:bulletEnabled val="1"/>
                      </dgm:varLst>
                      <dgm:alg type="tx"/>
                      <dgm:shape xmlns:r="http://schemas.openxmlformats.org/officeDocument/2006/relationships" type="rect" r:blip="">
                        <dgm:adjLst/>
                      </dgm:shape>
                      <dgm:presOf axis="desOrSelf" ptType="node"/>
                      <dgm:constrLst>
                        <dgm:constr type="tMarg" refType="primFontSz" fact="0.1"/>
                        <dgm:constr type="bMarg" refType="primFontSz" fact="0.1"/>
                      </dgm:constrLst>
                      <dgm:ruleLst>
                        <dgm:rule type="primFontSz" val="5" fact="NaN" max="NaN"/>
                      </dgm:ruleLst>
                    </dgm:layoutNode>
                  </dgm:forEach>
                </dgm:layoutNode>
              </dgm:if>
              <dgm:else name="Name30"/>
            </dgm:choose>
          </dgm:layoutNode>
        </dgm:else>
      </dgm:choose>
      <dgm:forEach name="Name31" axis="precedSib" ptType="sibTrans" st="-1" cnt="1">
        <dgm:layoutNode name="sp">
          <dgm:alg type="sp"/>
          <dgm:shape xmlns:r="http://schemas.openxmlformats.org/officeDocument/2006/relationships" r:blip="">
            <dgm:adjLst/>
          </dgm:shape>
          <dgm:presOf axis="self"/>
          <dgm:constrLst/>
          <dgm:ruleLst/>
        </dgm:layoutNode>
      </dgm:forEach>
    </dgm:forEach>
  </dgm:layoutNode>
</dgm:layoutDef>
</file>

<file path=ppt/diagrams/layout2.xml><?xml version="1.0" encoding="utf-8"?>
<dgm:layoutDef xmlns:dgm="http://schemas.openxmlformats.org/drawingml/2006/diagram" xmlns:a="http://schemas.openxmlformats.org/drawingml/2006/main" uniqueId="urn:microsoft.com/office/officeart/2018/5/layout/CenteredIconLabelDescriptionList">
  <dgm:title val="Centered Icon Label Description List"/>
  <dgm:desc val="Use to show non-sequential or grouped chunks of information. The placeholder holds an icon or small picture, and corresponding text boxes show Level 1 and Level 2 text respectively. Works well for minimal Level 1 text accompanied by lengthier Level two text."/>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if>
      <dgm:else name="Name2">
        <dgm:alg type="lin">
          <dgm:param type="linDir" val="fromR"/>
        </dgm:alg>
      </dgm:else>
    </dgm:choose>
    <dgm:shape xmlns:r="http://schemas.openxmlformats.org/officeDocument/2006/relationships" r:blip="">
      <dgm:adjLst/>
    </dgm:shape>
    <dgm:presOf/>
    <dgm:constrLst>
      <dgm:constr type="h" for="ch" forName="compNode" refType="h" fact="0.45"/>
      <dgm:constr type="w" for="ch" forName="compNode" val="120"/>
      <dgm:constr type="w" for="ch" forName="sibTrans" refType="w" refFor="ch" refForName="compNode" fact="0.175"/>
      <dgm:constr type="primFontSz" for="des" forName="parTx" val="36"/>
      <dgm:constr type="primFontSz" for="des" forName="desTx" refType="primFontSz" refFor="des" refForName="parTx" op="lte" fact="0.75"/>
      <dgm:constr type="h" for="des" forName="compNode" op="equ"/>
      <dgm:constr type="h" for="des" forName="iconRect" op="equ"/>
      <dgm:constr type="w" for="des" forName="iconRect" op="equ"/>
      <dgm:constr type="h" for="des" forName="iconSpace" op="equ"/>
      <dgm:constr type="h" for="des" forName="parTx" op="equ"/>
      <dgm:constr type="h" for="des" forName="txSpace" op="equ"/>
      <dgm:constr type="h" for="des" forName="desTx" op="equ"/>
    </dgm:constrLst>
    <dgm:ruleLst>
      <dgm:rule type="w" for="ch" forName="compNode" val="0" fact="NaN" max="NaN"/>
    </dgm:ruleLst>
    <dgm:forEach name="Name3" axis="ch" ptType="node">
      <dgm:layoutNode name="compNode">
        <dgm:alg type="composite"/>
        <dgm:shape xmlns:r="http://schemas.openxmlformats.org/officeDocument/2006/relationships" r:blip="">
          <dgm:adjLst/>
        </dgm:shape>
        <dgm:presOf axis="self"/>
        <dgm:constrLst>
          <dgm:constr type="w" for="ch" forName="iconRect" refType="w" fact="0.35"/>
          <dgm:constr type="h" for="ch" forName="iconRect" refType="w" refFor="ch" refForName="iconRect"/>
          <dgm:constr type="ctrX" for="ch" forName="iconRect" refType="w" fact="0.5"/>
          <dgm:constr type="t" for="ch" forName="iconRect"/>
          <dgm:constr type="w" for="ch" forName="iconSpace" refType="w"/>
          <dgm:constr type="h" for="ch" forName="iconSpace" refType="h" fact="0.043"/>
          <dgm:constr type="l" for="ch" forName="iconSpace"/>
          <dgm:constr type="t" for="ch" forName="iconSpace" refType="b" refFor="ch" refForName="iconRect"/>
          <dgm:constr type="w" for="ch" forName="parTx" refType="w"/>
          <dgm:constr type="h" for="ch" forName="parTx" refType="w" fact="0.15"/>
          <dgm:constr type="l" for="ch" forName="parTx"/>
          <dgm:constr type="t" for="ch" forName="parTx" refType="b" refFor="ch" refForName="iconSpace"/>
          <dgm:constr type="h" for="ch" forName="txSpace" refType="h" fact="0.02"/>
          <dgm:constr type="w" for="ch" forName="txSpace" refType="w"/>
          <dgm:constr type="l" for="ch" forName="txSpace"/>
          <dgm:constr type="t" for="ch" forName="txSpace" refType="b" refFor="ch" refForName="parTx"/>
          <dgm:constr type="w" for="ch" forName="desTx" refType="w"/>
          <dgm:constr type="l" for="ch" forName="desTx"/>
          <dgm:constr type="t" for="ch" forName="desTx" refType="b" refFor="ch" refForName="txSpace"/>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iconSpace">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4" fact="NaN" max="NaN"/>
            <dgm:rule type="h" val="INF" fact="NaN" max="NaN"/>
          </dgm:ruleLst>
        </dgm:layoutNode>
        <dgm:layoutNode name="txSpace">
          <dgm:alg type="sp"/>
          <dgm:shape xmlns:r="http://schemas.openxmlformats.org/officeDocument/2006/relationships" r:blip="">
            <dgm:adjLst/>
          </dgm:shape>
          <dgm:presOf/>
          <dgm:constrLst/>
          <dgm:ruleLst/>
        </dgm:layoutNode>
        <dgm:layoutNode name="desTx" styleLbl="revTx">
          <dgm:varLst/>
          <dgm:alg type="tx">
            <dgm:param type="stBulletLvl" val="0"/>
            <dgm:param type="txAnchorVert" val="t"/>
          </dgm:alg>
          <dgm:shape xmlns:r="http://schemas.openxmlformats.org/officeDocument/2006/relationships" type="rect" r:blip="">
            <dgm:adjLst/>
          </dgm:shape>
          <dgm:presOf axis="des" ptType="node"/>
          <dgm:constrLst>
            <dgm:constr type="secFontSz" refType="primFontSz"/>
            <dgm:constr type="lMarg"/>
            <dgm:constr type="rMarg"/>
            <dgm:constr type="tMarg"/>
            <dgm:constr type="bMarg"/>
          </dgm:constrLst>
          <dgm:ruleLst>
            <dgm:rule type="primFontSz" val="NaN" fact="NaN" max="17"/>
            <dgm:rule type="h" val="INF" fact="NaN" max="NaN"/>
          </dgm:ruleLst>
        </dgm:layoutNode>
      </dgm:layoutNode>
      <dgm:forEach name="Name4"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defRPr b="1"/>
        </a:lvl1pPr>
        <a:lvl2pPr>
          <a:lnSpc>
            <a:spcPct val="100000"/>
          </a:lnSpc>
        </a:lvl2pPr>
      </dgm1612:lstStyle>
    </a:ext>
  </dgm:extLst>
</dgm:layoutDef>
</file>

<file path=ppt/diagrams/layout3.xml><?xml version="1.0" encoding="utf-8"?>
<dgm:layoutDef xmlns:dgm="http://schemas.openxmlformats.org/drawingml/2006/diagram" xmlns:a="http://schemas.openxmlformats.org/drawingml/2006/main" uniqueId="urn:microsoft.com/office/officeart/2018/2/layout/IconLabelList">
  <dgm:title val="Icon Label List"/>
  <dgm:desc val="Use to show non-sequential or grouped chunks of information accompanied by a related visuals. Works best with icons or small pictures with short text ca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snake">
          <dgm:param type="grDir" val="tL"/>
          <dgm:param type="flowDir" val="row"/>
          <dgm:param type="contDir" val="sameDir"/>
          <dgm:param type="off" val="ctr"/>
          <dgm:param type="vertAlign" val="mid"/>
          <dgm:param type="horzAlign" val="ctr"/>
        </dgm:alg>
      </dgm:if>
      <dgm:else name="Name2">
        <dgm:alg type="snake">
          <dgm:param type="grDir" val="tR"/>
          <dgm:param type="flowDir" val="row"/>
          <dgm:param type="contDir" val="sameDir"/>
          <dgm:param type="off" val="ctr"/>
          <dgm:param type="vertAlign" val="mid"/>
          <dgm:param type="horzAlign" val="ctr"/>
        </dgm:alg>
      </dgm:else>
    </dgm:choose>
    <dgm:shape xmlns:r="http://schemas.openxmlformats.org/officeDocument/2006/relationships" r:blip="">
      <dgm:adjLst/>
    </dgm:shape>
    <dgm:presOf/>
    <dgm:choose name="Name3">
      <dgm:if name="Name4" axis="ch" ptType="node" func="cnt" op="lte" val="2">
        <dgm:constrLst>
          <dgm:constr type="h" for="ch" forName="compNode" refType="h" fact="0.4"/>
          <dgm:constr type="w" for="ch" forName="compNode" val="120"/>
          <dgm:constr type="w" for="ch" forName="sibTrans" refType="w" refFor="ch" refForName="compNode" fact="0.175"/>
          <dgm:constr type="sp" refType="w" refFor="ch" refForName="compNode" op="equ" fact="0.25"/>
          <dgm:constr type="primFontSz" for="des" ptType="node" op="equ" val="50"/>
          <dgm:constr type="h" for="des" forName="compNode" op="equ"/>
          <dgm:constr type="h" for="des" forName="textRect" op="equ"/>
        </dgm:constrLst>
      </dgm:if>
      <dgm:if name="Name5" axis="ch" ptType="node" func="cnt" op="lte" val="4">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36"/>
          <dgm:constr type="h" for="des" forName="compNode" op="equ"/>
          <dgm:constr type="h" for="des" forName="textRect" op="equ"/>
        </dgm:constrLst>
      </dgm:if>
      <dgm:else name="Name6">
        <dgm:constrLst>
          <dgm:constr type="h" for="ch" forName="compNode" refType="h" fact="0.4"/>
          <dgm:constr type="w" for="ch" forName="compNode" refType="w"/>
          <dgm:constr type="w" for="ch" forName="sibTrans" refType="w" refFor="ch" refForName="compNode" fact="0.175"/>
          <dgm:constr type="sp" refType="w" refFor="ch" refForName="compNode" op="equ" fact="0.25"/>
          <dgm:constr type="primFontSz" for="des" ptType="node" op="equ" val="24"/>
          <dgm:constr type="h" for="des" forName="compNode" op="equ"/>
          <dgm:constr type="h" for="des" forName="textRect" op="equ"/>
        </dgm:constrLst>
      </dgm:else>
    </dgm:choose>
    <dgm:ruleLst>
      <dgm:rule type="w" for="ch" forName="compNode" val="50" fact="NaN" max="NaN"/>
    </dgm:ruleLst>
    <dgm:forEach name="Name7" axis="ch" ptType="node">
      <dgm:layoutNode name="compNode">
        <dgm:alg type="composite"/>
        <dgm:shape xmlns:r="http://schemas.openxmlformats.org/officeDocument/2006/relationships" r:blip="">
          <dgm:adjLst/>
        </dgm:shape>
        <dgm:presOf axis="self"/>
        <dgm:constrLst>
          <dgm:constr type="w" for="ch" forName="iconRect" refType="w" fact="0.45"/>
          <dgm:constr type="h" for="ch" forName="iconRect" refType="w" refFor="ch" refForName="iconRect"/>
          <dgm:constr type="ctrX" for="ch" forName="iconRect" refType="w" fact="0.5"/>
          <dgm:constr type="t" for="ch" forName="iconRect"/>
          <dgm:constr type="h" for="ch" forName="spaceRect" refType="h" fact="0.15"/>
          <dgm:constr type="w" for="ch" forName="spaceRect" refType="w"/>
          <dgm:constr type="l" for="ch" forName="spaceRect"/>
          <dgm:constr type="t" for="ch" forName="spaceRect" refType="b" refFor="ch" refForName="iconRect"/>
          <dgm:constr type="h" for="ch" forName="textRect" val="20"/>
          <dgm:constr type="w" for="ch" forName="textRect" refType="w"/>
          <dgm:constr type="l" for="ch" forName="textRect"/>
          <dgm:constr type="t" for="ch" forName="textRect" refType="b" refFor="ch" refForName="spaceRect"/>
        </dgm:constrLst>
        <dgm:ruleLst>
          <dgm:rule type="h" val="INF" fact="NaN" max="NaN"/>
        </dgm:ruleLst>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textRect" styleLbl="revTx">
          <dgm:varLst>
            <dgm:chMax val="1"/>
            <dgm:chPref val="1"/>
          </dgm:varLst>
          <dgm:alg type="tx">
            <dgm:param type="txAnchorVert" val="t"/>
          </dgm:alg>
          <dgm:shape xmlns:r="http://schemas.openxmlformats.org/officeDocument/2006/relationships" type="rect" r:blip="">
            <dgm:adjLst/>
          </dgm:shape>
          <dgm:presOf axis="self" ptType="node"/>
          <dgm:constrLst>
            <dgm:constr type="lMarg"/>
            <dgm:constr type="rMarg"/>
            <dgm:constr type="tMarg"/>
            <dgm:constr type="bMarg"/>
          </dgm:constrLst>
          <dgm:ruleLst>
            <dgm:rule type="primFontSz" val="11" fact="NaN" max="NaN"/>
            <dgm:rule type="h" val="INF" fact="NaN" max="NaN"/>
          </dgm:ruleLst>
        </dgm:layoutNode>
      </dgm:layoutNode>
      <dgm:forEach name="Name8"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dgm1612:lstStyle>
    </a:ext>
  </dgm:extLst>
</dgm:layoutDef>
</file>

<file path=ppt/diagrams/layout4.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layout5.xml><?xml version="1.0" encoding="utf-8"?>
<dgm:layoutDef xmlns:dgm="http://schemas.openxmlformats.org/drawingml/2006/diagram" xmlns:a="http://schemas.openxmlformats.org/drawingml/2006/main" uniqueId="urn:microsoft.com/office/officeart/2005/8/layout/hierarchy1">
  <dgm:title val=""/>
  <dgm:desc val=""/>
  <dgm:catLst>
    <dgm:cat type="hierarchy" pri="2000"/>
  </dgm:catLst>
  <dgm:sampData>
    <dgm:dataModel>
      <dgm:ptLst>
        <dgm:pt modelId="0" type="doc"/>
        <dgm:pt modelId="1">
          <dgm:prSet phldr="1"/>
        </dgm:pt>
        <dgm:pt modelId="2">
          <dgm:prSet phldr="1"/>
        </dgm:pt>
        <dgm:pt modelId="21">
          <dgm:prSet phldr="1"/>
        </dgm:pt>
        <dgm:pt modelId="22">
          <dgm:prSet phldr="1"/>
        </dgm:pt>
        <dgm:pt modelId="3">
          <dgm:prSet phldr="1"/>
        </dgm:pt>
        <dgm:pt modelId="31">
          <dgm:prSet phldr="1"/>
        </dgm:pt>
      </dgm:ptLst>
      <dgm:cxnLst>
        <dgm:cxn modelId="4" srcId="0" destId="1" srcOrd="0" destOrd="0"/>
        <dgm:cxn modelId="5" srcId="1" destId="2" srcOrd="0" destOrd="0"/>
        <dgm:cxn modelId="6" srcId="1" destId="3" srcOrd="1" destOrd="0"/>
        <dgm:cxn modelId="23" srcId="2" destId="21" srcOrd="0" destOrd="0"/>
        <dgm:cxn modelId="24" srcId="2" destId="22" srcOrd="1" destOrd="0"/>
        <dgm:cxn modelId="33" srcId="3" destId="31" srcOrd="0" destOrd="0"/>
      </dgm:cxnLst>
      <dgm:bg/>
      <dgm:whole/>
    </dgm:dataModel>
  </dgm:sampData>
  <dgm:styleData>
    <dgm:dataModel>
      <dgm:ptLst>
        <dgm:pt modelId="0" type="doc"/>
        <dgm:pt modelId="1"/>
        <dgm:pt modelId="11"/>
        <dgm:pt modelId="12"/>
      </dgm:ptLst>
      <dgm:cxnLst>
        <dgm:cxn modelId="2" srcId="0" destId="1" srcOrd="0" destOrd="0"/>
        <dgm:cxn modelId="13" srcId="1" destId="11" srcOrd="0" destOrd="0"/>
        <dgm:cxn modelId="14" srcId="1" destId="12" srcOrd="1" destOrd="0"/>
      </dgm:cxnLst>
      <dgm:bg/>
      <dgm:whole/>
    </dgm:dataModel>
  </dgm:styleData>
  <dgm:clrData>
    <dgm:dataModel>
      <dgm:ptLst>
        <dgm:pt modelId="0" type="doc"/>
        <dgm:pt modelId="1"/>
        <dgm:pt modelId="2"/>
        <dgm:pt modelId="21"/>
        <dgm:pt modelId="211"/>
        <dgm:pt modelId="3"/>
        <dgm:pt modelId="31"/>
        <dgm:pt modelId="311"/>
      </dgm:ptLst>
      <dgm:cxnLst>
        <dgm:cxn modelId="4" srcId="0" destId="1" srcOrd="0" destOrd="0"/>
        <dgm:cxn modelId="5" srcId="1" destId="2" srcOrd="0" destOrd="0"/>
        <dgm:cxn modelId="6" srcId="1" destId="3" srcOrd="1" destOrd="0"/>
        <dgm:cxn modelId="23" srcId="2" destId="21" srcOrd="0" destOrd="0"/>
        <dgm:cxn modelId="24" srcId="21" destId="211" srcOrd="0" destOrd="0"/>
        <dgm:cxn modelId="33" srcId="3" destId="31" srcOrd="0" destOrd="0"/>
        <dgm:cxn modelId="34" srcId="31" destId="311" srcOrd="0" destOrd="0"/>
      </dgm:cxnLst>
      <dgm:bg/>
      <dgm:whole/>
    </dgm:dataModel>
  </dgm:clrData>
  <dgm:layoutNode name="hierChild1">
    <dgm:varLst>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primFontSz" for="des" ptType="node" op="equ" val="65"/>
      <dgm:constr type="w" for="des" forName="composite" refType="w"/>
      <dgm:constr type="h" for="des" forName="composite" refType="w" refFor="des" refForName="composite" fact="0.667"/>
      <dgm:constr type="w" for="des" forName="composite2" refType="w" refFor="des" refForName="composite"/>
      <dgm:constr type="h" for="des" forName="composite2" refType="h" refFor="des" refForName="composite"/>
      <dgm:constr type="w" for="des" forName="composite3" refType="w" refFor="des" refForName="composite"/>
      <dgm:constr type="h" for="des" forName="composite3" refType="h" refFor="des" refForName="composite"/>
      <dgm:constr type="w" for="des" forName="composite4" refType="w" refFor="des" refForName="composite"/>
      <dgm:constr type="h" for="des" forName="composite4" refType="h" refFor="des" refForName="composite"/>
      <dgm:constr type="w" for="des" forName="composite5" refType="w" refFor="des" refForName="composite"/>
      <dgm:constr type="h" for="des" forName="composite5" refType="h" refFor="des" refForName="composite"/>
      <dgm:constr type="sibSp" refType="w" refFor="des" refForName="composite" fact="0.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p" for="des" forName="hierRoot1" refType="h" refFor="des" refForName="composite" fact="0.25"/>
      <dgm:constr type="sp" for="des" forName="hierRoot2" refType="sp" refFor="des" refForName="hierRoot1"/>
      <dgm:constr type="sp" for="des" forName="hierRoot3" refType="sp" refFor="des" refForName="hierRoot1"/>
      <dgm:constr type="sp" for="des" forName="hierRoot4" refType="sp" refFor="des" refForName="hierRoot1"/>
      <dgm:constr type="sp" for="des" forName="hierRoot5" refType="sp" refFor="des" refForName="hierRoot1"/>
    </dgm:constrLst>
    <dgm:ruleLst/>
    <dgm:forEach name="Name3" axis="ch">
      <dgm:forEach name="Name4" axis="self" ptType="node">
        <dgm:layoutNode name="hierRoot1">
          <dgm:alg type="hierRoot"/>
          <dgm:shape xmlns:r="http://schemas.openxmlformats.org/officeDocument/2006/relationships" r:blip="">
            <dgm:adjLst/>
          </dgm:shape>
          <dgm:presOf/>
          <dgm:constrLst>
            <dgm:constr type="bendDist" for="des" ptType="parTrans" refType="sp" fact="0.5"/>
          </dgm:constrLst>
          <dgm:ruleLst/>
          <dgm:layoutNode name="composite">
            <dgm:alg type="composite"/>
            <dgm:shape xmlns:r="http://schemas.openxmlformats.org/officeDocument/2006/relationships" r:blip="">
              <dgm:adjLst/>
            </dgm:shape>
            <dgm:presOf/>
            <dgm:constrLst>
              <dgm:constr type="w" for="ch" forName="background" refType="w" fact="0.9"/>
              <dgm:constr type="h" for="ch" forName="background" refType="w" refFor="ch" refForName="background" fact="0.635"/>
              <dgm:constr type="t" for="ch" forName="background"/>
              <dgm:constr type="l" for="ch" forName="background"/>
              <dgm:constr type="w" for="ch" forName="text" refType="w" fact="0.9"/>
              <dgm:constr type="h" for="ch" forName="text" refType="w" refFor="ch" refForName="text" fact="0.635"/>
              <dgm:constr type="t" for="ch" forName="text" refType="w" fact="0.095"/>
              <dgm:constr type="l" for="ch" forName="text" refType="w" fact="0.1"/>
            </dgm:constrLst>
            <dgm:ruleLst/>
            <dgm:layoutNode name="background" styleLbl="node0" moveWith="text">
              <dgm:alg type="sp"/>
              <dgm:shape xmlns:r="http://schemas.openxmlformats.org/officeDocument/2006/relationships" type="roundRect" r:blip="">
                <dgm:adjLst>
                  <dgm:adj idx="1" val="0.1"/>
                </dgm:adjLst>
              </dgm:shape>
              <dgm:presOf/>
              <dgm:constrLst/>
              <dgm:ruleLst/>
            </dgm:layoutNode>
            <dgm:layoutNode name="text" styleLbl="fgAcc0">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2">
            <dgm:choose name="Name5">
              <dgm:if name="Name6" func="var" arg="dir" op="equ" val="norm">
                <dgm:alg type="hierChild">
                  <dgm:param type="linDir" val="fromL"/>
                </dgm:alg>
              </dgm:if>
              <dgm:else name="Name7">
                <dgm:alg type="hierChild">
                  <dgm:param type="linDir" val="fromR"/>
                </dgm:alg>
              </dgm:else>
            </dgm:choose>
            <dgm:shape xmlns:r="http://schemas.openxmlformats.org/officeDocument/2006/relationships" r:blip="">
              <dgm:adjLst/>
            </dgm:shape>
            <dgm:presOf/>
            <dgm:constrLst/>
            <dgm:ruleLst/>
            <dgm:forEach name="Name8" axis="ch">
              <dgm:forEach name="Name9" axis="self" ptType="parTrans" cnt="1">
                <dgm:layoutNode name="Name10">
                  <dgm:alg type="conn">
                    <dgm:param type="dim" val="1D"/>
                    <dgm:param type="endSty" val="noArr"/>
                    <dgm:param type="connRout" val="bend"/>
                    <dgm:param type="bendPt" val="end"/>
                    <dgm:param type="begPts" val="bCtr"/>
                    <dgm:param type="endPts" val="tCtr"/>
                    <dgm:param type="srcNode" val="background"/>
                    <dgm:param type="dstNode" val="background2"/>
                  </dgm:alg>
                  <dgm:shape xmlns:r="http://schemas.openxmlformats.org/officeDocument/2006/relationships" type="conn" r:blip="" zOrderOff="-999">
                    <dgm:adjLst/>
                  </dgm:shape>
                  <dgm:presOf axis="self"/>
                  <dgm:constrLst>
                    <dgm:constr type="begPad"/>
                    <dgm:constr type="endPad"/>
                  </dgm:constrLst>
                  <dgm:ruleLst/>
                </dgm:layoutNode>
              </dgm:forEach>
              <dgm:forEach name="Name11" axis="self" ptType="node">
                <dgm:layoutNode name="hierRoot2">
                  <dgm:alg type="hierRoot"/>
                  <dgm:shape xmlns:r="http://schemas.openxmlformats.org/officeDocument/2006/relationships" r:blip="">
                    <dgm:adjLst/>
                  </dgm:shape>
                  <dgm:presOf/>
                  <dgm:constrLst>
                    <dgm:constr type="bendDist" for="des" ptType="parTrans" refType="sp" fact="0.5"/>
                  </dgm:constrLst>
                  <dgm:ruleLst/>
                  <dgm:layoutNode name="composite2">
                    <dgm:alg type="composite"/>
                    <dgm:shape xmlns:r="http://schemas.openxmlformats.org/officeDocument/2006/relationships" r:blip="">
                      <dgm:adjLst/>
                    </dgm:shape>
                    <dgm:presOf/>
                    <dgm:constrLst>
                      <dgm:constr type="w" for="ch" forName="background2" refType="w" fact="0.9"/>
                      <dgm:constr type="h" for="ch" forName="background2" refType="w" refFor="ch" refForName="background2" fact="0.635"/>
                      <dgm:constr type="t" for="ch" forName="background2"/>
                      <dgm:constr type="l" for="ch" forName="background2"/>
                      <dgm:constr type="w" for="ch" forName="text2" refType="w" fact="0.9"/>
                      <dgm:constr type="h" for="ch" forName="text2" refType="w" refFor="ch" refForName="text2" fact="0.635"/>
                      <dgm:constr type="t" for="ch" forName="text2" refType="w" fact="0.095"/>
                      <dgm:constr type="l" for="ch" forName="text2" refType="w" fact="0.1"/>
                    </dgm:constrLst>
                    <dgm:ruleLst/>
                    <dgm:layoutNode name="background2" moveWith="text2">
                      <dgm:alg type="sp"/>
                      <dgm:shape xmlns:r="http://schemas.openxmlformats.org/officeDocument/2006/relationships" type="roundRect" r:blip="">
                        <dgm:adjLst>
                          <dgm:adj idx="1" val="0.1"/>
                        </dgm:adjLst>
                      </dgm:shape>
                      <dgm:presOf/>
                      <dgm:constrLst/>
                      <dgm:ruleLst/>
                    </dgm:layoutNode>
                    <dgm:layoutNode name="text2" styleLbl="fgAcc2">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3">
                    <dgm:choose name="Name12">
                      <dgm:if name="Name13" func="var" arg="dir" op="equ" val="norm">
                        <dgm:alg type="hierChild">
                          <dgm:param type="linDir" val="fromL"/>
                        </dgm:alg>
                      </dgm:if>
                      <dgm:else name="Name14">
                        <dgm:alg type="hierChild">
                          <dgm:param type="linDir" val="fromR"/>
                        </dgm:alg>
                      </dgm:else>
                    </dgm:choose>
                    <dgm:shape xmlns:r="http://schemas.openxmlformats.org/officeDocument/2006/relationships" r:blip="">
                      <dgm:adjLst/>
                    </dgm:shape>
                    <dgm:presOf/>
                    <dgm:constrLst/>
                    <dgm:ruleLst/>
                    <dgm:forEach name="Name15" axis="ch">
                      <dgm:forEach name="Name16" axis="self" ptType="parTrans" cnt="1">
                        <dgm:layoutNode name="Name17">
                          <dgm:alg type="conn">
                            <dgm:param type="dim" val="1D"/>
                            <dgm:param type="endSty" val="noArr"/>
                            <dgm:param type="connRout" val="bend"/>
                            <dgm:param type="bendPt" val="end"/>
                            <dgm:param type="begPts" val="bCtr"/>
                            <dgm:param type="endPts" val="tCtr"/>
                            <dgm:param type="srcNode" val="background2"/>
                            <dgm:param type="dstNode" val="background3"/>
                          </dgm:alg>
                          <dgm:shape xmlns:r="http://schemas.openxmlformats.org/officeDocument/2006/relationships" type="conn" r:blip="" zOrderOff="-999">
                            <dgm:adjLst/>
                          </dgm:shape>
                          <dgm:presOf axis="self"/>
                          <dgm:constrLst>
                            <dgm:constr type="begPad"/>
                            <dgm:constr type="endPad"/>
                          </dgm:constrLst>
                          <dgm:ruleLst/>
                        </dgm:layoutNode>
                      </dgm:forEach>
                      <dgm:forEach name="Name18" axis="self" ptType="node">
                        <dgm:layoutNode name="hierRoot3">
                          <dgm:alg type="hierRoot"/>
                          <dgm:shape xmlns:r="http://schemas.openxmlformats.org/officeDocument/2006/relationships" r:blip="">
                            <dgm:adjLst/>
                          </dgm:shape>
                          <dgm:presOf/>
                          <dgm:constrLst>
                            <dgm:constr type="bendDist" for="des" ptType="parTrans" refType="sp" fact="0.5"/>
                          </dgm:constrLst>
                          <dgm:ruleLst/>
                          <dgm:layoutNode name="composite3">
                            <dgm:alg type="composite"/>
                            <dgm:shape xmlns:r="http://schemas.openxmlformats.org/officeDocument/2006/relationships" r:blip="">
                              <dgm:adjLst/>
                            </dgm:shape>
                            <dgm:presOf/>
                            <dgm:constrLst>
                              <dgm:constr type="w" for="ch" forName="background3" refType="w" fact="0.9"/>
                              <dgm:constr type="h" for="ch" forName="background3" refType="w" refFor="ch" refForName="background3" fact="0.635"/>
                              <dgm:constr type="t" for="ch" forName="background3"/>
                              <dgm:constr type="l" for="ch" forName="background3"/>
                              <dgm:constr type="w" for="ch" forName="text3" refType="w" fact="0.9"/>
                              <dgm:constr type="h" for="ch" forName="text3" refType="w" refFor="ch" refForName="text3" fact="0.635"/>
                              <dgm:constr type="t" for="ch" forName="text3" refType="w" fact="0.095"/>
                              <dgm:constr type="l" for="ch" forName="text3" refType="w" fact="0.1"/>
                            </dgm:constrLst>
                            <dgm:ruleLst/>
                            <dgm:layoutNode name="background3" moveWith="text3">
                              <dgm:alg type="sp"/>
                              <dgm:shape xmlns:r="http://schemas.openxmlformats.org/officeDocument/2006/relationships" type="roundRect" r:blip="">
                                <dgm:adjLst>
                                  <dgm:adj idx="1" val="0.1"/>
                                </dgm:adjLst>
                              </dgm:shape>
                              <dgm:presOf/>
                              <dgm:constrLst/>
                              <dgm:ruleLst/>
                            </dgm:layoutNode>
                            <dgm:layoutNode name="text3" styleLbl="fgAcc3">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4">
                            <dgm:choose name="Name19">
                              <dgm:if name="Name20" func="var" arg="dir" op="equ" val="norm">
                                <dgm:alg type="hierChild">
                                  <dgm:param type="linDir" val="fromL"/>
                                </dgm:alg>
                              </dgm:if>
                              <dgm:else name="Name21">
                                <dgm:alg type="hierChild">
                                  <dgm:param type="linDir" val="fromR"/>
                                </dgm:alg>
                              </dgm:else>
                            </dgm:choose>
                            <dgm:shape xmlns:r="http://schemas.openxmlformats.org/officeDocument/2006/relationships" r:blip="">
                              <dgm:adjLst/>
                            </dgm:shape>
                            <dgm:presOf/>
                            <dgm:constrLst/>
                            <dgm:ruleLst/>
                            <dgm:forEach name="repeat" axis="ch">
                              <dgm:forEach name="Name22" axis="self" ptType="parTrans" cnt="1">
                                <dgm:layoutNode name="Name23">
                                  <dgm:choose name="Name24">
                                    <dgm:if name="Name25" axis="self" func="depth" op="lte" val="4">
                                      <dgm:alg type="conn">
                                        <dgm:param type="dim" val="1D"/>
                                        <dgm:param type="endSty" val="noArr"/>
                                        <dgm:param type="connRout" val="bend"/>
                                        <dgm:param type="bendPt" val="end"/>
                                        <dgm:param type="begPts" val="bCtr"/>
                                        <dgm:param type="endPts" val="tCtr"/>
                                        <dgm:param type="srcNode" val="background3"/>
                                        <dgm:param type="dstNode" val="background4"/>
                                      </dgm:alg>
                                    </dgm:if>
                                    <dgm:else name="Name26">
                                      <dgm:alg type="conn">
                                        <dgm:param type="dim" val="1D"/>
                                        <dgm:param type="endSty" val="noArr"/>
                                        <dgm:param type="connRout" val="bend"/>
                                        <dgm:param type="bendPt" val="end"/>
                                        <dgm:param type="begPts" val="bCtr"/>
                                        <dgm:param type="endPts" val="tCtr"/>
                                        <dgm:param type="srcNode" val="background4"/>
                                        <dgm:param type="dstNode" val="background4"/>
                                      </dgm:alg>
                                    </dgm:else>
                                  </dgm:choose>
                                  <dgm:shape xmlns:r="http://schemas.openxmlformats.org/officeDocument/2006/relationships" type="conn" r:blip="" zOrderOff="-999">
                                    <dgm:adjLst/>
                                  </dgm:shape>
                                  <dgm:presOf axis="self"/>
                                  <dgm:constrLst>
                                    <dgm:constr type="begPad"/>
                                    <dgm:constr type="endPad"/>
                                  </dgm:constrLst>
                                  <dgm:ruleLst/>
                                </dgm:layoutNode>
                              </dgm:forEach>
                              <dgm:forEach name="Name27" axis="self" ptType="node">
                                <dgm:layoutNode name="hierRoot4">
                                  <dgm:alg type="hierRoot"/>
                                  <dgm:shape xmlns:r="http://schemas.openxmlformats.org/officeDocument/2006/relationships" r:blip="">
                                    <dgm:adjLst/>
                                  </dgm:shape>
                                  <dgm:presOf/>
                                  <dgm:constrLst>
                                    <dgm:constr type="bendDist" for="des" ptType="parTrans" refType="sp" fact="0.5"/>
                                  </dgm:constrLst>
                                  <dgm:ruleLst/>
                                  <dgm:layoutNode name="composite4">
                                    <dgm:alg type="composite"/>
                                    <dgm:shape xmlns:r="http://schemas.openxmlformats.org/officeDocument/2006/relationships" r:blip="">
                                      <dgm:adjLst/>
                                    </dgm:shape>
                                    <dgm:presOf/>
                                    <dgm:constrLst>
                                      <dgm:constr type="w" for="ch" forName="background4" refType="w" fact="0.9"/>
                                      <dgm:constr type="h" for="ch" forName="background4" refType="w" refFor="ch" refForName="background4" fact="0.635"/>
                                      <dgm:constr type="t" for="ch" forName="background4"/>
                                      <dgm:constr type="l" for="ch" forName="background4"/>
                                      <dgm:constr type="w" for="ch" forName="text4" refType="w" fact="0.9"/>
                                      <dgm:constr type="h" for="ch" forName="text4" refType="w" refFor="ch" refForName="text4" fact="0.635"/>
                                      <dgm:constr type="t" for="ch" forName="text4" refType="w" fact="0.095"/>
                                      <dgm:constr type="l" for="ch" forName="text4" refType="w" fact="0.1"/>
                                    </dgm:constrLst>
                                    <dgm:ruleLst/>
                                    <dgm:layoutNode name="background4" moveWith="text4">
                                      <dgm:alg type="sp"/>
                                      <dgm:shape xmlns:r="http://schemas.openxmlformats.org/officeDocument/2006/relationships" type="roundRect" r:blip="">
                                        <dgm:adjLst>
                                          <dgm:adj idx="1" val="0.1"/>
                                        </dgm:adjLst>
                                      </dgm:shape>
                                      <dgm:presOf/>
                                      <dgm:constrLst/>
                                      <dgm:ruleLst/>
                                    </dgm:layoutNode>
                                    <dgm:layoutNode name="text4" styleLbl="fgAcc4">
                                      <dgm:varLst>
                                        <dgm:chPref val="3"/>
                                      </dgm:varLst>
                                      <dgm:alg type="tx"/>
                                      <dgm:shape xmlns:r="http://schemas.openxmlformats.org/officeDocument/2006/relationships" type="roundRect" r:blip="">
                                        <dgm:adjLst>
                                          <dgm:adj idx="1" val="0.1"/>
                                        </dgm:adjLst>
                                      </dgm:shape>
                                      <dgm:presOf axis="self"/>
                                      <dgm:constrLst>
                                        <dgm:constr type="tMarg" refType="primFontSz" fact="0.3"/>
                                        <dgm:constr type="bMarg" refType="primFontSz" fact="0.3"/>
                                        <dgm:constr type="lMarg" refType="primFontSz" fact="0.3"/>
                                        <dgm:constr type="rMarg" refType="primFontSz" fact="0.3"/>
                                      </dgm:constrLst>
                                      <dgm:ruleLst>
                                        <dgm:rule type="primFontSz" val="5" fact="NaN" max="NaN"/>
                                      </dgm:ruleLst>
                                    </dgm:layoutNode>
                                  </dgm:layoutNode>
                                  <dgm:layoutNode name="hierChild5">
                                    <dgm:choose name="Name28">
                                      <dgm:if name="Name29" func="var" arg="dir" op="equ" val="norm">
                                        <dgm:alg type="hierChild">
                                          <dgm:param type="linDir" val="fromL"/>
                                        </dgm:alg>
                                      </dgm:if>
                                      <dgm:else name="Name30">
                                        <dgm:alg type="hierChild">
                                          <dgm:param type="linDir" val="fromR"/>
                                        </dgm:alg>
                                      </dgm:else>
                                    </dgm:choose>
                                    <dgm:shape xmlns:r="http://schemas.openxmlformats.org/officeDocument/2006/relationships" r:blip="">
                                      <dgm:adjLst/>
                                    </dgm:shape>
                                    <dgm:presOf/>
                                    <dgm:constrLst/>
                                    <dgm:ruleLst/>
                                    <dgm:forEach name="Name31" ref="repeat"/>
                                  </dgm:layoutNode>
                                </dgm:layoutNode>
                              </dgm:forEach>
                            </dgm:forEach>
                          </dgm:layoutNode>
                        </dgm:layoutNode>
                      </dgm:forEach>
                    </dgm:forEach>
                  </dgm:layoutNode>
                </dgm:layoutNode>
              </dgm:forEach>
            </dgm:forEach>
          </dgm:layoutNode>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e l'en-tête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FR"/>
          </a:p>
        </p:txBody>
      </p:sp>
      <p:sp>
        <p:nvSpPr>
          <p:cNvPr id="3" name="Espace réservé de la date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FD1E85C-B242-45CA-A591-1CB75F4C12E8}" type="datetimeFigureOut">
              <a:rPr lang="fr-FR" smtClean="0"/>
              <a:t>26/01/2026</a:t>
            </a:fld>
            <a:endParaRPr lang="fr-FR"/>
          </a:p>
        </p:txBody>
      </p:sp>
      <p:sp>
        <p:nvSpPr>
          <p:cNvPr id="4" name="Espace réservé de l'image des diapositives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FR"/>
          </a:p>
        </p:txBody>
      </p:sp>
      <p:sp>
        <p:nvSpPr>
          <p:cNvPr id="5" name="Espace réservé des note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6" name="Espace réservé du pied de page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FR"/>
          </a:p>
        </p:txBody>
      </p:sp>
      <p:sp>
        <p:nvSpPr>
          <p:cNvPr id="7" name="Espace réservé du numéro de diapositive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1639CAE-AB21-4710-80C8-BF7B7344CF34}" type="slidenum">
              <a:rPr lang="fr-FR" smtClean="0"/>
              <a:t>‹N°›</a:t>
            </a:fld>
            <a:endParaRPr lang="fr-FR"/>
          </a:p>
        </p:txBody>
      </p:sp>
    </p:spTree>
    <p:extLst>
      <p:ext uri="{BB962C8B-B14F-4D97-AF65-F5344CB8AC3E}">
        <p14:creationId xmlns:p14="http://schemas.microsoft.com/office/powerpoint/2010/main" val="114240181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a:t>
            </a:fld>
            <a:endParaRPr lang="fr-FR"/>
          </a:p>
        </p:txBody>
      </p:sp>
    </p:spTree>
    <p:extLst>
      <p:ext uri="{BB962C8B-B14F-4D97-AF65-F5344CB8AC3E}">
        <p14:creationId xmlns:p14="http://schemas.microsoft.com/office/powerpoint/2010/main" val="247170952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Agenda / plan</a:t>
            </a:r>
          </a:p>
          <a:p>
            <a:r>
              <a:rPr lang="fr-FR" dirty="0"/>
              <a:t>Introduction </a:t>
            </a:r>
          </a:p>
          <a:p>
            <a:r>
              <a:rPr lang="fr-FR" dirty="0"/>
              <a:t>Outils de la multimodalité </a:t>
            </a:r>
          </a:p>
          <a:p>
            <a:r>
              <a:rPr lang="fr-FR" dirty="0"/>
              <a:t>Résumé  </a:t>
            </a:r>
          </a:p>
          <a:p>
            <a:r>
              <a:rPr lang="fr-FR" dirty="0"/>
              <a:t>Techno de fusion </a:t>
            </a:r>
          </a:p>
          <a:p>
            <a:r>
              <a:rPr lang="fr-FR" dirty="0"/>
              <a:t>…</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a:t>
            </a:fld>
            <a:endParaRPr lang="fr-FR"/>
          </a:p>
        </p:txBody>
      </p:sp>
    </p:spTree>
    <p:extLst>
      <p:ext uri="{BB962C8B-B14F-4D97-AF65-F5344CB8AC3E}">
        <p14:creationId xmlns:p14="http://schemas.microsoft.com/office/powerpoint/2010/main" val="19402040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sz="1200" kern="1200" dirty="0">
                <a:solidFill>
                  <a:schemeClr val="tx1"/>
                </a:solidFill>
                <a:effectLst/>
                <a:latin typeface="+mn-lt"/>
                <a:ea typeface="+mn-ea"/>
                <a:cs typeface="+mn-cs"/>
              </a:rPr>
              <a:t>Une </a:t>
            </a:r>
            <a:r>
              <a:rPr lang="es-AR" sz="1200" kern="1200" dirty="0" err="1">
                <a:solidFill>
                  <a:schemeClr val="tx1"/>
                </a:solidFill>
                <a:effectLst/>
                <a:latin typeface="+mn-lt"/>
                <a:ea typeface="+mn-ea"/>
                <a:cs typeface="+mn-cs"/>
              </a:rPr>
              <a:t>modalité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correspond</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au</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format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utilisé</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pour</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transmettre</a:t>
            </a:r>
            <a:r>
              <a:rPr lang="es-AR" sz="1200" kern="1200" dirty="0">
                <a:solidFill>
                  <a:schemeClr val="tx1"/>
                </a:solidFill>
                <a:effectLst/>
                <a:latin typeface="+mn-lt"/>
                <a:ea typeface="+mn-ea"/>
                <a:cs typeface="+mn-cs"/>
              </a:rPr>
              <a:t> une </a:t>
            </a:r>
            <a:r>
              <a:rPr lang="es-AR" sz="1200" kern="1200" dirty="0" err="1">
                <a:solidFill>
                  <a:schemeClr val="tx1"/>
                </a:solidFill>
                <a:effectLst/>
                <a:latin typeface="+mn-lt"/>
                <a:ea typeface="+mn-ea"/>
                <a:cs typeface="+mn-cs"/>
              </a:rPr>
              <a:t>information</a:t>
            </a:r>
            <a:r>
              <a:rPr lang="es-AR" sz="1200" kern="1200" dirty="0">
                <a:solidFill>
                  <a:schemeClr val="tx1"/>
                </a:solidFill>
                <a:effectLst/>
                <a:latin typeface="+mn-lt"/>
                <a:ea typeface="+mn-ea"/>
                <a:cs typeface="+mn-cs"/>
              </a:rPr>
              <a:t>. Elle </a:t>
            </a:r>
            <a:r>
              <a:rPr lang="es-AR" sz="1200" kern="1200" dirty="0" err="1">
                <a:solidFill>
                  <a:schemeClr val="tx1"/>
                </a:solidFill>
                <a:effectLst/>
                <a:latin typeface="+mn-lt"/>
                <a:ea typeface="+mn-ea"/>
                <a:cs typeface="+mn-cs"/>
              </a:rPr>
              <a:t>peut</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prendre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plusieurs</a:t>
            </a:r>
            <a:r>
              <a:rPr lang="es-AR" sz="1200" kern="1200" dirty="0">
                <a:solidFill>
                  <a:schemeClr val="tx1"/>
                </a:solidFill>
                <a:effectLst/>
                <a:latin typeface="+mn-lt"/>
                <a:ea typeface="+mn-ea"/>
                <a:cs typeface="+mn-cs"/>
              </a:rPr>
              <a:t> formes : audio, </a:t>
            </a:r>
            <a:r>
              <a:rPr lang="es-AR" sz="1200" kern="1200" dirty="0" err="1">
                <a:solidFill>
                  <a:schemeClr val="tx1"/>
                </a:solidFill>
                <a:effectLst/>
                <a:latin typeface="+mn-lt"/>
                <a:ea typeface="+mn-ea"/>
                <a:cs typeface="+mn-cs"/>
              </a:rPr>
              <a:t>texte</a:t>
            </a:r>
            <a:r>
              <a:rPr lang="es-AR" sz="1200" kern="1200" dirty="0">
                <a:solidFill>
                  <a:schemeClr val="tx1"/>
                </a:solidFill>
                <a:effectLst/>
                <a:latin typeface="+mn-lt"/>
                <a:ea typeface="+mn-ea"/>
                <a:cs typeface="+mn-cs"/>
              </a:rPr>
              <a:t>, </a:t>
            </a:r>
            <a:r>
              <a:rPr lang="es-AR" sz="1200" kern="1200" dirty="0" err="1">
                <a:solidFill>
                  <a:schemeClr val="tx1"/>
                </a:solidFill>
                <a:effectLst/>
                <a:latin typeface="+mn-lt"/>
                <a:ea typeface="+mn-ea"/>
                <a:cs typeface="+mn-cs"/>
              </a:rPr>
              <a:t>image</a:t>
            </a:r>
            <a:r>
              <a:rPr lang="es-AR" sz="1200" kern="1200" dirty="0">
                <a:solidFill>
                  <a:schemeClr val="tx1"/>
                </a:solidFill>
                <a:effectLst/>
                <a:latin typeface="+mn-lt"/>
                <a:ea typeface="+mn-ea"/>
                <a:cs typeface="+mn-cs"/>
              </a:rPr>
              <a:t>, etc.</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3</a:t>
            </a:fld>
            <a:endParaRPr lang="fr-FR"/>
          </a:p>
        </p:txBody>
      </p:sp>
    </p:spTree>
    <p:extLst>
      <p:ext uri="{BB962C8B-B14F-4D97-AF65-F5344CB8AC3E}">
        <p14:creationId xmlns:p14="http://schemas.microsoft.com/office/powerpoint/2010/main" val="214703653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b="0" i="0" kern="1200" dirty="0">
                <a:solidFill>
                  <a:schemeClr val="tx1"/>
                </a:solidFill>
                <a:effectLst/>
                <a:latin typeface="+mn-lt"/>
                <a:ea typeface="+mn-ea"/>
                <a:cs typeface="+mn-cs"/>
              </a:rPr>
              <a:t>la </a:t>
            </a:r>
            <a:r>
              <a:rPr lang="fr-FR" sz="1200" b="1" i="0" kern="1200" dirty="0">
                <a:solidFill>
                  <a:schemeClr val="tx1"/>
                </a:solidFill>
                <a:effectLst/>
                <a:latin typeface="+mn-lt"/>
                <a:ea typeface="+mn-ea"/>
                <a:cs typeface="+mn-cs"/>
              </a:rPr>
              <a:t>combinaison de différents supports d'information</a:t>
            </a:r>
            <a:r>
              <a:rPr lang="fr-FR" sz="1200" b="0" i="0" kern="1200" dirty="0">
                <a:solidFill>
                  <a:schemeClr val="tx1"/>
                </a:solidFill>
                <a:effectLst/>
                <a:latin typeface="+mn-lt"/>
                <a:ea typeface="+mn-ea"/>
                <a:cs typeface="+mn-cs"/>
              </a:rPr>
              <a:t> </a:t>
            </a:r>
            <a:endParaRPr lang="fr-FR" dirty="0"/>
          </a:p>
          <a:p>
            <a:r>
              <a:rPr lang="fr-FR" dirty="0"/>
              <a:t>Exemple:</a:t>
            </a:r>
          </a:p>
          <a:p>
            <a:r>
              <a:rPr lang="fr-FR" dirty="0"/>
              <a:t>Chat-GPT de la génération d’image avec des modalité textes et image </a:t>
            </a:r>
          </a:p>
          <a:p>
            <a:r>
              <a:rPr lang="fr-FR" dirty="0"/>
              <a:t>Spécifier une question à  l’aide d’une image et  d’un texte -&gt; de quel  couleurs /où se trouve ? </a:t>
            </a:r>
          </a:p>
          <a:p>
            <a:endParaRPr lang="fr-FR" dirty="0"/>
          </a:p>
          <a:p>
            <a:r>
              <a:rPr lang="fr-FR" dirty="0"/>
              <a:t>Pour de l’identification d’une plante  fournir une photo + l’</a:t>
            </a:r>
            <a:r>
              <a:rPr lang="fr-FR" dirty="0" err="1"/>
              <a:t>endroie</a:t>
            </a:r>
            <a:r>
              <a:rPr lang="fr-FR" dirty="0"/>
              <a:t> et la date de la photo  en textuel  possibilité d’enlevé des ambiguïté :</a:t>
            </a:r>
          </a:p>
          <a:p>
            <a:r>
              <a:rPr lang="fr-FR" b="1" dirty="0"/>
              <a:t>Aloe </a:t>
            </a:r>
            <a:r>
              <a:rPr lang="fr-FR" b="1" dirty="0" err="1"/>
              <a:t>vera</a:t>
            </a:r>
            <a:r>
              <a:rPr lang="fr-FR" dirty="0"/>
              <a:t> : Afrique et péninsule arabique</a:t>
            </a:r>
          </a:p>
          <a:p>
            <a:r>
              <a:rPr lang="fr-FR" b="1" dirty="0"/>
              <a:t>Agave</a:t>
            </a:r>
            <a:r>
              <a:rPr lang="fr-FR" dirty="0"/>
              <a:t> : Amérique centrale et Mexique</a:t>
            </a:r>
          </a:p>
          <a:p>
            <a:endParaRPr lang="fr-FR" dirty="0"/>
          </a:p>
          <a:p>
            <a:r>
              <a:rPr lang="fr-FR" dirty="0"/>
              <a:t>Donne l’exemple des IA </a:t>
            </a:r>
            <a:r>
              <a:rPr lang="fr-FR" dirty="0" err="1"/>
              <a:t>generatives</a:t>
            </a:r>
            <a:r>
              <a:rPr lang="fr-FR" dirty="0"/>
              <a:t> </a:t>
            </a:r>
          </a:p>
          <a:p>
            <a:endParaRPr lang="fr-FR" dirty="0"/>
          </a:p>
          <a:p>
            <a:endParaRPr lang="fr-FR" dirty="0"/>
          </a:p>
          <a:p>
            <a:r>
              <a:rPr lang="fr-FR" dirty="0"/>
              <a:t>Penser à  enlevé le </a:t>
            </a:r>
            <a:r>
              <a:rPr lang="fr-FR" dirty="0" err="1"/>
              <a:t>bandaux</a:t>
            </a:r>
            <a:r>
              <a:rPr lang="fr-FR" dirty="0"/>
              <a:t> trouver une image qui reprend les sorties aussi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4</a:t>
            </a:fld>
            <a:endParaRPr lang="fr-FR"/>
          </a:p>
        </p:txBody>
      </p:sp>
    </p:spTree>
    <p:extLst>
      <p:ext uri="{BB962C8B-B14F-4D97-AF65-F5344CB8AC3E}">
        <p14:creationId xmlns:p14="http://schemas.microsoft.com/office/powerpoint/2010/main" val="1715703972"/>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5</a:t>
            </a:fld>
            <a:endParaRPr lang="fr-FR"/>
          </a:p>
        </p:txBody>
      </p:sp>
    </p:spTree>
    <p:extLst>
      <p:ext uri="{BB962C8B-B14F-4D97-AF65-F5344CB8AC3E}">
        <p14:creationId xmlns:p14="http://schemas.microsoft.com/office/powerpoint/2010/main" val="313818803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Ajouter une transition pour la multimodalité </a:t>
            </a:r>
          </a:p>
          <a:p>
            <a:r>
              <a:rPr lang="fr-FR" dirty="0"/>
              <a:t>Les données multi modal </a:t>
            </a:r>
          </a:p>
          <a:p>
            <a:r>
              <a:rPr lang="fr-FR" dirty="0"/>
              <a:t>Solution Travailler </a:t>
            </a:r>
          </a:p>
          <a:p>
            <a:r>
              <a:rPr lang="fr-FR" dirty="0"/>
              <a:t>Problèmes</a:t>
            </a:r>
          </a:p>
          <a:p>
            <a:endParaRPr lang="fr-FR" dirty="0"/>
          </a:p>
          <a:p>
            <a:r>
              <a:rPr lang="fr-FR" dirty="0"/>
              <a:t>Outils traiter la multimodal</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6</a:t>
            </a:fld>
            <a:endParaRPr lang="fr-FR"/>
          </a:p>
        </p:txBody>
      </p:sp>
    </p:spTree>
    <p:extLst>
      <p:ext uri="{BB962C8B-B14F-4D97-AF65-F5344CB8AC3E}">
        <p14:creationId xmlns:p14="http://schemas.microsoft.com/office/powerpoint/2010/main" val="171797129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F04B92-4981-A862-0525-582C60EA4D5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24D6E133-5182-1678-F301-EB9A57A7D1D9}"/>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D56A3A28-DCD7-D5ED-6D19-372318950D44}"/>
              </a:ext>
            </a:extLst>
          </p:cNvPr>
          <p:cNvSpPr>
            <a:spLocks noGrp="1"/>
          </p:cNvSpPr>
          <p:nvPr>
            <p:ph type="body" idx="1"/>
          </p:nvPr>
        </p:nvSpPr>
        <p:spPr/>
        <p:txBody>
          <a:bodyPr/>
          <a:lstStyle/>
          <a:p>
            <a:r>
              <a:rPr lang="fr-FR" dirty="0"/>
              <a:t>Si il y a plusieurs modalités il est nécessaire de les fusionnées, </a:t>
            </a:r>
          </a:p>
          <a:p>
            <a:endParaRPr lang="es-AR" dirty="0"/>
          </a:p>
        </p:txBody>
      </p:sp>
      <p:sp>
        <p:nvSpPr>
          <p:cNvPr id="4" name="Espace réservé du numéro de diapositive 3">
            <a:extLst>
              <a:ext uri="{FF2B5EF4-FFF2-40B4-BE49-F238E27FC236}">
                <a16:creationId xmlns:a16="http://schemas.microsoft.com/office/drawing/2014/main" id="{3A9D64D7-5594-378B-C8D1-1DDB7848E84D}"/>
              </a:ext>
            </a:extLst>
          </p:cNvPr>
          <p:cNvSpPr>
            <a:spLocks noGrp="1"/>
          </p:cNvSpPr>
          <p:nvPr>
            <p:ph type="sldNum" sz="quarter" idx="5"/>
          </p:nvPr>
        </p:nvSpPr>
        <p:spPr/>
        <p:txBody>
          <a:bodyPr/>
          <a:lstStyle/>
          <a:p>
            <a:fld id="{61639CAE-AB21-4710-80C8-BF7B7344CF34}" type="slidenum">
              <a:rPr lang="fr-FR" smtClean="0"/>
              <a:t>7</a:t>
            </a:fld>
            <a:endParaRPr lang="fr-FR"/>
          </a:p>
        </p:txBody>
      </p:sp>
    </p:spTree>
    <p:extLst>
      <p:ext uri="{BB962C8B-B14F-4D97-AF65-F5344CB8AC3E}">
        <p14:creationId xmlns:p14="http://schemas.microsoft.com/office/powerpoint/2010/main" val="374972636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9BBB98-C514-87F7-4A61-4F58615758B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565595E7-5E40-EB12-F51A-113C991E8417}"/>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BCF12F-4FE4-6EED-FE4B-B29944FE9713}"/>
              </a:ext>
            </a:extLst>
          </p:cNvPr>
          <p:cNvSpPr>
            <a:spLocks noGrp="1"/>
          </p:cNvSpPr>
          <p:nvPr>
            <p:ph type="body" idx="1"/>
          </p:nvPr>
        </p:nvSpPr>
        <p:spPr/>
        <p:txBody>
          <a:bodyPr/>
          <a:lstStyle/>
          <a:p>
            <a:r>
              <a:rPr lang="fr-FR" b="1" dirty="0"/>
              <a:t>Chargement</a:t>
            </a:r>
            <a:endParaRPr lang="fr-FR" dirty="0"/>
          </a:p>
          <a:p>
            <a:r>
              <a:rPr lang="fr-FR" dirty="0"/>
              <a:t>Lecture du fichier (JPEG/PNG) → image en mémoire.</a:t>
            </a:r>
          </a:p>
          <a:p>
            <a:r>
              <a:rPr lang="fr-FR" b="1" dirty="0" err="1"/>
              <a:t>Préprocessing</a:t>
            </a:r>
            <a:endParaRPr lang="fr-FR" dirty="0"/>
          </a:p>
          <a:p>
            <a:r>
              <a:rPr lang="fr-FR" b="1" dirty="0"/>
              <a:t>Redimensionnement</a:t>
            </a:r>
            <a:r>
              <a:rPr lang="fr-FR" dirty="0"/>
              <a:t> vers une taille fixe (ex. 224×224).</a:t>
            </a:r>
          </a:p>
          <a:p>
            <a:r>
              <a:rPr lang="fr-FR" b="1" dirty="0"/>
              <a:t>Conversion en tenseur</a:t>
            </a:r>
            <a:r>
              <a:rPr lang="fr-FR" dirty="0"/>
              <a:t> (souvent H×W×C → C×H×W).</a:t>
            </a:r>
          </a:p>
          <a:p>
            <a:r>
              <a:rPr lang="fr-FR" b="1" dirty="0"/>
              <a:t>Mise à l’échelle / normalisation</a:t>
            </a:r>
            <a:r>
              <a:rPr lang="fr-FR" dirty="0"/>
              <a:t> des pixels (ex. [0,255] → [0,1], puis éventuellement (x−mean)/std).</a:t>
            </a:r>
          </a:p>
          <a:p>
            <a:r>
              <a:rPr lang="fr-FR" dirty="0"/>
              <a:t>(En entraînement) </a:t>
            </a:r>
            <a:r>
              <a:rPr lang="fr-FR" b="1" dirty="0"/>
              <a:t>augmentations</a:t>
            </a:r>
            <a:r>
              <a:rPr lang="fr-FR" dirty="0"/>
              <a:t> : flip, </a:t>
            </a:r>
            <a:r>
              <a:rPr lang="fr-FR" dirty="0" err="1"/>
              <a:t>crop</a:t>
            </a:r>
            <a:r>
              <a:rPr lang="fr-FR" dirty="0"/>
              <a:t>, rotation légère, </a:t>
            </a:r>
            <a:r>
              <a:rPr lang="fr-FR" dirty="0" err="1"/>
              <a:t>jitter</a:t>
            </a:r>
            <a:r>
              <a:rPr lang="fr-FR" dirty="0"/>
              <a:t> couleur, etc.</a:t>
            </a:r>
          </a:p>
          <a:p>
            <a:r>
              <a:rPr lang="fr-FR" b="1" dirty="0"/>
              <a:t>Backbone CNN (extraction de features)</a:t>
            </a:r>
            <a:endParaRPr lang="fr-FR" dirty="0"/>
          </a:p>
          <a:p>
            <a:r>
              <a:rPr lang="fr-FR" dirty="0"/>
              <a:t>Suites de </a:t>
            </a:r>
            <a:r>
              <a:rPr lang="fr-FR" b="1" dirty="0"/>
              <a:t>convolutions + activation (</a:t>
            </a:r>
            <a:r>
              <a:rPr lang="fr-FR" b="1" dirty="0" err="1"/>
              <a:t>ReLU</a:t>
            </a:r>
            <a:r>
              <a:rPr lang="fr-FR" b="1" dirty="0"/>
              <a:t>) + (</a:t>
            </a:r>
            <a:r>
              <a:rPr lang="fr-FR" b="1" dirty="0" err="1"/>
              <a:t>BatchNorm</a:t>
            </a:r>
            <a:r>
              <a:rPr lang="fr-FR" b="1" dirty="0"/>
              <a:t>) + </a:t>
            </a:r>
            <a:r>
              <a:rPr lang="fr-FR" b="1" dirty="0" err="1"/>
              <a:t>pooling</a:t>
            </a:r>
            <a:r>
              <a:rPr lang="fr-FR" dirty="0"/>
              <a:t>.</a:t>
            </a:r>
          </a:p>
          <a:p>
            <a:r>
              <a:rPr lang="fr-FR" dirty="0"/>
              <a:t>L’image devient des </a:t>
            </a:r>
            <a:r>
              <a:rPr lang="fr-FR" b="1" dirty="0"/>
              <a:t>cartes de caractéristiques</a:t>
            </a:r>
            <a:r>
              <a:rPr lang="fr-FR" dirty="0"/>
              <a:t> de plus en plus abstraites, avec une résolution qui diminue et un nombre de canaux qui augmente.</a:t>
            </a:r>
          </a:p>
          <a:p>
            <a:r>
              <a:rPr lang="fr-FR" b="1" dirty="0"/>
              <a:t>Agrégation</a:t>
            </a:r>
            <a:endParaRPr lang="fr-FR" dirty="0"/>
          </a:p>
          <a:p>
            <a:r>
              <a:rPr lang="fr-FR" dirty="0"/>
              <a:t>Souvent </a:t>
            </a:r>
            <a:r>
              <a:rPr lang="fr-FR" b="1" dirty="0"/>
              <a:t>Global </a:t>
            </a:r>
            <a:r>
              <a:rPr lang="fr-FR" b="1" dirty="0" err="1"/>
              <a:t>Average</a:t>
            </a:r>
            <a:r>
              <a:rPr lang="fr-FR" b="1" dirty="0"/>
              <a:t> </a:t>
            </a:r>
            <a:r>
              <a:rPr lang="fr-FR" b="1" dirty="0" err="1"/>
              <a:t>Pooling</a:t>
            </a:r>
            <a:r>
              <a:rPr lang="fr-FR" dirty="0"/>
              <a:t> (ou </a:t>
            </a:r>
            <a:r>
              <a:rPr lang="fr-FR" dirty="0" err="1"/>
              <a:t>flatten</a:t>
            </a:r>
            <a:r>
              <a:rPr lang="fr-FR" dirty="0"/>
              <a:t>) pour passer des </a:t>
            </a:r>
            <a:r>
              <a:rPr lang="fr-FR" dirty="0" err="1"/>
              <a:t>feature</a:t>
            </a:r>
            <a:r>
              <a:rPr lang="fr-FR" dirty="0"/>
              <a:t> </a:t>
            </a:r>
            <a:r>
              <a:rPr lang="fr-FR" dirty="0" err="1"/>
              <a:t>maps</a:t>
            </a:r>
            <a:r>
              <a:rPr lang="fr-FR" dirty="0"/>
              <a:t> à un vecteur.</a:t>
            </a:r>
          </a:p>
          <a:p>
            <a:r>
              <a:rPr lang="fr-FR" b="1" dirty="0"/>
              <a:t>Head (prédiction)</a:t>
            </a:r>
            <a:endParaRPr lang="fr-FR" dirty="0"/>
          </a:p>
          <a:p>
            <a:r>
              <a:rPr lang="fr-FR" dirty="0"/>
              <a:t>Une ou quelques couches </a:t>
            </a:r>
            <a:r>
              <a:rPr lang="fr-FR" b="1" dirty="0" err="1"/>
              <a:t>fully-connected</a:t>
            </a:r>
            <a:r>
              <a:rPr lang="fr-FR" dirty="0"/>
              <a:t> (MLP) → sortie.</a:t>
            </a:r>
          </a:p>
          <a:p>
            <a:r>
              <a:rPr lang="fr-FR" b="1" dirty="0" err="1"/>
              <a:t>Softmax</a:t>
            </a:r>
            <a:r>
              <a:rPr lang="fr-FR" dirty="0"/>
              <a:t> (multi-classe) ou </a:t>
            </a:r>
            <a:r>
              <a:rPr lang="fr-FR" b="1" dirty="0" err="1"/>
              <a:t>sigmoid</a:t>
            </a:r>
            <a:r>
              <a:rPr lang="fr-FR" dirty="0"/>
              <a:t> (multi-label).</a:t>
            </a:r>
          </a:p>
          <a:p>
            <a:r>
              <a:rPr lang="fr-FR" b="1" dirty="0"/>
              <a:t>Post-traitement (selon la tâche)</a:t>
            </a:r>
            <a:endParaRPr lang="fr-FR" dirty="0"/>
          </a:p>
          <a:p>
            <a:r>
              <a:rPr lang="fr-FR" dirty="0"/>
              <a:t>Prendre la classe top-1/top-k, appliquer un seuil, etc.</a:t>
            </a:r>
          </a:p>
          <a:p>
            <a:r>
              <a:rPr lang="fr-FR" dirty="0"/>
              <a:t>En une ligne : </a:t>
            </a:r>
            <a:r>
              <a:rPr lang="fr-FR" b="1" dirty="0"/>
              <a:t>image → </a:t>
            </a:r>
            <a:r>
              <a:rPr lang="fr-FR" b="1" dirty="0" err="1"/>
              <a:t>preprocessing</a:t>
            </a:r>
            <a:r>
              <a:rPr lang="fr-FR" b="1" dirty="0"/>
              <a:t> → backbone (</a:t>
            </a:r>
            <a:r>
              <a:rPr lang="fr-FR" b="1" dirty="0" err="1"/>
              <a:t>conv</a:t>
            </a:r>
            <a:r>
              <a:rPr lang="fr-FR" b="1" dirty="0"/>
              <a:t>) → </a:t>
            </a:r>
            <a:r>
              <a:rPr lang="fr-FR" b="1" dirty="0" err="1"/>
              <a:t>pooling</a:t>
            </a:r>
            <a:r>
              <a:rPr lang="fr-FR" b="1" dirty="0"/>
              <a:t> → </a:t>
            </a:r>
            <a:r>
              <a:rPr lang="fr-FR" b="1" dirty="0" err="1"/>
              <a:t>head</a:t>
            </a:r>
            <a:r>
              <a:rPr lang="fr-FR" b="1" dirty="0"/>
              <a:t> (dense) → prédiction</a:t>
            </a:r>
            <a:r>
              <a:rPr lang="fr-FR" dirty="0"/>
              <a:t>.</a:t>
            </a:r>
          </a:p>
          <a:p>
            <a:endParaRPr lang="es-AR" dirty="0"/>
          </a:p>
        </p:txBody>
      </p:sp>
      <p:sp>
        <p:nvSpPr>
          <p:cNvPr id="4" name="Espace réservé du numéro de diapositive 3">
            <a:extLst>
              <a:ext uri="{FF2B5EF4-FFF2-40B4-BE49-F238E27FC236}">
                <a16:creationId xmlns:a16="http://schemas.microsoft.com/office/drawing/2014/main" id="{4BEDF5C2-335C-2295-9B98-9289FABD7725}"/>
              </a:ext>
            </a:extLst>
          </p:cNvPr>
          <p:cNvSpPr>
            <a:spLocks noGrp="1"/>
          </p:cNvSpPr>
          <p:nvPr>
            <p:ph type="sldNum" sz="quarter" idx="5"/>
          </p:nvPr>
        </p:nvSpPr>
        <p:spPr/>
        <p:txBody>
          <a:bodyPr/>
          <a:lstStyle/>
          <a:p>
            <a:fld id="{61639CAE-AB21-4710-80C8-BF7B7344CF34}" type="slidenum">
              <a:rPr lang="fr-FR" smtClean="0"/>
              <a:t>9</a:t>
            </a:fld>
            <a:endParaRPr lang="fr-FR"/>
          </a:p>
        </p:txBody>
      </p:sp>
    </p:spTree>
    <p:extLst>
      <p:ext uri="{BB962C8B-B14F-4D97-AF65-F5344CB8AC3E}">
        <p14:creationId xmlns:p14="http://schemas.microsoft.com/office/powerpoint/2010/main" val="373424993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10</a:t>
            </a:fld>
            <a:endParaRPr lang="fr-FR"/>
          </a:p>
        </p:txBody>
      </p:sp>
    </p:spTree>
    <p:extLst>
      <p:ext uri="{BB962C8B-B14F-4D97-AF65-F5344CB8AC3E}">
        <p14:creationId xmlns:p14="http://schemas.microsoft.com/office/powerpoint/2010/main" val="19020150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dirty="0"/>
              <a:t>La </a:t>
            </a:r>
            <a:r>
              <a:rPr lang="es-AR" dirty="0" err="1"/>
              <a:t>method</a:t>
            </a:r>
            <a:r>
              <a:rPr lang="es-AR" dirty="0"/>
              <a:t> la plus adapté à la </a:t>
            </a:r>
            <a:r>
              <a:rPr lang="es-AR" dirty="0" err="1"/>
              <a:t>réalité</a:t>
            </a:r>
            <a:r>
              <a:rPr lang="es-AR" dirty="0"/>
              <a:t> </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13</a:t>
            </a:fld>
            <a:endParaRPr lang="fr-FR"/>
          </a:p>
        </p:txBody>
      </p:sp>
    </p:spTree>
    <p:extLst>
      <p:ext uri="{BB962C8B-B14F-4D97-AF65-F5344CB8AC3E}">
        <p14:creationId xmlns:p14="http://schemas.microsoft.com/office/powerpoint/2010/main" val="29063409"/>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Ce sont les outils de la Fusion </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14</a:t>
            </a:fld>
            <a:endParaRPr lang="fr-FR"/>
          </a:p>
        </p:txBody>
      </p:sp>
    </p:spTree>
    <p:extLst>
      <p:ext uri="{BB962C8B-B14F-4D97-AF65-F5344CB8AC3E}">
        <p14:creationId xmlns:p14="http://schemas.microsoft.com/office/powerpoint/2010/main" val="30401349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sz="1200" kern="1200" dirty="0">
                <a:solidFill>
                  <a:schemeClr val="tx1"/>
                </a:solidFill>
                <a:effectLst/>
                <a:latin typeface="+mn-lt"/>
                <a:ea typeface="+mn-ea"/>
                <a:cs typeface="+mn-cs"/>
              </a:rPr>
              <a:t>Va réduire d’hétérogénéité entres les modalités et crée un espace latent qui encode au mieux les différentes modalités </a:t>
            </a:r>
            <a:endParaRPr lang="es-AR" sz="1200" kern="1200" dirty="0">
              <a:solidFill>
                <a:schemeClr val="tx1"/>
              </a:solidFill>
              <a:effectLst/>
              <a:latin typeface="+mn-lt"/>
              <a:ea typeface="+mn-ea"/>
              <a:cs typeface="+mn-cs"/>
            </a:endParaRPr>
          </a:p>
          <a:p>
            <a:endParaRPr lang="fr-FR" dirty="0"/>
          </a:p>
          <a:p>
            <a:r>
              <a:rPr lang="fr-FR" dirty="0"/>
              <a:t>se concentre sur l’intégration et l’interprétation d’informations provenant de différentes modalités, telles que le texte, les images, l’audio ou la vidéo, en les projetant dans un espace latent partagé.</a:t>
            </a:r>
          </a:p>
          <a:p>
            <a:endParaRPr lang="fr-FR" dirty="0"/>
          </a:p>
          <a:p>
            <a:pPr marL="0" indent="0">
              <a:buNone/>
            </a:pPr>
            <a:r>
              <a:rPr lang="en-US" sz="2000" b="1" dirty="0"/>
              <a:t>Joint Representation:</a:t>
            </a:r>
          </a:p>
          <a:p>
            <a:pPr lvl="1"/>
            <a:r>
              <a:rPr lang="fr-FR" sz="2000" dirty="0"/>
              <a:t>Les modalités sont fusionnées pour produire une représentation unique</a:t>
            </a:r>
            <a:r>
              <a:rPr lang="en-US" sz="2000" dirty="0"/>
              <a:t>.</a:t>
            </a:r>
          </a:p>
          <a:p>
            <a:pPr marL="0" indent="0">
              <a:buNone/>
            </a:pPr>
            <a:r>
              <a:rPr lang="en-US" sz="2000" b="1" dirty="0"/>
              <a:t>Coordinated Representation:</a:t>
            </a:r>
          </a:p>
          <a:p>
            <a:pPr lvl="1"/>
            <a:r>
              <a:rPr lang="fr-FR" sz="2100" dirty="0"/>
              <a:t>Chaque modalité conserve sa propre représentation</a:t>
            </a:r>
            <a:r>
              <a:rPr lang="fr-FR" dirty="0"/>
              <a:t>, </a:t>
            </a:r>
            <a:r>
              <a:rPr lang="fr-FR" sz="2100" dirty="0"/>
              <a:t>mais ces représentations sont alignées grâce à des contraintes d’apprentissage.</a:t>
            </a:r>
            <a:endParaRPr lang="en-US" sz="2100"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15</a:t>
            </a:fld>
            <a:endParaRPr lang="fr-FR"/>
          </a:p>
        </p:txBody>
      </p:sp>
    </p:spTree>
    <p:extLst>
      <p:ext uri="{BB962C8B-B14F-4D97-AF65-F5344CB8AC3E}">
        <p14:creationId xmlns:p14="http://schemas.microsoft.com/office/powerpoint/2010/main" val="308768845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B47869-A6FC-E5C1-961C-88F0F5CDED42}"/>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0F30968-2588-F639-78A6-3981A2093382}"/>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9CB7A3D-EFFD-D4B4-D1D7-6B22FFD2AE46}"/>
              </a:ext>
            </a:extLst>
          </p:cNvPr>
          <p:cNvSpPr>
            <a:spLocks noGrp="1"/>
          </p:cNvSpPr>
          <p:nvPr>
            <p:ph type="body" idx="1"/>
          </p:nvPr>
        </p:nvSpPr>
        <p:spPr/>
        <p:txBody>
          <a:bodyPr/>
          <a:lstStyle/>
          <a:p>
            <a:pPr marL="0" indent="0">
              <a:buNone/>
            </a:pPr>
            <a:r>
              <a:rPr lang="en-US" u="sng" dirty="0" err="1"/>
              <a:t>Avantages</a:t>
            </a:r>
            <a:r>
              <a:rPr lang="en-US" dirty="0"/>
              <a:t>:</a:t>
            </a:r>
          </a:p>
          <a:p>
            <a:r>
              <a:rPr lang="fr-FR" dirty="0"/>
              <a:t>Produit un </a:t>
            </a:r>
            <a:r>
              <a:rPr lang="fr-FR" dirty="0" err="1"/>
              <a:t>embedding</a:t>
            </a:r>
            <a:r>
              <a:rPr lang="fr-FR" dirty="0"/>
              <a:t> unique, plus facile à exploiter pour une tâche finale.</a:t>
            </a:r>
          </a:p>
          <a:p>
            <a:r>
              <a:rPr lang="fr-FR" dirty="0"/>
              <a:t>Permet de capturer directement les interactions et la complémentarité entre modalités.</a:t>
            </a:r>
          </a:p>
          <a:p>
            <a:r>
              <a:rPr lang="fr-FR" dirty="0"/>
              <a:t>Souvent efficace quand toutes les modalités sont disponibles à l’entraînement et au test.</a:t>
            </a:r>
          </a:p>
          <a:p>
            <a:pPr marL="0" indent="0">
              <a:buNone/>
            </a:pPr>
            <a:endParaRPr lang="en-US" dirty="0"/>
          </a:p>
          <a:p>
            <a:pPr marL="0" indent="0">
              <a:buNone/>
            </a:pPr>
            <a:r>
              <a:rPr lang="en-US" dirty="0" err="1"/>
              <a:t>Désavantages</a:t>
            </a:r>
            <a:r>
              <a:rPr lang="en-US" dirty="0"/>
              <a:t>:</a:t>
            </a:r>
          </a:p>
          <a:p>
            <a:r>
              <a:rPr lang="fr-FR" dirty="0"/>
              <a:t>Risque de perdre la spécificité de chaque modalité.</a:t>
            </a:r>
          </a:p>
          <a:p>
            <a:r>
              <a:rPr lang="fr-FR" dirty="0"/>
              <a:t>Plus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pPr marL="0" indent="0">
              <a:buNone/>
            </a:pPr>
            <a:endParaRPr lang="en-US" dirty="0"/>
          </a:p>
        </p:txBody>
      </p:sp>
      <p:sp>
        <p:nvSpPr>
          <p:cNvPr id="4" name="Espace réservé du numéro de diapositive 3">
            <a:extLst>
              <a:ext uri="{FF2B5EF4-FFF2-40B4-BE49-F238E27FC236}">
                <a16:creationId xmlns:a16="http://schemas.microsoft.com/office/drawing/2014/main" id="{6423B981-5FEB-66BA-4A24-07658D1304D5}"/>
              </a:ext>
            </a:extLst>
          </p:cNvPr>
          <p:cNvSpPr>
            <a:spLocks noGrp="1"/>
          </p:cNvSpPr>
          <p:nvPr>
            <p:ph type="sldNum" sz="quarter" idx="5"/>
          </p:nvPr>
        </p:nvSpPr>
        <p:spPr/>
        <p:txBody>
          <a:bodyPr/>
          <a:lstStyle/>
          <a:p>
            <a:fld id="{61639CAE-AB21-4710-80C8-BF7B7344CF34}" type="slidenum">
              <a:rPr lang="fr-FR" smtClean="0"/>
              <a:t>16</a:t>
            </a:fld>
            <a:endParaRPr lang="fr-FR"/>
          </a:p>
        </p:txBody>
      </p:sp>
    </p:spTree>
    <p:extLst>
      <p:ext uri="{BB962C8B-B14F-4D97-AF65-F5344CB8AC3E}">
        <p14:creationId xmlns:p14="http://schemas.microsoft.com/office/powerpoint/2010/main" val="57766468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5EEB5E6-3029-5328-9A79-4C124B4823C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43DA0EEB-B5E2-FDC8-D918-A09603DA998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E8F7D171-6F96-ACCA-9A3B-358E0B50B957}"/>
              </a:ext>
            </a:extLst>
          </p:cNvPr>
          <p:cNvSpPr>
            <a:spLocks noGrp="1"/>
          </p:cNvSpPr>
          <p:nvPr>
            <p:ph type="body" idx="1"/>
          </p:nvPr>
        </p:nvSpPr>
        <p:spPr/>
        <p:txBody>
          <a:bodyPr/>
          <a:lstStyle/>
          <a:p>
            <a:r>
              <a:rPr lang="es-AR" dirty="0"/>
              <a:t>AV:</a:t>
            </a:r>
          </a:p>
          <a:p>
            <a:r>
              <a:rPr lang="fr-FR" dirty="0"/>
              <a:t>Garde une représentation par modalité, chaque modalité conserve ses informations propres.</a:t>
            </a:r>
          </a:p>
          <a:p>
            <a:r>
              <a:rPr lang="fr-FR" dirty="0"/>
              <a:t>Permet d’aligner les modalités via des contraintes</a:t>
            </a:r>
          </a:p>
          <a:p>
            <a:r>
              <a:rPr lang="fr-FR" dirty="0"/>
              <a:t>Très utile quand une seule modalité est disponible au test.</a:t>
            </a:r>
          </a:p>
          <a:p>
            <a:r>
              <a:rPr lang="fr-FR" dirty="0"/>
              <a:t>Favorise le transfert cross-modal.</a:t>
            </a:r>
          </a:p>
          <a:p>
            <a:endParaRPr lang="fr-FR" dirty="0"/>
          </a:p>
          <a:p>
            <a:r>
              <a:rPr lang="es-AR" dirty="0"/>
              <a:t>DV:</a:t>
            </a:r>
          </a:p>
          <a:p>
            <a:r>
              <a:rPr lang="fr-FR" dirty="0"/>
              <a:t>L’alignement peut être difficile à apprendre si les modalités sont très différentes ou bruitées.</a:t>
            </a:r>
          </a:p>
          <a:p>
            <a:r>
              <a:rPr lang="fr-FR" dirty="0"/>
              <a:t>La qualité dépend fortement de la contrainte choisie.</a:t>
            </a:r>
          </a:p>
          <a:p>
            <a:r>
              <a:rPr lang="fr-FR" dirty="0"/>
              <a:t>Peut-être moins efficace si l’objectif est une décision finale unique.</a:t>
            </a:r>
          </a:p>
          <a:p>
            <a:r>
              <a:rPr lang="fr-FR" dirty="0"/>
              <a:t>Devient plus complexe quand tu as beaucoup de modalités.</a:t>
            </a:r>
          </a:p>
          <a:p>
            <a:endParaRPr lang="es-AR" dirty="0"/>
          </a:p>
        </p:txBody>
      </p:sp>
      <p:sp>
        <p:nvSpPr>
          <p:cNvPr id="4" name="Espace réservé du numéro de diapositive 3">
            <a:extLst>
              <a:ext uri="{FF2B5EF4-FFF2-40B4-BE49-F238E27FC236}">
                <a16:creationId xmlns:a16="http://schemas.microsoft.com/office/drawing/2014/main" id="{F0A70840-1309-9423-CBE4-A3B4F9729E79}"/>
              </a:ext>
            </a:extLst>
          </p:cNvPr>
          <p:cNvSpPr>
            <a:spLocks noGrp="1"/>
          </p:cNvSpPr>
          <p:nvPr>
            <p:ph type="sldNum" sz="quarter" idx="5"/>
          </p:nvPr>
        </p:nvSpPr>
        <p:spPr/>
        <p:txBody>
          <a:bodyPr/>
          <a:lstStyle/>
          <a:p>
            <a:fld id="{61639CAE-AB21-4710-80C8-BF7B7344CF34}" type="slidenum">
              <a:rPr lang="fr-FR" smtClean="0"/>
              <a:t>17</a:t>
            </a:fld>
            <a:endParaRPr lang="fr-FR"/>
          </a:p>
        </p:txBody>
      </p:sp>
    </p:spTree>
    <p:extLst>
      <p:ext uri="{BB962C8B-B14F-4D97-AF65-F5344CB8AC3E}">
        <p14:creationId xmlns:p14="http://schemas.microsoft.com/office/powerpoint/2010/main" val="4059443352"/>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fr-FR" dirty="0"/>
              <a:t>En multimodal, la </a:t>
            </a:r>
            <a:r>
              <a:rPr lang="fr-FR" b="1" dirty="0"/>
              <a:t>data translation</a:t>
            </a:r>
            <a:r>
              <a:rPr lang="fr-FR" dirty="0"/>
              <a:t> désigne le fait de </a:t>
            </a:r>
            <a:r>
              <a:rPr lang="fr-FR" b="1" dirty="0"/>
              <a:t>convertir</a:t>
            </a:r>
            <a:r>
              <a:rPr lang="fr-FR" dirty="0"/>
              <a:t> une modalité vers une autre,</a:t>
            </a:r>
          </a:p>
          <a:p>
            <a:r>
              <a:rPr lang="fr-FR" dirty="0"/>
              <a:t> ou vers une représentation commune, tout en conservant au mieux le sens, la structure et les contraintes utiles pour le </a:t>
            </a:r>
            <a:r>
              <a:rPr lang="fr-FR" b="1" dirty="0"/>
              <a:t>modèle</a:t>
            </a:r>
            <a:r>
              <a:rPr lang="fr-FR" dirty="0"/>
              <a:t>.</a:t>
            </a:r>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18</a:t>
            </a:fld>
            <a:endParaRPr lang="fr-FR"/>
          </a:p>
        </p:txBody>
      </p:sp>
    </p:spTree>
    <p:extLst>
      <p:ext uri="{BB962C8B-B14F-4D97-AF65-F5344CB8AC3E}">
        <p14:creationId xmlns:p14="http://schemas.microsoft.com/office/powerpoint/2010/main" val="28336859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s-AR" sz="1200" dirty="0"/>
              <a:t>Le data </a:t>
            </a:r>
            <a:r>
              <a:rPr lang="es-AR" sz="1200" dirty="0" err="1"/>
              <a:t>alignment</a:t>
            </a:r>
            <a:r>
              <a:rPr lang="es-AR" sz="1200" dirty="0"/>
              <a:t> consiste à </a:t>
            </a:r>
            <a:r>
              <a:rPr lang="es-AR" sz="1200" dirty="0" err="1"/>
              <a:t>identifier</a:t>
            </a:r>
            <a:r>
              <a:rPr lang="es-AR" sz="1200" dirty="0"/>
              <a:t> et </a:t>
            </a:r>
            <a:r>
              <a:rPr lang="es-AR" sz="1200" dirty="0" err="1"/>
              <a:t>établir</a:t>
            </a:r>
            <a:r>
              <a:rPr lang="es-AR" sz="1200" dirty="0"/>
              <a:t> des </a:t>
            </a:r>
            <a:r>
              <a:rPr lang="es-AR" sz="1200" dirty="0" err="1"/>
              <a:t>correspondances</a:t>
            </a:r>
            <a:r>
              <a:rPr lang="es-AR" sz="1200" dirty="0"/>
              <a:t> entre des </a:t>
            </a:r>
            <a:r>
              <a:rPr lang="es-AR" sz="1200" dirty="0" err="1"/>
              <a:t>éléments</a:t>
            </a:r>
            <a:r>
              <a:rPr lang="es-AR" sz="1200" dirty="0"/>
              <a:t> </a:t>
            </a:r>
            <a:r>
              <a:rPr lang="es-AR" sz="1200" dirty="0" err="1"/>
              <a:t>issus</a:t>
            </a:r>
            <a:r>
              <a:rPr lang="es-AR" sz="1200" dirty="0"/>
              <a:t> de </a:t>
            </a:r>
            <a:r>
              <a:rPr lang="es-AR" sz="1200" dirty="0" err="1"/>
              <a:t>différentes</a:t>
            </a:r>
            <a:r>
              <a:rPr lang="es-AR" sz="1200" dirty="0"/>
              <a:t> </a:t>
            </a:r>
            <a:r>
              <a:rPr lang="es-AR" sz="1200" dirty="0" err="1"/>
              <a:t>modalités</a:t>
            </a:r>
            <a:r>
              <a:rPr lang="es-AR" sz="1200" dirty="0"/>
              <a:t>. </a:t>
            </a:r>
            <a:r>
              <a:rPr lang="es-AR" sz="1200" dirty="0" err="1"/>
              <a:t>Il</a:t>
            </a:r>
            <a:r>
              <a:rPr lang="es-AR" sz="1200" dirty="0"/>
              <a:t> vise à </a:t>
            </a:r>
            <a:r>
              <a:rPr lang="es-AR" sz="1200" dirty="0" err="1"/>
              <a:t>aligner</a:t>
            </a:r>
            <a:r>
              <a:rPr lang="es-AR" sz="1200" dirty="0"/>
              <a:t> ces </a:t>
            </a:r>
            <a:r>
              <a:rPr lang="es-AR" sz="1200" dirty="0" err="1"/>
              <a:t>informations</a:t>
            </a:r>
            <a:r>
              <a:rPr lang="es-AR" sz="1200" dirty="0"/>
              <a:t> </a:t>
            </a:r>
            <a:r>
              <a:rPr lang="es-AR" sz="1200" dirty="0" err="1"/>
              <a:t>dans</a:t>
            </a:r>
            <a:r>
              <a:rPr lang="es-AR" sz="1200" dirty="0"/>
              <a:t> le </a:t>
            </a:r>
            <a:r>
              <a:rPr lang="es-AR" sz="1200" dirty="0" err="1"/>
              <a:t>temps</a:t>
            </a:r>
            <a:r>
              <a:rPr lang="es-AR" sz="1200" dirty="0"/>
              <a:t> et </a:t>
            </a:r>
            <a:r>
              <a:rPr lang="es-AR" sz="1200" dirty="0" err="1"/>
              <a:t>ou</a:t>
            </a:r>
            <a:r>
              <a:rPr lang="es-AR" sz="1200" dirty="0"/>
              <a:t> </a:t>
            </a:r>
            <a:r>
              <a:rPr lang="es-AR" sz="1200" dirty="0" err="1"/>
              <a:t>dans</a:t>
            </a:r>
            <a:r>
              <a:rPr lang="es-AR" sz="1200" dirty="0"/>
              <a:t> </a:t>
            </a:r>
            <a:r>
              <a:rPr lang="es-AR" sz="1200" dirty="0" err="1"/>
              <a:t>l’espace</a:t>
            </a:r>
            <a:r>
              <a:rPr lang="es-AR" sz="1200" dirty="0"/>
              <a:t>, </a:t>
            </a:r>
            <a:r>
              <a:rPr lang="es-AR" sz="1200" dirty="0" err="1"/>
              <a:t>afin</a:t>
            </a:r>
            <a:r>
              <a:rPr lang="es-AR" sz="1200" dirty="0"/>
              <a:t> de garantir une mise en </a:t>
            </a:r>
            <a:r>
              <a:rPr lang="es-AR" sz="1200" dirty="0" err="1"/>
              <a:t>relation</a:t>
            </a:r>
            <a:r>
              <a:rPr lang="es-AR" sz="1200" dirty="0"/>
              <a:t> </a:t>
            </a:r>
            <a:r>
              <a:rPr lang="es-AR" sz="1200" dirty="0" err="1"/>
              <a:t>cohérente</a:t>
            </a:r>
            <a:r>
              <a:rPr lang="es-AR" sz="1200" dirty="0"/>
              <a:t> et un </a:t>
            </a:r>
            <a:r>
              <a:rPr lang="es-AR" sz="1200" dirty="0" err="1"/>
              <a:t>partage</a:t>
            </a:r>
            <a:r>
              <a:rPr lang="es-AR" sz="1200" dirty="0"/>
              <a:t> </a:t>
            </a:r>
            <a:r>
              <a:rPr lang="es-AR" sz="1200" dirty="0" err="1"/>
              <a:t>pertinent</a:t>
            </a:r>
            <a:r>
              <a:rPr lang="es-AR" sz="1200" dirty="0"/>
              <a:t> de </a:t>
            </a:r>
            <a:r>
              <a:rPr lang="es-AR" sz="1200" dirty="0" err="1"/>
              <a:t>l’information</a:t>
            </a:r>
            <a:r>
              <a:rPr lang="es-AR" sz="1200" dirty="0"/>
              <a:t> entre les </a:t>
            </a:r>
            <a:r>
              <a:rPr lang="es-AR" sz="1200" dirty="0" err="1"/>
              <a:t>modalités</a:t>
            </a:r>
            <a:r>
              <a:rPr lang="es-AR" sz="1200" dirty="0"/>
              <a:t>.</a:t>
            </a:r>
          </a:p>
          <a:p>
            <a:pPr marL="0" marR="0" lvl="0" indent="0" algn="l" defTabSz="914400" rtl="0" eaLnBrk="1" fontAlgn="auto" latinLnBrk="0" hangingPunct="1">
              <a:lnSpc>
                <a:spcPct val="100000"/>
              </a:lnSpc>
              <a:spcBef>
                <a:spcPts val="0"/>
              </a:spcBef>
              <a:spcAft>
                <a:spcPts val="0"/>
              </a:spcAft>
              <a:buClrTx/>
              <a:buSzTx/>
              <a:buFontTx/>
              <a:buNone/>
              <a:tabLst/>
              <a:defRPr/>
            </a:pPr>
            <a:endParaRPr lang="fr-FR"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Risque de perdre la spécificité de chaque modalité.</a:t>
            </a:r>
          </a:p>
          <a:p>
            <a:endParaRPr lang="fr-F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19</a:t>
            </a:fld>
            <a:endParaRPr lang="fr-FR"/>
          </a:p>
        </p:txBody>
      </p:sp>
    </p:spTree>
    <p:extLst>
      <p:ext uri="{BB962C8B-B14F-4D97-AF65-F5344CB8AC3E}">
        <p14:creationId xmlns:p14="http://schemas.microsoft.com/office/powerpoint/2010/main" val="363176590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75031E-F60B-1EFA-FA16-35B30711DAEA}"/>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BDAD2D7-C134-81E9-9AA6-3C89DEE4077B}"/>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F01A943E-418E-DFB1-9484-41DDDBC9F1D0}"/>
              </a:ext>
            </a:extLst>
          </p:cNvPr>
          <p:cNvSpPr>
            <a:spLocks noGrp="1"/>
          </p:cNvSpPr>
          <p:nvPr>
            <p:ph type="body" idx="1"/>
          </p:nvPr>
        </p:nvSpPr>
        <p:spPr/>
        <p:txBody>
          <a:bodyPr/>
          <a:lstStyle/>
          <a:p>
            <a:r>
              <a:rPr lang="fr-FR" dirty="0"/>
              <a:t>AV:</a:t>
            </a:r>
          </a:p>
          <a:p>
            <a:endParaRPr lang="es-AR"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L’alignement permet de relier directement des sous-éléments de deux modalités </a:t>
            </a:r>
          </a:p>
          <a:p>
            <a:endParaRPr lang="es-AR" dirty="0"/>
          </a:p>
          <a:p>
            <a:r>
              <a:rPr lang="es-AR" dirty="0"/>
              <a:t>Limites:</a:t>
            </a:r>
          </a:p>
          <a:p>
            <a:endParaRPr lang="es-AR" dirty="0"/>
          </a:p>
          <a:p>
            <a:r>
              <a:rPr lang="fr-FR" dirty="0"/>
              <a:t>Risque de perdre la spécificité de chaque modalité.</a:t>
            </a:r>
          </a:p>
          <a:p>
            <a:r>
              <a:rPr lang="fr-FR" dirty="0"/>
              <a:t>Plus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endParaRPr lang="fr-FR" dirty="0"/>
          </a:p>
        </p:txBody>
      </p:sp>
      <p:sp>
        <p:nvSpPr>
          <p:cNvPr id="4" name="Espace réservé du numéro de diapositive 3">
            <a:extLst>
              <a:ext uri="{FF2B5EF4-FFF2-40B4-BE49-F238E27FC236}">
                <a16:creationId xmlns:a16="http://schemas.microsoft.com/office/drawing/2014/main" id="{A327BF71-3659-98F9-7300-49F2A8C84511}"/>
              </a:ext>
            </a:extLst>
          </p:cNvPr>
          <p:cNvSpPr>
            <a:spLocks noGrp="1"/>
          </p:cNvSpPr>
          <p:nvPr>
            <p:ph type="sldNum" sz="quarter" idx="5"/>
          </p:nvPr>
        </p:nvSpPr>
        <p:spPr/>
        <p:txBody>
          <a:bodyPr/>
          <a:lstStyle/>
          <a:p>
            <a:fld id="{61639CAE-AB21-4710-80C8-BF7B7344CF34}" type="slidenum">
              <a:rPr lang="fr-FR" smtClean="0"/>
              <a:t>20</a:t>
            </a:fld>
            <a:endParaRPr lang="fr-FR"/>
          </a:p>
        </p:txBody>
      </p:sp>
    </p:spTree>
    <p:extLst>
      <p:ext uri="{BB962C8B-B14F-4D97-AF65-F5344CB8AC3E}">
        <p14:creationId xmlns:p14="http://schemas.microsoft.com/office/powerpoint/2010/main" val="33110048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r>
              <a:rPr lang="es-AR" b="1" dirty="0" err="1"/>
              <a:t>transfert</a:t>
            </a:r>
            <a:r>
              <a:rPr lang="es-AR" b="1" dirty="0"/>
              <a:t> de </a:t>
            </a:r>
            <a:r>
              <a:rPr lang="es-AR" b="1" dirty="0" err="1"/>
              <a:t>connaissanc</a:t>
            </a:r>
            <a:endParaRPr lang="es-AR" b="1" dirty="0"/>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Le </a:t>
            </a:r>
            <a:r>
              <a:rPr lang="fr-FR" dirty="0" err="1"/>
              <a:t>co-learning</a:t>
            </a:r>
            <a:r>
              <a:rPr lang="fr-FR" dirty="0"/>
              <a:t> multimodal est l’approche qui permet de transférer l’information d’une modalité vers une autre </a:t>
            </a:r>
          </a:p>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d’obtenir des modèles capables de fonctionner même avec des modalités manquantes, bruitées ou peu annotées.</a:t>
            </a:r>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21</a:t>
            </a:fld>
            <a:endParaRPr lang="fr-FR"/>
          </a:p>
        </p:txBody>
      </p:sp>
    </p:spTree>
    <p:extLst>
      <p:ext uri="{BB962C8B-B14F-4D97-AF65-F5344CB8AC3E}">
        <p14:creationId xmlns:p14="http://schemas.microsoft.com/office/powerpoint/2010/main" val="35095956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ce réservé de l'image des diapositives 1"/>
          <p:cNvSpPr>
            <a:spLocks noGrp="1" noRot="1" noChangeAspect="1"/>
          </p:cNvSpPr>
          <p:nvPr>
            <p:ph type="sldImg"/>
          </p:nvPr>
        </p:nvSpPr>
        <p:spPr/>
      </p:sp>
      <p:sp>
        <p:nvSpPr>
          <p:cNvPr id="3" name="Espace réservé des notes 2"/>
          <p:cNvSpPr>
            <a:spLocks noGrp="1"/>
          </p:cNvSpPr>
          <p:nvPr>
            <p:ph type="body" idx="1"/>
          </p:nvPr>
        </p:nvSpPr>
        <p:spPr/>
        <p:txBody>
          <a:bodyPr/>
          <a:lstStyle/>
          <a:p>
            <a:pPr marL="285750" indent="-285750">
              <a:buFont typeface="Arial" panose="020B0604020202020204" pitchFamily="34" charset="0"/>
              <a:buChar char="•"/>
            </a:pPr>
            <a:r>
              <a:rPr lang="fr-FR" b="1" dirty="0">
                <a:solidFill>
                  <a:schemeClr val="bg1"/>
                </a:solidFill>
              </a:rPr>
              <a:t>Le </a:t>
            </a:r>
            <a:r>
              <a:rPr lang="fr-FR" dirty="0" err="1">
                <a:solidFill>
                  <a:schemeClr val="bg1"/>
                </a:solidFill>
              </a:rPr>
              <a:t>co-learning</a:t>
            </a:r>
            <a:r>
              <a:rPr lang="fr-FR" dirty="0">
                <a:solidFill>
                  <a:schemeClr val="bg1"/>
                </a:solidFill>
              </a:rPr>
              <a:t> permet de </a:t>
            </a:r>
            <a:r>
              <a:rPr lang="fr-FR" b="1" dirty="0">
                <a:solidFill>
                  <a:schemeClr val="bg1"/>
                </a:solidFill>
              </a:rPr>
              <a:t>transférer les connaissances </a:t>
            </a:r>
            <a:r>
              <a:rPr lang="fr-FR" dirty="0">
                <a:solidFill>
                  <a:schemeClr val="bg1"/>
                </a:solidFill>
              </a:rPr>
              <a:t>d’une modalité vers une modalité plus limitée ou bruitée.</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Complémentarité des modalités pour </a:t>
            </a:r>
            <a:r>
              <a:rPr lang="fr-FR" b="1" dirty="0">
                <a:solidFill>
                  <a:schemeClr val="bg1"/>
                </a:solidFill>
              </a:rPr>
              <a:t>améliorer les performances</a:t>
            </a:r>
            <a:r>
              <a:rPr lang="fr-FR" dirty="0">
                <a:solidFill>
                  <a:schemeClr val="bg1"/>
                </a:solidFill>
              </a:rPr>
              <a:t>, même lorsque certaines </a:t>
            </a:r>
            <a:r>
              <a:rPr lang="fr-FR" b="1" dirty="0">
                <a:solidFill>
                  <a:schemeClr val="bg1"/>
                </a:solidFill>
              </a:rPr>
              <a:t>informations</a:t>
            </a:r>
            <a:r>
              <a:rPr lang="fr-FR" dirty="0">
                <a:solidFill>
                  <a:schemeClr val="bg1"/>
                </a:solidFill>
              </a:rPr>
              <a:t> </a:t>
            </a:r>
            <a:r>
              <a:rPr lang="fr-FR" b="1" dirty="0">
                <a:solidFill>
                  <a:schemeClr val="bg1"/>
                </a:solidFill>
              </a:rPr>
              <a:t>manquent</a:t>
            </a:r>
            <a:r>
              <a:rPr lang="fr-FR" dirty="0">
                <a:solidFill>
                  <a:schemeClr val="bg1"/>
                </a:solidFill>
              </a:rPr>
              <a:t>.</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Approche est particulièrement adaptée à la réalité où les données sont souvent incomplètes ou imparfaites comme dans la santé, systèmes autonomes …</a:t>
            </a:r>
          </a:p>
          <a:p>
            <a:endParaRPr lang="fr-FR" dirty="0">
              <a:solidFill>
                <a:schemeClr val="bg1"/>
              </a:solidFill>
            </a:endParaRPr>
          </a:p>
          <a:p>
            <a:pPr marL="285750" indent="-285750">
              <a:buFont typeface="Arial" panose="020B0604020202020204" pitchFamily="34" charset="0"/>
              <a:buChar char="•"/>
            </a:pPr>
            <a:r>
              <a:rPr lang="fr-FR" dirty="0">
                <a:solidFill>
                  <a:schemeClr val="bg1"/>
                </a:solidFill>
              </a:rPr>
              <a:t>Une modalité d’apprentissage n’est pas forcément nécessaire pour les prédictions.</a:t>
            </a:r>
          </a:p>
          <a:p>
            <a:endParaRPr lang="es-AR" dirty="0"/>
          </a:p>
        </p:txBody>
      </p:sp>
      <p:sp>
        <p:nvSpPr>
          <p:cNvPr id="4" name="Espace réservé du numéro de diapositive 3"/>
          <p:cNvSpPr>
            <a:spLocks noGrp="1"/>
          </p:cNvSpPr>
          <p:nvPr>
            <p:ph type="sldNum" sz="quarter" idx="5"/>
          </p:nvPr>
        </p:nvSpPr>
        <p:spPr/>
        <p:txBody>
          <a:bodyPr/>
          <a:lstStyle/>
          <a:p>
            <a:fld id="{61639CAE-AB21-4710-80C8-BF7B7344CF34}" type="slidenum">
              <a:rPr lang="fr-FR" smtClean="0"/>
              <a:t>22</a:t>
            </a:fld>
            <a:endParaRPr lang="fr-FR"/>
          </a:p>
        </p:txBody>
      </p:sp>
    </p:spTree>
    <p:extLst>
      <p:ext uri="{BB962C8B-B14F-4D97-AF65-F5344CB8AC3E}">
        <p14:creationId xmlns:p14="http://schemas.microsoft.com/office/powerpoint/2010/main" val="2985443008"/>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56BADBF-B65A-4786-AFAD-19BFABC4BFE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89BFCBF-FCB3-1743-FDA7-E47E6C523CB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45D3D4E5-167B-10C5-243B-BCF513696698}"/>
              </a:ext>
            </a:extLst>
          </p:cNvPr>
          <p:cNvSpPr>
            <a:spLocks noGrp="1"/>
          </p:cNvSpPr>
          <p:nvPr>
            <p:ph type="body" idx="1"/>
          </p:nvPr>
        </p:nvSpPr>
        <p:spPr/>
        <p:txBody>
          <a:bodyPr/>
          <a:lstStyle/>
          <a:p>
            <a:endParaRPr lang="es-AR" dirty="0"/>
          </a:p>
        </p:txBody>
      </p:sp>
      <p:sp>
        <p:nvSpPr>
          <p:cNvPr id="4" name="Espace réservé du numéro de diapositive 3">
            <a:extLst>
              <a:ext uri="{FF2B5EF4-FFF2-40B4-BE49-F238E27FC236}">
                <a16:creationId xmlns:a16="http://schemas.microsoft.com/office/drawing/2014/main" id="{0E3A7E69-B277-CA20-D357-66801CF3E3A1}"/>
              </a:ext>
            </a:extLst>
          </p:cNvPr>
          <p:cNvSpPr>
            <a:spLocks noGrp="1"/>
          </p:cNvSpPr>
          <p:nvPr>
            <p:ph type="sldNum" sz="quarter" idx="5"/>
          </p:nvPr>
        </p:nvSpPr>
        <p:spPr/>
        <p:txBody>
          <a:bodyPr/>
          <a:lstStyle/>
          <a:p>
            <a:fld id="{61639CAE-AB21-4710-80C8-BF7B7344CF34}" type="slidenum">
              <a:rPr lang="fr-FR" smtClean="0"/>
              <a:t>23</a:t>
            </a:fld>
            <a:endParaRPr lang="fr-FR"/>
          </a:p>
        </p:txBody>
      </p:sp>
    </p:spTree>
    <p:extLst>
      <p:ext uri="{BB962C8B-B14F-4D97-AF65-F5344CB8AC3E}">
        <p14:creationId xmlns:p14="http://schemas.microsoft.com/office/powerpoint/2010/main" val="418003390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E6CEE7-9F7A-4B3E-A564-087E0D78B0D5}"/>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94443288-EBCC-DC5B-5950-C102EAF88D98}"/>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64A1EF7-BD7C-6429-DD51-F1DFDEA03EA0}"/>
              </a:ext>
            </a:extLst>
          </p:cNvPr>
          <p:cNvSpPr>
            <a:spLocks noGrp="1"/>
          </p:cNvSpPr>
          <p:nvPr>
            <p:ph type="body" idx="1"/>
          </p:nvPr>
        </p:nvSpPr>
        <p:spPr/>
        <p:txBody>
          <a:bodyPr/>
          <a:lstStyle/>
          <a:p>
            <a:pPr>
              <a:lnSpc>
                <a:spcPct val="90000"/>
              </a:lnSpc>
              <a:spcAft>
                <a:spcPts val="600"/>
              </a:spcAft>
            </a:pPr>
            <a:r>
              <a:rPr lang="fr-FR" sz="2000" b="1" dirty="0"/>
              <a:t>Défis </a:t>
            </a:r>
            <a:r>
              <a:rPr lang="en-US" sz="2000" b="1" dirty="0"/>
              <a:t>:</a:t>
            </a:r>
          </a:p>
          <a:p>
            <a:pPr>
              <a:lnSpc>
                <a:spcPct val="90000"/>
              </a:lnSpc>
              <a:spcAft>
                <a:spcPts val="600"/>
              </a:spcAft>
            </a:pPr>
            <a:r>
              <a:rPr lang="fr-FR" dirty="0"/>
              <a:t>Comme pour tout modèle d’intelligence artificielle, les données sont le nerf de la guerre. On retrouve les mêmes problématiques que pour les modèles unimodaux :</a:t>
            </a:r>
            <a:endParaRPr lang="en-US" sz="2000" dirty="0"/>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 mais les </a:t>
            </a:r>
            <a:r>
              <a:rPr lang="fr-FR" b="1" dirty="0"/>
              <a:t>résultats limités</a:t>
            </a:r>
            <a:endParaRPr lang="es-AR" b="1" dirty="0"/>
          </a:p>
          <a:p>
            <a:pPr marL="285750" lvl="0" indent="-285750">
              <a:buFont typeface="Arial" panose="020B0604020202020204" pitchFamily="34" charset="0"/>
              <a:buChar char="•"/>
            </a:pPr>
            <a:r>
              <a:rPr lang="fr-FR" dirty="0"/>
              <a:t>Porter une attention particulière à l’équilibre des données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fr-FR" dirty="0"/>
              <a:t>Augmenter le nombre de capteurs pour réduire les variations intrinsèques liées au capteur</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4" name="Espace réservé du numéro de diapositive 3">
            <a:extLst>
              <a:ext uri="{FF2B5EF4-FFF2-40B4-BE49-F238E27FC236}">
                <a16:creationId xmlns:a16="http://schemas.microsoft.com/office/drawing/2014/main" id="{ECE4977C-C3B6-B988-C803-D61E68FF311C}"/>
              </a:ext>
            </a:extLst>
          </p:cNvPr>
          <p:cNvSpPr>
            <a:spLocks noGrp="1"/>
          </p:cNvSpPr>
          <p:nvPr>
            <p:ph type="sldNum" sz="quarter" idx="5"/>
          </p:nvPr>
        </p:nvSpPr>
        <p:spPr/>
        <p:txBody>
          <a:bodyPr/>
          <a:lstStyle/>
          <a:p>
            <a:fld id="{61639CAE-AB21-4710-80C8-BF7B7344CF34}" type="slidenum">
              <a:rPr lang="fr-FR" smtClean="0"/>
              <a:t>24</a:t>
            </a:fld>
            <a:endParaRPr lang="fr-FR"/>
          </a:p>
        </p:txBody>
      </p:sp>
    </p:spTree>
    <p:extLst>
      <p:ext uri="{BB962C8B-B14F-4D97-AF65-F5344CB8AC3E}">
        <p14:creationId xmlns:p14="http://schemas.microsoft.com/office/powerpoint/2010/main" val="1924950175"/>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0383DF8-0B1C-4DDB-1868-482F3685331D}"/>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13414340-C79B-5E0E-9072-DD4EF014486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8E5D84F-6420-B9EF-4F14-8149707C0EA1}"/>
              </a:ext>
            </a:extLst>
          </p:cNvPr>
          <p:cNvSpPr>
            <a:spLocks noGrp="1"/>
          </p:cNvSpPr>
          <p:nvPr>
            <p:ph type="body" idx="1"/>
          </p:nvPr>
        </p:nvSpPr>
        <p:spPr/>
        <p:txBody>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endParaRPr lang="es-AR" dirty="0"/>
          </a:p>
          <a:p>
            <a:r>
              <a:rPr lang="fr-FR" dirty="0"/>
              <a:t>Recherche automatique d’une architecture de réseau </a:t>
            </a:r>
            <a:r>
              <a:rPr lang="fr-FR" b="1" dirty="0"/>
              <a:t>optimisée</a:t>
            </a:r>
            <a:r>
              <a:rPr lang="fr-FR" dirty="0"/>
              <a:t> pour la fusion multimodale</a:t>
            </a:r>
          </a:p>
          <a:p>
            <a:r>
              <a:rPr lang="fr-FR" dirty="0"/>
              <a:t>Identification du </a:t>
            </a:r>
            <a:r>
              <a:rPr lang="fr-FR" b="1" dirty="0"/>
              <a:t>meilleur stade de fusion</a:t>
            </a:r>
            <a:r>
              <a:rPr lang="fr-FR" dirty="0"/>
              <a:t> (</a:t>
            </a:r>
            <a:r>
              <a:rPr lang="fr-FR" dirty="0" err="1"/>
              <a:t>early</a:t>
            </a:r>
            <a:r>
              <a:rPr lang="fr-FR" dirty="0"/>
              <a:t> / middle / </a:t>
            </a:r>
            <a:r>
              <a:rPr lang="fr-FR" dirty="0" err="1"/>
              <a:t>late</a:t>
            </a:r>
            <a:r>
              <a:rPr lang="fr-FR" dirty="0"/>
              <a:t>) et du </a:t>
            </a:r>
            <a:r>
              <a:rPr lang="fr-FR" b="1" dirty="0"/>
              <a:t>mécanisme de fusion</a:t>
            </a:r>
            <a:r>
              <a:rPr lang="fr-FR" dirty="0"/>
              <a:t> (concaténation, attention, etc.)</a:t>
            </a:r>
          </a:p>
          <a:p>
            <a:r>
              <a:rPr lang="fr-FR" dirty="0"/>
              <a:t>Objectif : </a:t>
            </a:r>
            <a:r>
              <a:rPr lang="fr-FR" b="1" dirty="0"/>
              <a:t>maximiser la performance</a:t>
            </a:r>
            <a:r>
              <a:rPr lang="fr-FR" dirty="0"/>
              <a:t> tout en </a:t>
            </a:r>
            <a:r>
              <a:rPr lang="fr-FR" b="1" dirty="0"/>
              <a:t>limitant la perte d’information</a:t>
            </a:r>
            <a:r>
              <a:rPr lang="fr-FR" dirty="0"/>
              <a:t> et la complexité du modèle</a:t>
            </a:r>
          </a:p>
        </p:txBody>
      </p:sp>
      <p:sp>
        <p:nvSpPr>
          <p:cNvPr id="4" name="Espace réservé du numéro de diapositive 3">
            <a:extLst>
              <a:ext uri="{FF2B5EF4-FFF2-40B4-BE49-F238E27FC236}">
                <a16:creationId xmlns:a16="http://schemas.microsoft.com/office/drawing/2014/main" id="{C8DB9CDC-2E3C-0977-8B7C-F63B04810B60}"/>
              </a:ext>
            </a:extLst>
          </p:cNvPr>
          <p:cNvSpPr>
            <a:spLocks noGrp="1"/>
          </p:cNvSpPr>
          <p:nvPr>
            <p:ph type="sldNum" sz="quarter" idx="5"/>
          </p:nvPr>
        </p:nvSpPr>
        <p:spPr/>
        <p:txBody>
          <a:bodyPr/>
          <a:lstStyle/>
          <a:p>
            <a:fld id="{61639CAE-AB21-4710-80C8-BF7B7344CF34}" type="slidenum">
              <a:rPr lang="fr-FR" smtClean="0"/>
              <a:t>25</a:t>
            </a:fld>
            <a:endParaRPr lang="fr-FR"/>
          </a:p>
        </p:txBody>
      </p:sp>
    </p:spTree>
    <p:extLst>
      <p:ext uri="{BB962C8B-B14F-4D97-AF65-F5344CB8AC3E}">
        <p14:creationId xmlns:p14="http://schemas.microsoft.com/office/powerpoint/2010/main" val="306131481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1A5570-68FD-D24D-0769-40F560BE15FF}"/>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DA16A099-C455-3357-FDED-B0F18D955C63}"/>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06FAD433-D0FE-8E21-9462-828CE26AD0F5}"/>
              </a:ext>
            </a:extLst>
          </p:cNvPr>
          <p:cNvSpPr>
            <a:spLocks noGrp="1"/>
          </p:cNvSpPr>
          <p:nvPr>
            <p:ph type="body" idx="1"/>
          </p:nvPr>
        </p:nvSpPr>
        <p:spPr/>
        <p:txBody>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p>
          <a:p>
            <a:r>
              <a:rPr lang="fr-FR" b="1" dirty="0"/>
              <a:t>Au  </a:t>
            </a:r>
            <a:r>
              <a:rPr lang="fr-FR" b="1" dirty="0" err="1"/>
              <a:t>dela</a:t>
            </a:r>
            <a:r>
              <a:rPr lang="fr-FR" b="1" dirty="0"/>
              <a:t> de </a:t>
            </a:r>
            <a:r>
              <a:rPr lang="fr-FR" dirty="0"/>
              <a:t>choisir des méthodes efficaces </a:t>
            </a:r>
            <a:r>
              <a:rPr lang="fr-FR" b="1" dirty="0"/>
              <a:t>d’alignement des données ou de </a:t>
            </a:r>
            <a:r>
              <a:rPr lang="fr-FR" dirty="0"/>
              <a:t>meilleures </a:t>
            </a:r>
            <a:r>
              <a:rPr lang="fr-FR" b="1" dirty="0"/>
              <a:t>structures de fusion</a:t>
            </a:r>
          </a:p>
          <a:p>
            <a:r>
              <a:rPr lang="fr-FR" b="1" dirty="0"/>
              <a:t>On peux utiliser la translations </a:t>
            </a:r>
            <a:endParaRPr lang="fr-FR" dirty="0"/>
          </a:p>
          <a:p>
            <a:endParaRPr lang="es-AR" b="1" dirty="0"/>
          </a:p>
        </p:txBody>
      </p:sp>
      <p:sp>
        <p:nvSpPr>
          <p:cNvPr id="4" name="Espace réservé du numéro de diapositive 3">
            <a:extLst>
              <a:ext uri="{FF2B5EF4-FFF2-40B4-BE49-F238E27FC236}">
                <a16:creationId xmlns:a16="http://schemas.microsoft.com/office/drawing/2014/main" id="{62608A15-630D-557B-28D2-C95CC1E80CCD}"/>
              </a:ext>
            </a:extLst>
          </p:cNvPr>
          <p:cNvSpPr>
            <a:spLocks noGrp="1"/>
          </p:cNvSpPr>
          <p:nvPr>
            <p:ph type="sldNum" sz="quarter" idx="5"/>
          </p:nvPr>
        </p:nvSpPr>
        <p:spPr/>
        <p:txBody>
          <a:bodyPr/>
          <a:lstStyle/>
          <a:p>
            <a:fld id="{61639CAE-AB21-4710-80C8-BF7B7344CF34}" type="slidenum">
              <a:rPr lang="fr-FR" smtClean="0"/>
              <a:t>26</a:t>
            </a:fld>
            <a:endParaRPr lang="fr-FR"/>
          </a:p>
        </p:txBody>
      </p:sp>
    </p:spTree>
    <p:extLst>
      <p:ext uri="{BB962C8B-B14F-4D97-AF65-F5344CB8AC3E}">
        <p14:creationId xmlns:p14="http://schemas.microsoft.com/office/powerpoint/2010/main" val="290943512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438D91F-4EBE-94E5-5177-DA3223237167}"/>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F3604C07-C911-2591-B4B0-43531FDE17E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69A5BC62-20A6-0BAC-35C3-144387945BCF}"/>
              </a:ext>
            </a:extLst>
          </p:cNvPr>
          <p:cNvSpPr>
            <a:spLocks noGrp="1"/>
          </p:cNvSpPr>
          <p:nvPr>
            <p:ph type="body" idx="1"/>
          </p:nvPr>
        </p:nvSpPr>
        <p:spPr/>
        <p:txBody>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ou ACP</a:t>
            </a:r>
            <a:endParaRPr lang="es-AR" dirty="0"/>
          </a:p>
          <a:p>
            <a:pPr marL="742950" lvl="1" indent="-285750">
              <a:buFont typeface="Arial" panose="020B0604020202020204" pitchFamily="34" charset="0"/>
              <a:buChar char="•"/>
            </a:pPr>
            <a:r>
              <a:rPr lang="fr-FR" dirty="0"/>
              <a:t>GPLVM (</a:t>
            </a:r>
            <a:r>
              <a:rPr lang="fr-FR" dirty="0" err="1"/>
              <a:t>Gaussian</a:t>
            </a:r>
            <a:r>
              <a:rPr lang="fr-FR" dirty="0"/>
              <a:t> Process Latent Variable Model) </a:t>
            </a:r>
            <a:endParaRPr lang="es-AR" dirty="0"/>
          </a:p>
          <a:p>
            <a:pPr marL="285750" lvl="0" indent="-285750">
              <a:buFont typeface="Arial" panose="020B0604020202020204" pitchFamily="34" charset="0"/>
              <a:buChar char="•"/>
            </a:pPr>
            <a:r>
              <a:rPr lang="fr-FR" dirty="0"/>
              <a:t>: </a:t>
            </a:r>
            <a:r>
              <a:rPr lang="fr-FR" b="1" dirty="0"/>
              <a:t>sélectionner ou regrouper les informations les plus pertinentes</a:t>
            </a:r>
            <a:endParaRPr lang="es-AR" b="1" dirty="0"/>
          </a:p>
        </p:txBody>
      </p:sp>
      <p:sp>
        <p:nvSpPr>
          <p:cNvPr id="4" name="Espace réservé du numéro de diapositive 3">
            <a:extLst>
              <a:ext uri="{FF2B5EF4-FFF2-40B4-BE49-F238E27FC236}">
                <a16:creationId xmlns:a16="http://schemas.microsoft.com/office/drawing/2014/main" id="{F64867FE-3C16-C280-E272-8126DE2F426A}"/>
              </a:ext>
            </a:extLst>
          </p:cNvPr>
          <p:cNvSpPr>
            <a:spLocks noGrp="1"/>
          </p:cNvSpPr>
          <p:nvPr>
            <p:ph type="sldNum" sz="quarter" idx="5"/>
          </p:nvPr>
        </p:nvSpPr>
        <p:spPr/>
        <p:txBody>
          <a:bodyPr/>
          <a:lstStyle/>
          <a:p>
            <a:fld id="{61639CAE-AB21-4710-80C8-BF7B7344CF34}" type="slidenum">
              <a:rPr lang="fr-FR" smtClean="0"/>
              <a:t>27</a:t>
            </a:fld>
            <a:endParaRPr lang="fr-FR"/>
          </a:p>
        </p:txBody>
      </p:sp>
    </p:spTree>
    <p:extLst>
      <p:ext uri="{BB962C8B-B14F-4D97-AF65-F5344CB8AC3E}">
        <p14:creationId xmlns:p14="http://schemas.microsoft.com/office/powerpoint/2010/main" val="198783809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9A17B72-7690-9CF3-BADA-5CF6B87B5144}"/>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E1004DD0-1A3E-6D11-EDFB-4BF7D27A5D06}"/>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B228A72F-A3A1-6DA8-457F-D1259552DE28}"/>
              </a:ext>
            </a:extLst>
          </p:cNvPr>
          <p:cNvSpPr>
            <a:spLocks noGrp="1"/>
          </p:cNvSpPr>
          <p:nvPr>
            <p:ph type="body" idx="1"/>
          </p:nvPr>
        </p:nvSpPr>
        <p:spPr/>
        <p:txBody>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i="1" dirty="0"/>
          </a:p>
          <a:p>
            <a:pPr marL="742950" lvl="1" indent="-285750">
              <a:buFont typeface="Arial" panose="020B0604020202020204" pitchFamily="34" charset="0"/>
              <a:buChar char="•"/>
            </a:pPr>
            <a:endParaRPr lang="fr-FR" dirty="0"/>
          </a:p>
          <a:p>
            <a:pPr marL="285750" indent="-285750">
              <a:buFont typeface="Arial" panose="020B0604020202020204" pitchFamily="34" charset="0"/>
              <a:buChar char="•"/>
            </a:pPr>
            <a:r>
              <a:rPr lang="fr-FR" dirty="0"/>
              <a:t>Stratégies de compression</a:t>
            </a:r>
          </a:p>
          <a:p>
            <a:pPr marL="742950" lvl="1" indent="-285750">
              <a:buFont typeface="Arial" panose="020B0604020202020204" pitchFamily="34" charset="0"/>
              <a:buChar char="•"/>
            </a:pPr>
            <a:r>
              <a:rPr lang="fr-FR" dirty="0"/>
              <a:t>La </a:t>
            </a:r>
            <a:r>
              <a:rPr lang="fr-FR" b="1" dirty="0" err="1"/>
              <a:t>quantization</a:t>
            </a:r>
            <a:r>
              <a:rPr lang="fr-FR" dirty="0"/>
              <a:t> consiste à </a:t>
            </a:r>
            <a:r>
              <a:rPr lang="fr-FR" b="1" dirty="0"/>
              <a:t>réduire la précision numérique</a:t>
            </a:r>
            <a:r>
              <a:rPr lang="fr-FR" dirty="0"/>
              <a:t> utilisée pour représenter les poids et les activations.</a:t>
            </a:r>
          </a:p>
          <a:p>
            <a:pPr marL="742950" lvl="1" indent="-285750">
              <a:buFont typeface="Arial" panose="020B0604020202020204" pitchFamily="34" charset="0"/>
              <a:buChar char="•"/>
            </a:pPr>
            <a:r>
              <a:rPr lang="fr-FR" dirty="0"/>
              <a:t>Objectif :</a:t>
            </a:r>
            <a:br>
              <a:rPr lang="fr-FR" dirty="0"/>
            </a:br>
            <a:r>
              <a:rPr lang="fr-FR" dirty="0"/>
              <a:t>✅ réduire la mémoire</a:t>
            </a:r>
            <a:br>
              <a:rPr lang="fr-FR" dirty="0"/>
            </a:br>
            <a:r>
              <a:rPr lang="fr-FR" dirty="0"/>
              <a:t>✅ accélérer les calculs</a:t>
            </a:r>
            <a:br>
              <a:rPr lang="fr-FR" dirty="0"/>
            </a:br>
            <a:r>
              <a:rPr lang="fr-FR" dirty="0"/>
              <a:t>✅ améliorer la latence (temps réel)</a:t>
            </a:r>
          </a:p>
        </p:txBody>
      </p:sp>
      <p:sp>
        <p:nvSpPr>
          <p:cNvPr id="4" name="Espace réservé du numéro de diapositive 3">
            <a:extLst>
              <a:ext uri="{FF2B5EF4-FFF2-40B4-BE49-F238E27FC236}">
                <a16:creationId xmlns:a16="http://schemas.microsoft.com/office/drawing/2014/main" id="{0EE2A1FF-3F2B-6909-F1B9-F081CE24D10A}"/>
              </a:ext>
            </a:extLst>
          </p:cNvPr>
          <p:cNvSpPr>
            <a:spLocks noGrp="1"/>
          </p:cNvSpPr>
          <p:nvPr>
            <p:ph type="sldNum" sz="quarter" idx="5"/>
          </p:nvPr>
        </p:nvSpPr>
        <p:spPr/>
        <p:txBody>
          <a:bodyPr/>
          <a:lstStyle/>
          <a:p>
            <a:fld id="{61639CAE-AB21-4710-80C8-BF7B7344CF34}" type="slidenum">
              <a:rPr lang="fr-FR" smtClean="0"/>
              <a:t>28</a:t>
            </a:fld>
            <a:endParaRPr lang="fr-FR"/>
          </a:p>
        </p:txBody>
      </p:sp>
    </p:spTree>
    <p:extLst>
      <p:ext uri="{BB962C8B-B14F-4D97-AF65-F5344CB8AC3E}">
        <p14:creationId xmlns:p14="http://schemas.microsoft.com/office/powerpoint/2010/main" val="3274977470"/>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23BA0B-E8E5-7E47-9332-B6964F367F98}"/>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725225F2-1A75-BADF-BBDC-FEE22571CA71}"/>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CAAAD303-7C01-A4E8-F428-D78ADEF9C5E5}"/>
              </a:ext>
            </a:extLst>
          </p:cNvPr>
          <p:cNvSpPr>
            <a:spLocks noGrp="1"/>
          </p:cNvSpPr>
          <p:nvPr>
            <p:ph type="body" idx="1"/>
          </p:nvPr>
        </p:nvSpPr>
        <p:spPr/>
        <p:txBody>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a:p>
            <a:pPr marL="285750" indent="-285750">
              <a:buFont typeface="Arial" panose="020B0604020202020204" pitchFamily="34" charset="0"/>
              <a:buChar char="•"/>
            </a:pPr>
            <a:endParaRPr lang="fr-FR" dirty="0"/>
          </a:p>
        </p:txBody>
      </p:sp>
      <p:sp>
        <p:nvSpPr>
          <p:cNvPr id="4" name="Espace réservé du numéro de diapositive 3">
            <a:extLst>
              <a:ext uri="{FF2B5EF4-FFF2-40B4-BE49-F238E27FC236}">
                <a16:creationId xmlns:a16="http://schemas.microsoft.com/office/drawing/2014/main" id="{ABD0D767-62FA-C26F-24A9-E520C3FB26A9}"/>
              </a:ext>
            </a:extLst>
          </p:cNvPr>
          <p:cNvSpPr>
            <a:spLocks noGrp="1"/>
          </p:cNvSpPr>
          <p:nvPr>
            <p:ph type="sldNum" sz="quarter" idx="5"/>
          </p:nvPr>
        </p:nvSpPr>
        <p:spPr/>
        <p:txBody>
          <a:bodyPr/>
          <a:lstStyle/>
          <a:p>
            <a:fld id="{61639CAE-AB21-4710-80C8-BF7B7344CF34}" type="slidenum">
              <a:rPr lang="fr-FR" smtClean="0"/>
              <a:t>29</a:t>
            </a:fld>
            <a:endParaRPr lang="fr-FR"/>
          </a:p>
        </p:txBody>
      </p:sp>
    </p:spTree>
    <p:extLst>
      <p:ext uri="{BB962C8B-B14F-4D97-AF65-F5344CB8AC3E}">
        <p14:creationId xmlns:p14="http://schemas.microsoft.com/office/powerpoint/2010/main" val="248572714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0F5D43-D91B-CF2F-81A6-07D6D1F0D233}"/>
            </a:ext>
          </a:extLst>
        </p:cNvPr>
        <p:cNvGrpSpPr/>
        <p:nvPr/>
      </p:nvGrpSpPr>
      <p:grpSpPr>
        <a:xfrm>
          <a:off x="0" y="0"/>
          <a:ext cx="0" cy="0"/>
          <a:chOff x="0" y="0"/>
          <a:chExt cx="0" cy="0"/>
        </a:xfrm>
      </p:grpSpPr>
      <p:sp>
        <p:nvSpPr>
          <p:cNvPr id="2" name="Espace réservé de l'image des diapositives 1">
            <a:extLst>
              <a:ext uri="{FF2B5EF4-FFF2-40B4-BE49-F238E27FC236}">
                <a16:creationId xmlns:a16="http://schemas.microsoft.com/office/drawing/2014/main" id="{325E228A-D6FF-1DE4-6CC6-66D68656ED75}"/>
              </a:ext>
            </a:extLst>
          </p:cNvPr>
          <p:cNvSpPr>
            <a:spLocks noGrp="1" noRot="1" noChangeAspect="1"/>
          </p:cNvSpPr>
          <p:nvPr>
            <p:ph type="sldImg"/>
          </p:nvPr>
        </p:nvSpPr>
        <p:spPr/>
      </p:sp>
      <p:sp>
        <p:nvSpPr>
          <p:cNvPr id="3" name="Espace réservé des notes 2">
            <a:extLst>
              <a:ext uri="{FF2B5EF4-FFF2-40B4-BE49-F238E27FC236}">
                <a16:creationId xmlns:a16="http://schemas.microsoft.com/office/drawing/2014/main" id="{AEDA709C-CF5C-7DA9-3C5E-7E89AEEEFD1F}"/>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fr-FR" dirty="0"/>
              <a:t>afin de réduire les différences sémantiques et de réaliser les tâches d’alignement des données.</a:t>
            </a:r>
          </a:p>
          <a:p>
            <a:endParaRPr lang="fr-FR" dirty="0"/>
          </a:p>
          <a:p>
            <a:r>
              <a:rPr lang="fr-FR" b="1" dirty="0"/>
              <a:t>Mesures de similarité :</a:t>
            </a:r>
            <a:r>
              <a:rPr lang="fr-FR" dirty="0"/>
              <a:t> associer les observations multimodales en comparant leurs </a:t>
            </a:r>
            <a:r>
              <a:rPr lang="fr-FR" dirty="0" err="1"/>
              <a:t>features</a:t>
            </a:r>
            <a:r>
              <a:rPr lang="fr-FR" dirty="0"/>
              <a:t> (spatial, temporel, sémantique) afin d’aligner “qui correspond à quoi”.</a:t>
            </a:r>
            <a:br>
              <a:rPr lang="fr-FR" dirty="0"/>
            </a:br>
            <a:r>
              <a:rPr lang="fr-FR" b="1" dirty="0"/>
              <a:t>Graphes de connaissances :</a:t>
            </a:r>
            <a:r>
              <a:rPr lang="fr-FR" dirty="0"/>
              <a:t> ajouter une structure logique (entités + relations) pour réduire les ambiguïtés et valider les correspondances par cohérence sémantique.</a:t>
            </a:r>
          </a:p>
        </p:txBody>
      </p:sp>
      <p:sp>
        <p:nvSpPr>
          <p:cNvPr id="4" name="Espace réservé du numéro de diapositive 3">
            <a:extLst>
              <a:ext uri="{FF2B5EF4-FFF2-40B4-BE49-F238E27FC236}">
                <a16:creationId xmlns:a16="http://schemas.microsoft.com/office/drawing/2014/main" id="{A3884BDB-CF24-CC73-172B-8F9D1851D7F1}"/>
              </a:ext>
            </a:extLst>
          </p:cNvPr>
          <p:cNvSpPr>
            <a:spLocks noGrp="1"/>
          </p:cNvSpPr>
          <p:nvPr>
            <p:ph type="sldNum" sz="quarter" idx="5"/>
          </p:nvPr>
        </p:nvSpPr>
        <p:spPr/>
        <p:txBody>
          <a:bodyPr/>
          <a:lstStyle/>
          <a:p>
            <a:fld id="{61639CAE-AB21-4710-80C8-BF7B7344CF34}" type="slidenum">
              <a:rPr lang="fr-FR" smtClean="0"/>
              <a:t>30</a:t>
            </a:fld>
            <a:endParaRPr lang="fr-FR"/>
          </a:p>
        </p:txBody>
      </p:sp>
    </p:spTree>
    <p:extLst>
      <p:ext uri="{BB962C8B-B14F-4D97-AF65-F5344CB8AC3E}">
        <p14:creationId xmlns:p14="http://schemas.microsoft.com/office/powerpoint/2010/main" val="703877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e de titr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C52FEF21-BE07-C767-6D06-CA7AC7F61F8E}"/>
              </a:ext>
            </a:extLst>
          </p:cNvPr>
          <p:cNvSpPr>
            <a:spLocks noGrp="1"/>
          </p:cNvSpPr>
          <p:nvPr>
            <p:ph type="ctrTitle"/>
          </p:nvPr>
        </p:nvSpPr>
        <p:spPr>
          <a:xfrm>
            <a:off x="1524000" y="1122363"/>
            <a:ext cx="9144000" cy="2387600"/>
          </a:xfrm>
        </p:spPr>
        <p:txBody>
          <a:bodyPr anchor="b"/>
          <a:lstStyle>
            <a:lvl1pPr algn="ctr">
              <a:defRPr sz="6000"/>
            </a:lvl1pPr>
          </a:lstStyle>
          <a:p>
            <a:r>
              <a:rPr lang="fr-FR"/>
              <a:t>Modifiez le style du titre</a:t>
            </a:r>
          </a:p>
        </p:txBody>
      </p:sp>
      <p:sp>
        <p:nvSpPr>
          <p:cNvPr id="3" name="Sous-titre 2">
            <a:extLst>
              <a:ext uri="{FF2B5EF4-FFF2-40B4-BE49-F238E27FC236}">
                <a16:creationId xmlns:a16="http://schemas.microsoft.com/office/drawing/2014/main" id="{AB6A65D8-4228-BBC1-C68B-B7438AA507BC}"/>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fr-FR"/>
              <a:t>Modifiez le style des sous-titres du masque</a:t>
            </a:r>
          </a:p>
        </p:txBody>
      </p:sp>
      <p:sp>
        <p:nvSpPr>
          <p:cNvPr id="4" name="Espace réservé de la date 3">
            <a:extLst>
              <a:ext uri="{FF2B5EF4-FFF2-40B4-BE49-F238E27FC236}">
                <a16:creationId xmlns:a16="http://schemas.microsoft.com/office/drawing/2014/main" id="{8481885A-1A2C-3C19-7326-77E968DF8130}"/>
              </a:ext>
            </a:extLst>
          </p:cNvPr>
          <p:cNvSpPr>
            <a:spLocks noGrp="1"/>
          </p:cNvSpPr>
          <p:nvPr>
            <p:ph type="dt" sz="half" idx="10"/>
          </p:nvPr>
        </p:nvSpPr>
        <p:spPr/>
        <p:txBody>
          <a:bodyPr/>
          <a:lstStyle/>
          <a:p>
            <a:fld id="{11F52F01-F947-41D9-BA07-76A29AF3FB3C}" type="datetime1">
              <a:rPr lang="fr-FR" smtClean="0"/>
              <a:t>26/01/2026</a:t>
            </a:fld>
            <a:endParaRPr lang="fr-FR"/>
          </a:p>
        </p:txBody>
      </p:sp>
      <p:sp>
        <p:nvSpPr>
          <p:cNvPr id="5" name="Espace réservé du pied de page 4">
            <a:extLst>
              <a:ext uri="{FF2B5EF4-FFF2-40B4-BE49-F238E27FC236}">
                <a16:creationId xmlns:a16="http://schemas.microsoft.com/office/drawing/2014/main" id="{B137D759-0697-C512-8DB1-6F74DB5F1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1A06B875-45CF-958A-E98F-D899BE5DA998}"/>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33792556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04731ED-D666-E47F-6968-876ED8682182}"/>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A7484E6-C068-F46C-C254-EE9DEA616363}"/>
              </a:ext>
            </a:extLst>
          </p:cNvPr>
          <p:cNvSpPr>
            <a:spLocks noGrp="1"/>
          </p:cNvSpPr>
          <p:nvPr>
            <p:ph idx="1"/>
          </p:nvPr>
        </p:nvSpPr>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4F8AE677-3ADC-2392-6A8A-9291FD113519}"/>
              </a:ext>
            </a:extLst>
          </p:cNvPr>
          <p:cNvSpPr>
            <a:spLocks noGrp="1"/>
          </p:cNvSpPr>
          <p:nvPr>
            <p:ph type="dt" sz="half" idx="10"/>
          </p:nvPr>
        </p:nvSpPr>
        <p:spPr/>
        <p:txBody>
          <a:bodyPr/>
          <a:lstStyle/>
          <a:p>
            <a:fld id="{76421966-8986-482C-90C2-62BF1A11D36D}" type="datetime1">
              <a:rPr lang="fr-FR" smtClean="0"/>
              <a:t>26/01/2026</a:t>
            </a:fld>
            <a:endParaRPr lang="fr-FR"/>
          </a:p>
        </p:txBody>
      </p:sp>
      <p:sp>
        <p:nvSpPr>
          <p:cNvPr id="5" name="Espace réservé du pied de page 4">
            <a:extLst>
              <a:ext uri="{FF2B5EF4-FFF2-40B4-BE49-F238E27FC236}">
                <a16:creationId xmlns:a16="http://schemas.microsoft.com/office/drawing/2014/main" id="{6739F935-51D3-7B5E-860F-FE0FD0DE85F4}"/>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0556D72D-B83D-8F15-0917-19DF133B9A2D}"/>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1015607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Titre de secti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4495BD6-4F5A-47DF-00A5-BCFE842B2A9F}"/>
              </a:ext>
            </a:extLst>
          </p:cNvPr>
          <p:cNvSpPr>
            <a:spLocks noGrp="1"/>
          </p:cNvSpPr>
          <p:nvPr>
            <p:ph type="title"/>
          </p:nvPr>
        </p:nvSpPr>
        <p:spPr>
          <a:xfrm>
            <a:off x="831850" y="1709738"/>
            <a:ext cx="10515600" cy="2852737"/>
          </a:xfrm>
        </p:spPr>
        <p:txBody>
          <a:bodyPr anchor="b"/>
          <a:lstStyle>
            <a:lvl1pPr>
              <a:defRPr sz="6000"/>
            </a:lvl1pPr>
          </a:lstStyle>
          <a:p>
            <a:r>
              <a:rPr lang="fr-FR"/>
              <a:t>Modifiez le style du titre</a:t>
            </a:r>
          </a:p>
        </p:txBody>
      </p:sp>
      <p:sp>
        <p:nvSpPr>
          <p:cNvPr id="3" name="Espace réservé du texte 2">
            <a:extLst>
              <a:ext uri="{FF2B5EF4-FFF2-40B4-BE49-F238E27FC236}">
                <a16:creationId xmlns:a16="http://schemas.microsoft.com/office/drawing/2014/main" id="{8E33194D-A5A5-7F53-E6BB-10ABC19FC675}"/>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fr-FR"/>
              <a:t>Cliquez pour modifier les styles du texte du masque</a:t>
            </a:r>
          </a:p>
        </p:txBody>
      </p:sp>
      <p:sp>
        <p:nvSpPr>
          <p:cNvPr id="4" name="Espace réservé de la date 3">
            <a:extLst>
              <a:ext uri="{FF2B5EF4-FFF2-40B4-BE49-F238E27FC236}">
                <a16:creationId xmlns:a16="http://schemas.microsoft.com/office/drawing/2014/main" id="{AA285A67-7AE2-096A-5849-0B2C8DDF8EFB}"/>
              </a:ext>
            </a:extLst>
          </p:cNvPr>
          <p:cNvSpPr>
            <a:spLocks noGrp="1"/>
          </p:cNvSpPr>
          <p:nvPr>
            <p:ph type="dt" sz="half" idx="10"/>
          </p:nvPr>
        </p:nvSpPr>
        <p:spPr/>
        <p:txBody>
          <a:bodyPr/>
          <a:lstStyle/>
          <a:p>
            <a:fld id="{E4A31AD7-4506-4F25-A60F-0300DAE3D063}" type="datetime1">
              <a:rPr lang="fr-FR" smtClean="0"/>
              <a:t>26/01/2026</a:t>
            </a:fld>
            <a:endParaRPr lang="fr-FR"/>
          </a:p>
        </p:txBody>
      </p:sp>
      <p:sp>
        <p:nvSpPr>
          <p:cNvPr id="5" name="Espace réservé du pied de page 4">
            <a:extLst>
              <a:ext uri="{FF2B5EF4-FFF2-40B4-BE49-F238E27FC236}">
                <a16:creationId xmlns:a16="http://schemas.microsoft.com/office/drawing/2014/main" id="{A5D2372D-4AB3-7667-452B-2AE5087D893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F59139E3-1049-FA9B-1312-C56D5D1DEFD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1561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CDEE8B1-49F8-B7C7-D323-150DCDCDA395}"/>
              </a:ext>
            </a:extLst>
          </p:cNvPr>
          <p:cNvSpPr>
            <a:spLocks noGrp="1"/>
          </p:cNvSpPr>
          <p:nvPr>
            <p:ph type="title"/>
          </p:nvPr>
        </p:nvSpPr>
        <p:spPr/>
        <p:txBody>
          <a:bodyPr/>
          <a:lstStyle/>
          <a:p>
            <a:r>
              <a:rPr lang="fr-FR"/>
              <a:t>Modifiez le style du titre</a:t>
            </a:r>
          </a:p>
        </p:txBody>
      </p:sp>
      <p:sp>
        <p:nvSpPr>
          <p:cNvPr id="3" name="Espace réservé du contenu 2">
            <a:extLst>
              <a:ext uri="{FF2B5EF4-FFF2-40B4-BE49-F238E27FC236}">
                <a16:creationId xmlns:a16="http://schemas.microsoft.com/office/drawing/2014/main" id="{16D31B1F-AC0F-7891-4034-0A655837095E}"/>
              </a:ext>
            </a:extLst>
          </p:cNvPr>
          <p:cNvSpPr>
            <a:spLocks noGrp="1"/>
          </p:cNvSpPr>
          <p:nvPr>
            <p:ph sz="half" idx="1"/>
          </p:nvPr>
        </p:nvSpPr>
        <p:spPr>
          <a:xfrm>
            <a:off x="838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a:extLst>
              <a:ext uri="{FF2B5EF4-FFF2-40B4-BE49-F238E27FC236}">
                <a16:creationId xmlns:a16="http://schemas.microsoft.com/office/drawing/2014/main" id="{3FF2C907-CD58-FFD9-B1CF-A5A67B7D6002}"/>
              </a:ext>
            </a:extLst>
          </p:cNvPr>
          <p:cNvSpPr>
            <a:spLocks noGrp="1"/>
          </p:cNvSpPr>
          <p:nvPr>
            <p:ph sz="half" idx="2"/>
          </p:nvPr>
        </p:nvSpPr>
        <p:spPr>
          <a:xfrm>
            <a:off x="6172200" y="1825625"/>
            <a:ext cx="5181600" cy="435133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e la date 4">
            <a:extLst>
              <a:ext uri="{FF2B5EF4-FFF2-40B4-BE49-F238E27FC236}">
                <a16:creationId xmlns:a16="http://schemas.microsoft.com/office/drawing/2014/main" id="{C62277E3-BC90-29E6-8592-24A5098ADC15}"/>
              </a:ext>
            </a:extLst>
          </p:cNvPr>
          <p:cNvSpPr>
            <a:spLocks noGrp="1"/>
          </p:cNvSpPr>
          <p:nvPr>
            <p:ph type="dt" sz="half" idx="10"/>
          </p:nvPr>
        </p:nvSpPr>
        <p:spPr/>
        <p:txBody>
          <a:bodyPr/>
          <a:lstStyle/>
          <a:p>
            <a:fld id="{FDC9F305-6BE9-477E-B049-8DB9C44E0473}" type="datetime1">
              <a:rPr lang="fr-FR" smtClean="0"/>
              <a:t>26/01/2026</a:t>
            </a:fld>
            <a:endParaRPr lang="fr-FR"/>
          </a:p>
        </p:txBody>
      </p:sp>
      <p:sp>
        <p:nvSpPr>
          <p:cNvPr id="6" name="Espace réservé du pied de page 5">
            <a:extLst>
              <a:ext uri="{FF2B5EF4-FFF2-40B4-BE49-F238E27FC236}">
                <a16:creationId xmlns:a16="http://schemas.microsoft.com/office/drawing/2014/main" id="{C547F5B8-788B-26CD-F07F-B5D3227028E4}"/>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426BD32-5FFD-C238-F0E0-E0CB1580EEC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76509399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B555028-61BB-4707-4BF2-DB1C33DF2B5D}"/>
              </a:ext>
            </a:extLst>
          </p:cNvPr>
          <p:cNvSpPr>
            <a:spLocks noGrp="1"/>
          </p:cNvSpPr>
          <p:nvPr>
            <p:ph type="title"/>
          </p:nvPr>
        </p:nvSpPr>
        <p:spPr>
          <a:xfrm>
            <a:off x="839788" y="365125"/>
            <a:ext cx="10515600" cy="1325563"/>
          </a:xfrm>
        </p:spPr>
        <p:txBody>
          <a:bodyPr/>
          <a:lstStyle/>
          <a:p>
            <a:r>
              <a:rPr lang="fr-FR"/>
              <a:t>Modifiez le style du titre</a:t>
            </a:r>
          </a:p>
        </p:txBody>
      </p:sp>
      <p:sp>
        <p:nvSpPr>
          <p:cNvPr id="3" name="Espace réservé du texte 2">
            <a:extLst>
              <a:ext uri="{FF2B5EF4-FFF2-40B4-BE49-F238E27FC236}">
                <a16:creationId xmlns:a16="http://schemas.microsoft.com/office/drawing/2014/main" id="{27381BCD-72BE-027A-B773-747AC020F90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a:extLst>
              <a:ext uri="{FF2B5EF4-FFF2-40B4-BE49-F238E27FC236}">
                <a16:creationId xmlns:a16="http://schemas.microsoft.com/office/drawing/2014/main" id="{F379EBCB-D800-8B45-9515-D356BCB3C59B}"/>
              </a:ext>
            </a:extLst>
          </p:cNvPr>
          <p:cNvSpPr>
            <a:spLocks noGrp="1"/>
          </p:cNvSpPr>
          <p:nvPr>
            <p:ph sz="half" idx="2"/>
          </p:nvPr>
        </p:nvSpPr>
        <p:spPr>
          <a:xfrm>
            <a:off x="839788" y="2505075"/>
            <a:ext cx="5157787"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a:extLst>
              <a:ext uri="{FF2B5EF4-FFF2-40B4-BE49-F238E27FC236}">
                <a16:creationId xmlns:a16="http://schemas.microsoft.com/office/drawing/2014/main" id="{AD26BCCF-1628-A962-4A05-F4E794F19835}"/>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a:extLst>
              <a:ext uri="{FF2B5EF4-FFF2-40B4-BE49-F238E27FC236}">
                <a16:creationId xmlns:a16="http://schemas.microsoft.com/office/drawing/2014/main" id="{0F91449E-A6EA-42E9-1133-ECAA092C3F1C}"/>
              </a:ext>
            </a:extLst>
          </p:cNvPr>
          <p:cNvSpPr>
            <a:spLocks noGrp="1"/>
          </p:cNvSpPr>
          <p:nvPr>
            <p:ph sz="quarter" idx="4"/>
          </p:nvPr>
        </p:nvSpPr>
        <p:spPr>
          <a:xfrm>
            <a:off x="6172200" y="2505075"/>
            <a:ext cx="5183188" cy="3684588"/>
          </a:xfrm>
        </p:spPr>
        <p:txBody>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7" name="Espace réservé de la date 6">
            <a:extLst>
              <a:ext uri="{FF2B5EF4-FFF2-40B4-BE49-F238E27FC236}">
                <a16:creationId xmlns:a16="http://schemas.microsoft.com/office/drawing/2014/main" id="{2BC8F80D-B5B7-5163-C849-C07CAA28AAF3}"/>
              </a:ext>
            </a:extLst>
          </p:cNvPr>
          <p:cNvSpPr>
            <a:spLocks noGrp="1"/>
          </p:cNvSpPr>
          <p:nvPr>
            <p:ph type="dt" sz="half" idx="10"/>
          </p:nvPr>
        </p:nvSpPr>
        <p:spPr/>
        <p:txBody>
          <a:bodyPr/>
          <a:lstStyle/>
          <a:p>
            <a:fld id="{2BE00478-2532-4426-A347-BBB69087F0B3}" type="datetime1">
              <a:rPr lang="fr-FR" smtClean="0"/>
              <a:t>26/01/2026</a:t>
            </a:fld>
            <a:endParaRPr lang="fr-FR"/>
          </a:p>
        </p:txBody>
      </p:sp>
      <p:sp>
        <p:nvSpPr>
          <p:cNvPr id="8" name="Espace réservé du pied de page 7">
            <a:extLst>
              <a:ext uri="{FF2B5EF4-FFF2-40B4-BE49-F238E27FC236}">
                <a16:creationId xmlns:a16="http://schemas.microsoft.com/office/drawing/2014/main" id="{BB575822-4A04-C0C2-44DE-22C30D84F8A3}"/>
              </a:ext>
            </a:extLst>
          </p:cNvPr>
          <p:cNvSpPr>
            <a:spLocks noGrp="1"/>
          </p:cNvSpPr>
          <p:nvPr>
            <p:ph type="ftr" sz="quarter" idx="11"/>
          </p:nvPr>
        </p:nvSpPr>
        <p:spPr/>
        <p:txBody>
          <a:bodyPr/>
          <a:lstStyle/>
          <a:p>
            <a:endParaRPr lang="fr-FR"/>
          </a:p>
        </p:txBody>
      </p:sp>
      <p:sp>
        <p:nvSpPr>
          <p:cNvPr id="9" name="Espace réservé du numéro de diapositive 8">
            <a:extLst>
              <a:ext uri="{FF2B5EF4-FFF2-40B4-BE49-F238E27FC236}">
                <a16:creationId xmlns:a16="http://schemas.microsoft.com/office/drawing/2014/main" id="{9E6E4F87-6DDC-93D7-A2B3-3CA8A6647EB5}"/>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90128405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C50798F-34EA-C7AF-C7E8-2ACE51151560}"/>
              </a:ext>
            </a:extLst>
          </p:cNvPr>
          <p:cNvSpPr>
            <a:spLocks noGrp="1"/>
          </p:cNvSpPr>
          <p:nvPr>
            <p:ph type="title"/>
          </p:nvPr>
        </p:nvSpPr>
        <p:spPr/>
        <p:txBody>
          <a:bodyPr/>
          <a:lstStyle/>
          <a:p>
            <a:r>
              <a:rPr lang="fr-FR"/>
              <a:t>Modifiez le style du titre</a:t>
            </a:r>
          </a:p>
        </p:txBody>
      </p:sp>
      <p:sp>
        <p:nvSpPr>
          <p:cNvPr id="3" name="Espace réservé de la date 2">
            <a:extLst>
              <a:ext uri="{FF2B5EF4-FFF2-40B4-BE49-F238E27FC236}">
                <a16:creationId xmlns:a16="http://schemas.microsoft.com/office/drawing/2014/main" id="{3B3AEEC2-CDC1-942E-AE90-35C538304F83}"/>
              </a:ext>
            </a:extLst>
          </p:cNvPr>
          <p:cNvSpPr>
            <a:spLocks noGrp="1"/>
          </p:cNvSpPr>
          <p:nvPr>
            <p:ph type="dt" sz="half" idx="10"/>
          </p:nvPr>
        </p:nvSpPr>
        <p:spPr/>
        <p:txBody>
          <a:bodyPr/>
          <a:lstStyle/>
          <a:p>
            <a:fld id="{08B6C776-B065-4BFE-A3E9-F437B6796D90}" type="datetime1">
              <a:rPr lang="fr-FR" smtClean="0"/>
              <a:t>26/01/2026</a:t>
            </a:fld>
            <a:endParaRPr lang="fr-FR"/>
          </a:p>
        </p:txBody>
      </p:sp>
      <p:sp>
        <p:nvSpPr>
          <p:cNvPr id="4" name="Espace réservé du pied de page 3">
            <a:extLst>
              <a:ext uri="{FF2B5EF4-FFF2-40B4-BE49-F238E27FC236}">
                <a16:creationId xmlns:a16="http://schemas.microsoft.com/office/drawing/2014/main" id="{71A28256-6E06-B150-0AE9-3E664B4B27D7}"/>
              </a:ext>
            </a:extLst>
          </p:cNvPr>
          <p:cNvSpPr>
            <a:spLocks noGrp="1"/>
          </p:cNvSpPr>
          <p:nvPr>
            <p:ph type="ftr" sz="quarter" idx="11"/>
          </p:nvPr>
        </p:nvSpPr>
        <p:spPr/>
        <p:txBody>
          <a:bodyPr/>
          <a:lstStyle/>
          <a:p>
            <a:endParaRPr lang="fr-FR"/>
          </a:p>
        </p:txBody>
      </p:sp>
      <p:sp>
        <p:nvSpPr>
          <p:cNvPr id="5" name="Espace réservé du numéro de diapositive 4">
            <a:extLst>
              <a:ext uri="{FF2B5EF4-FFF2-40B4-BE49-F238E27FC236}">
                <a16:creationId xmlns:a16="http://schemas.microsoft.com/office/drawing/2014/main" id="{D5F77DEC-5C15-A48B-F1B9-B1956FE6B227}"/>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03776603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
        <p:nvSpPr>
          <p:cNvPr id="2" name="Espace réservé de la date 1">
            <a:extLst>
              <a:ext uri="{FF2B5EF4-FFF2-40B4-BE49-F238E27FC236}">
                <a16:creationId xmlns:a16="http://schemas.microsoft.com/office/drawing/2014/main" id="{F77E66B2-7B3A-B9F5-80DA-A1B3989AEBCA}"/>
              </a:ext>
            </a:extLst>
          </p:cNvPr>
          <p:cNvSpPr>
            <a:spLocks noGrp="1"/>
          </p:cNvSpPr>
          <p:nvPr>
            <p:ph type="dt" sz="half" idx="10"/>
          </p:nvPr>
        </p:nvSpPr>
        <p:spPr/>
        <p:txBody>
          <a:bodyPr/>
          <a:lstStyle/>
          <a:p>
            <a:fld id="{085604E2-3368-4A8D-80EB-F1000403030A}" type="datetime1">
              <a:rPr lang="fr-FR" smtClean="0"/>
              <a:t>26/01/2026</a:t>
            </a:fld>
            <a:endParaRPr lang="fr-FR"/>
          </a:p>
        </p:txBody>
      </p:sp>
      <p:sp>
        <p:nvSpPr>
          <p:cNvPr id="3" name="Espace réservé du pied de page 2">
            <a:extLst>
              <a:ext uri="{FF2B5EF4-FFF2-40B4-BE49-F238E27FC236}">
                <a16:creationId xmlns:a16="http://schemas.microsoft.com/office/drawing/2014/main" id="{DA890969-6C25-7E22-D1D2-C088504539C0}"/>
              </a:ext>
            </a:extLst>
          </p:cNvPr>
          <p:cNvSpPr>
            <a:spLocks noGrp="1"/>
          </p:cNvSpPr>
          <p:nvPr>
            <p:ph type="ftr" sz="quarter" idx="11"/>
          </p:nvPr>
        </p:nvSpPr>
        <p:spPr/>
        <p:txBody>
          <a:bodyPr/>
          <a:lstStyle/>
          <a:p>
            <a:endParaRPr lang="fr-FR"/>
          </a:p>
        </p:txBody>
      </p:sp>
      <p:sp>
        <p:nvSpPr>
          <p:cNvPr id="4" name="Espace réservé du numéro de diapositive 3">
            <a:extLst>
              <a:ext uri="{FF2B5EF4-FFF2-40B4-BE49-F238E27FC236}">
                <a16:creationId xmlns:a16="http://schemas.microsoft.com/office/drawing/2014/main" id="{75E38297-A3C8-FB90-D231-95F2E0DD2BFB}"/>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5637182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70F2BF0-E471-2BF8-795E-87D6AFD03BBF}"/>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du contenu 2">
            <a:extLst>
              <a:ext uri="{FF2B5EF4-FFF2-40B4-BE49-F238E27FC236}">
                <a16:creationId xmlns:a16="http://schemas.microsoft.com/office/drawing/2014/main" id="{89810BBD-9A55-AD92-1453-C33D9916EAA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a:extLst>
              <a:ext uri="{FF2B5EF4-FFF2-40B4-BE49-F238E27FC236}">
                <a16:creationId xmlns:a16="http://schemas.microsoft.com/office/drawing/2014/main" id="{942DDD96-CF79-65BA-1588-C8B405C2753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6CD88BF7-2719-FCAD-13B7-4B5492A1A6C1}"/>
              </a:ext>
            </a:extLst>
          </p:cNvPr>
          <p:cNvSpPr>
            <a:spLocks noGrp="1"/>
          </p:cNvSpPr>
          <p:nvPr>
            <p:ph type="dt" sz="half" idx="10"/>
          </p:nvPr>
        </p:nvSpPr>
        <p:spPr/>
        <p:txBody>
          <a:bodyPr/>
          <a:lstStyle/>
          <a:p>
            <a:fld id="{D4EEA691-572F-4F04-BC85-BD56FDB68B16}" type="datetime1">
              <a:rPr lang="fr-FR" smtClean="0"/>
              <a:t>26/01/2026</a:t>
            </a:fld>
            <a:endParaRPr lang="fr-FR"/>
          </a:p>
        </p:txBody>
      </p:sp>
      <p:sp>
        <p:nvSpPr>
          <p:cNvPr id="6" name="Espace réservé du pied de page 5">
            <a:extLst>
              <a:ext uri="{FF2B5EF4-FFF2-40B4-BE49-F238E27FC236}">
                <a16:creationId xmlns:a16="http://schemas.microsoft.com/office/drawing/2014/main" id="{AD550B3B-6EED-4C5A-11BF-A10057F0CD4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CC65A815-A939-069E-9B43-22718216DA41}"/>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38173553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92DE17-34A0-0FAA-C27F-9ACB82962FF2}"/>
              </a:ext>
            </a:extLst>
          </p:cNvPr>
          <p:cNvSpPr>
            <a:spLocks noGrp="1"/>
          </p:cNvSpPr>
          <p:nvPr>
            <p:ph type="title"/>
          </p:nvPr>
        </p:nvSpPr>
        <p:spPr>
          <a:xfrm>
            <a:off x="839788" y="457200"/>
            <a:ext cx="3932237" cy="1600200"/>
          </a:xfrm>
        </p:spPr>
        <p:txBody>
          <a:bodyPr anchor="b"/>
          <a:lstStyle>
            <a:lvl1pPr>
              <a:defRPr sz="3200"/>
            </a:lvl1pPr>
          </a:lstStyle>
          <a:p>
            <a:r>
              <a:rPr lang="fr-FR"/>
              <a:t>Modifiez le style du titre</a:t>
            </a:r>
          </a:p>
        </p:txBody>
      </p:sp>
      <p:sp>
        <p:nvSpPr>
          <p:cNvPr id="3" name="Espace réservé pour une image  2">
            <a:extLst>
              <a:ext uri="{FF2B5EF4-FFF2-40B4-BE49-F238E27FC236}">
                <a16:creationId xmlns:a16="http://schemas.microsoft.com/office/drawing/2014/main" id="{F79FB5BC-2203-BE1A-83F2-AC126DE4B7DB}"/>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fr-FR"/>
          </a:p>
        </p:txBody>
      </p:sp>
      <p:sp>
        <p:nvSpPr>
          <p:cNvPr id="4" name="Espace réservé du texte 3">
            <a:extLst>
              <a:ext uri="{FF2B5EF4-FFF2-40B4-BE49-F238E27FC236}">
                <a16:creationId xmlns:a16="http://schemas.microsoft.com/office/drawing/2014/main" id="{F82EDC98-2130-1FD8-5624-C090E196324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fr-FR"/>
              <a:t>Cliquez pour modifier les styles du texte du masque</a:t>
            </a:r>
          </a:p>
        </p:txBody>
      </p:sp>
      <p:sp>
        <p:nvSpPr>
          <p:cNvPr id="5" name="Espace réservé de la date 4">
            <a:extLst>
              <a:ext uri="{FF2B5EF4-FFF2-40B4-BE49-F238E27FC236}">
                <a16:creationId xmlns:a16="http://schemas.microsoft.com/office/drawing/2014/main" id="{4147D0A9-F84A-00B4-7130-4D8BF5C042F9}"/>
              </a:ext>
            </a:extLst>
          </p:cNvPr>
          <p:cNvSpPr>
            <a:spLocks noGrp="1"/>
          </p:cNvSpPr>
          <p:nvPr>
            <p:ph type="dt" sz="half" idx="10"/>
          </p:nvPr>
        </p:nvSpPr>
        <p:spPr/>
        <p:txBody>
          <a:bodyPr/>
          <a:lstStyle/>
          <a:p>
            <a:fld id="{F51E280F-F899-4FD0-A249-C2535D392737}" type="datetime1">
              <a:rPr lang="fr-FR" smtClean="0"/>
              <a:t>26/01/2026</a:t>
            </a:fld>
            <a:endParaRPr lang="fr-FR"/>
          </a:p>
        </p:txBody>
      </p:sp>
      <p:sp>
        <p:nvSpPr>
          <p:cNvPr id="6" name="Espace réservé du pied de page 5">
            <a:extLst>
              <a:ext uri="{FF2B5EF4-FFF2-40B4-BE49-F238E27FC236}">
                <a16:creationId xmlns:a16="http://schemas.microsoft.com/office/drawing/2014/main" id="{60ADC480-639E-252B-C8C5-AE86E77F2819}"/>
              </a:ext>
            </a:extLst>
          </p:cNvPr>
          <p:cNvSpPr>
            <a:spLocks noGrp="1"/>
          </p:cNvSpPr>
          <p:nvPr>
            <p:ph type="ftr" sz="quarter" idx="11"/>
          </p:nvPr>
        </p:nvSpPr>
        <p:spPr/>
        <p:txBody>
          <a:bodyPr/>
          <a:lstStyle/>
          <a:p>
            <a:endParaRPr lang="fr-FR"/>
          </a:p>
        </p:txBody>
      </p:sp>
      <p:sp>
        <p:nvSpPr>
          <p:cNvPr id="7" name="Espace réservé du numéro de diapositive 6">
            <a:extLst>
              <a:ext uri="{FF2B5EF4-FFF2-40B4-BE49-F238E27FC236}">
                <a16:creationId xmlns:a16="http://schemas.microsoft.com/office/drawing/2014/main" id="{167E4955-EEE0-04A6-0E28-9EABCCC7FE19}"/>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121399442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9375A681-4CA9-BB0C-4BFC-542EB03BA904}"/>
              </a:ext>
            </a:extLst>
          </p:cNvPr>
          <p:cNvSpPr>
            <a:spLocks noGrp="1"/>
          </p:cNvSpPr>
          <p:nvPr>
            <p:ph type="title"/>
          </p:nvPr>
        </p:nvSpPr>
        <p:spPr/>
        <p:txBody>
          <a:bodyPr/>
          <a:lstStyle/>
          <a:p>
            <a:r>
              <a:rPr lang="fr-FR"/>
              <a:t>Modifiez le style du titre</a:t>
            </a:r>
          </a:p>
        </p:txBody>
      </p:sp>
      <p:sp>
        <p:nvSpPr>
          <p:cNvPr id="3" name="Espace réservé du texte vertical 2">
            <a:extLst>
              <a:ext uri="{FF2B5EF4-FFF2-40B4-BE49-F238E27FC236}">
                <a16:creationId xmlns:a16="http://schemas.microsoft.com/office/drawing/2014/main" id="{01771ADB-7713-8915-9C2B-8CB7EC089794}"/>
              </a:ext>
            </a:extLst>
          </p:cNvPr>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10885611-0EC6-1147-0D66-131556F43D7E}"/>
              </a:ext>
            </a:extLst>
          </p:cNvPr>
          <p:cNvSpPr>
            <a:spLocks noGrp="1"/>
          </p:cNvSpPr>
          <p:nvPr>
            <p:ph type="dt" sz="half" idx="10"/>
          </p:nvPr>
        </p:nvSpPr>
        <p:spPr/>
        <p:txBody>
          <a:bodyPr/>
          <a:lstStyle/>
          <a:p>
            <a:fld id="{FE6FA391-0CE9-40D0-A2F7-85DBD7240798}" type="datetime1">
              <a:rPr lang="fr-FR" smtClean="0"/>
              <a:t>26/01/2026</a:t>
            </a:fld>
            <a:endParaRPr lang="fr-FR"/>
          </a:p>
        </p:txBody>
      </p:sp>
      <p:sp>
        <p:nvSpPr>
          <p:cNvPr id="5" name="Espace réservé du pied de page 4">
            <a:extLst>
              <a:ext uri="{FF2B5EF4-FFF2-40B4-BE49-F238E27FC236}">
                <a16:creationId xmlns:a16="http://schemas.microsoft.com/office/drawing/2014/main" id="{F9864813-959F-EF55-E4A4-F78010EBDA91}"/>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65E24510-22FB-000E-E129-9DE2E8EA8A0F}"/>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48411673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a:extLst>
              <a:ext uri="{FF2B5EF4-FFF2-40B4-BE49-F238E27FC236}">
                <a16:creationId xmlns:a16="http://schemas.microsoft.com/office/drawing/2014/main" id="{9CC24598-E7BA-754B-486F-BEB67379ABDB}"/>
              </a:ext>
            </a:extLst>
          </p:cNvPr>
          <p:cNvSpPr>
            <a:spLocks noGrp="1"/>
          </p:cNvSpPr>
          <p:nvPr>
            <p:ph type="title" orient="vert"/>
          </p:nvPr>
        </p:nvSpPr>
        <p:spPr>
          <a:xfrm>
            <a:off x="8724900" y="365125"/>
            <a:ext cx="2628900" cy="5811838"/>
          </a:xfrm>
        </p:spPr>
        <p:txBody>
          <a:bodyPr vert="eaVert"/>
          <a:lstStyle/>
          <a:p>
            <a:r>
              <a:rPr lang="fr-FR"/>
              <a:t>Modifiez le style du titre</a:t>
            </a:r>
          </a:p>
        </p:txBody>
      </p:sp>
      <p:sp>
        <p:nvSpPr>
          <p:cNvPr id="3" name="Espace réservé du texte vertical 2">
            <a:extLst>
              <a:ext uri="{FF2B5EF4-FFF2-40B4-BE49-F238E27FC236}">
                <a16:creationId xmlns:a16="http://schemas.microsoft.com/office/drawing/2014/main" id="{22E47A81-FC0C-D5A1-5C5A-E069BAE668D6}"/>
              </a:ext>
            </a:extLst>
          </p:cNvPr>
          <p:cNvSpPr>
            <a:spLocks noGrp="1"/>
          </p:cNvSpPr>
          <p:nvPr>
            <p:ph type="body" orient="vert" idx="1"/>
          </p:nvPr>
        </p:nvSpPr>
        <p:spPr>
          <a:xfrm>
            <a:off x="838200" y="365125"/>
            <a:ext cx="7734300" cy="5811838"/>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D9977DE5-ACC5-43E7-3EA3-1D9A3EEF1812}"/>
              </a:ext>
            </a:extLst>
          </p:cNvPr>
          <p:cNvSpPr>
            <a:spLocks noGrp="1"/>
          </p:cNvSpPr>
          <p:nvPr>
            <p:ph type="dt" sz="half" idx="10"/>
          </p:nvPr>
        </p:nvSpPr>
        <p:spPr/>
        <p:txBody>
          <a:bodyPr/>
          <a:lstStyle/>
          <a:p>
            <a:fld id="{81B1AECE-E014-45BC-B18F-7BDB4D69CDE5}" type="datetime1">
              <a:rPr lang="fr-FR" smtClean="0"/>
              <a:t>26/01/2026</a:t>
            </a:fld>
            <a:endParaRPr lang="fr-FR"/>
          </a:p>
        </p:txBody>
      </p:sp>
      <p:sp>
        <p:nvSpPr>
          <p:cNvPr id="5" name="Espace réservé du pied de page 4">
            <a:extLst>
              <a:ext uri="{FF2B5EF4-FFF2-40B4-BE49-F238E27FC236}">
                <a16:creationId xmlns:a16="http://schemas.microsoft.com/office/drawing/2014/main" id="{DD618474-730F-7697-0270-51726F234795}"/>
              </a:ext>
            </a:extLst>
          </p:cNvPr>
          <p:cNvSpPr>
            <a:spLocks noGrp="1"/>
          </p:cNvSpPr>
          <p:nvPr>
            <p:ph type="ftr" sz="quarter" idx="11"/>
          </p:nvPr>
        </p:nvSpPr>
        <p:spPr/>
        <p:txBody>
          <a:bodyPr/>
          <a:lstStyle/>
          <a:p>
            <a:endParaRPr lang="fr-FR"/>
          </a:p>
        </p:txBody>
      </p:sp>
      <p:sp>
        <p:nvSpPr>
          <p:cNvPr id="6" name="Espace réservé du numéro de diapositive 5">
            <a:extLst>
              <a:ext uri="{FF2B5EF4-FFF2-40B4-BE49-F238E27FC236}">
                <a16:creationId xmlns:a16="http://schemas.microsoft.com/office/drawing/2014/main" id="{AAF35F53-8A2B-16A4-DF94-5CC8908881BC}"/>
              </a:ext>
            </a:extLst>
          </p:cNvPr>
          <p:cNvSpPr>
            <a:spLocks noGrp="1"/>
          </p:cNvSpPr>
          <p:nvPr>
            <p:ph type="sldNum" sz="quarter" idx="12"/>
          </p:nvPr>
        </p:nvSpPr>
        <p:spPr/>
        <p:txBody>
          <a:bodyPr/>
          <a:lstStyle/>
          <a:p>
            <a:fld id="{BBC07E23-5D66-4BDA-857C-D8615BC30D33}" type="slidenum">
              <a:rPr lang="fr-FR" smtClean="0"/>
              <a:t>‹N°›</a:t>
            </a:fld>
            <a:endParaRPr lang="fr-FR"/>
          </a:p>
        </p:txBody>
      </p:sp>
    </p:spTree>
    <p:extLst>
      <p:ext uri="{BB962C8B-B14F-4D97-AF65-F5344CB8AC3E}">
        <p14:creationId xmlns:p14="http://schemas.microsoft.com/office/powerpoint/2010/main" val="257371510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ce réservé du titre 1">
            <a:extLst>
              <a:ext uri="{FF2B5EF4-FFF2-40B4-BE49-F238E27FC236}">
                <a16:creationId xmlns:a16="http://schemas.microsoft.com/office/drawing/2014/main" id="{45188544-5627-BEB8-E1A9-9F258A773568}"/>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fr-FR"/>
              <a:t>Modifiez le style du titre</a:t>
            </a:r>
          </a:p>
        </p:txBody>
      </p:sp>
      <p:sp>
        <p:nvSpPr>
          <p:cNvPr id="3" name="Espace réservé du texte 2">
            <a:extLst>
              <a:ext uri="{FF2B5EF4-FFF2-40B4-BE49-F238E27FC236}">
                <a16:creationId xmlns:a16="http://schemas.microsoft.com/office/drawing/2014/main" id="{1CD1928C-0617-D19F-6634-73737EF6ABCE}"/>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e la date 3">
            <a:extLst>
              <a:ext uri="{FF2B5EF4-FFF2-40B4-BE49-F238E27FC236}">
                <a16:creationId xmlns:a16="http://schemas.microsoft.com/office/drawing/2014/main" id="{9054FEFD-22C9-B210-98A1-EBB5ABFC8CED}"/>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34449E18-1044-428F-89F4-DDEB76B54A54}" type="datetime1">
              <a:rPr lang="fr-FR" smtClean="0"/>
              <a:t>26/01/2026</a:t>
            </a:fld>
            <a:endParaRPr lang="fr-FR"/>
          </a:p>
        </p:txBody>
      </p:sp>
      <p:sp>
        <p:nvSpPr>
          <p:cNvPr id="5" name="Espace réservé du pied de page 4">
            <a:extLst>
              <a:ext uri="{FF2B5EF4-FFF2-40B4-BE49-F238E27FC236}">
                <a16:creationId xmlns:a16="http://schemas.microsoft.com/office/drawing/2014/main" id="{224CB006-5F5C-3788-892E-0936FBD5204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fr-FR"/>
          </a:p>
        </p:txBody>
      </p:sp>
      <p:sp>
        <p:nvSpPr>
          <p:cNvPr id="6" name="Espace réservé du numéro de diapositive 5">
            <a:extLst>
              <a:ext uri="{FF2B5EF4-FFF2-40B4-BE49-F238E27FC236}">
                <a16:creationId xmlns:a16="http://schemas.microsoft.com/office/drawing/2014/main" id="{8F1FDBCB-0611-9C7D-2E28-A6D54D7C50FA}"/>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BBC07E23-5D66-4BDA-857C-D8615BC30D33}" type="slidenum">
              <a:rPr lang="fr-FR" smtClean="0"/>
              <a:t>‹N°›</a:t>
            </a:fld>
            <a:endParaRPr lang="fr-FR"/>
          </a:p>
        </p:txBody>
      </p:sp>
    </p:spTree>
    <p:extLst>
      <p:ext uri="{BB962C8B-B14F-4D97-AF65-F5344CB8AC3E}">
        <p14:creationId xmlns:p14="http://schemas.microsoft.com/office/powerpoint/2010/main" val="297562651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6.xml.rels><?xml version="1.0" encoding="UTF-8" standalone="yes"?>
<Relationships xmlns="http://schemas.openxmlformats.org/package/2006/relationships"><Relationship Id="rId3" Type="http://schemas.openxmlformats.org/officeDocument/2006/relationships/diagramData" Target="../diagrams/data3.xml"/><Relationship Id="rId7" Type="http://schemas.microsoft.com/office/2007/relationships/diagramDrawing" Target="../diagrams/drawing3.xml"/><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diagramColors" Target="../diagrams/colors3.xml"/><Relationship Id="rId5" Type="http://schemas.openxmlformats.org/officeDocument/2006/relationships/diagramQuickStyle" Target="../diagrams/quickStyle3.xml"/><Relationship Id="rId4" Type="http://schemas.openxmlformats.org/officeDocument/2006/relationships/diagramLayout" Target="../diagrams/layout3.xml"/></Relationships>
</file>

<file path=ppt/slides/_rels/slide7.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9.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15.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8" Type="http://schemas.openxmlformats.org/officeDocument/2006/relationships/image" Target="../media/image33.svg"/><Relationship Id="rId3" Type="http://schemas.openxmlformats.org/officeDocument/2006/relationships/image" Target="../media/image28.png"/><Relationship Id="rId7" Type="http://schemas.openxmlformats.org/officeDocument/2006/relationships/image" Target="../media/image32.png"/><Relationship Id="rId12" Type="http://schemas.openxmlformats.org/officeDocument/2006/relationships/image" Target="../media/image37.sv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31.svg"/><Relationship Id="rId11" Type="http://schemas.openxmlformats.org/officeDocument/2006/relationships/image" Target="../media/image36.png"/><Relationship Id="rId5" Type="http://schemas.openxmlformats.org/officeDocument/2006/relationships/image" Target="../media/image30.png"/><Relationship Id="rId10" Type="http://schemas.openxmlformats.org/officeDocument/2006/relationships/image" Target="../media/image35.svg"/><Relationship Id="rId4" Type="http://schemas.openxmlformats.org/officeDocument/2006/relationships/image" Target="../media/image29.svg"/><Relationship Id="rId9"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38.jpe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8.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40.jpe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0.xml"/><Relationship Id="rId1" Type="http://schemas.openxmlformats.org/officeDocument/2006/relationships/slideLayout" Target="../slideLayouts/slideLayout7.xml"/><Relationship Id="rId4" Type="http://schemas.openxmlformats.org/officeDocument/2006/relationships/image" Target="../media/image42.svg"/></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hyperlink" Target="https://www.youtube.com/watch?v=kixc1mh55yY" TargetMode="Externa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577D6B2E-37A3-429E-A37C-F30ED648728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5CEAD642-85CF-4750-8432-7C80C901F00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1723" y="-1"/>
            <a:ext cx="12225953" cy="6868071"/>
          </a:xfrm>
          <a:prstGeom prst="rect">
            <a:avLst/>
          </a:prstGeom>
          <a:gradFill>
            <a:gsLst>
              <a:gs pos="0">
                <a:srgbClr val="000000"/>
              </a:gs>
              <a:gs pos="100000">
                <a:schemeClr val="accent1">
                  <a:lumMod val="75000"/>
                </a:scheme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FA33EEAE-15D5-4119-8C1E-89D943F911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41959" y="-3"/>
            <a:ext cx="11772269" cy="6868074"/>
          </a:xfrm>
          <a:prstGeom prst="rect">
            <a:avLst/>
          </a:prstGeom>
          <a:gradFill>
            <a:gsLst>
              <a:gs pos="21000">
                <a:schemeClr val="accent1">
                  <a:lumMod val="50000"/>
                  <a:alpha val="83000"/>
                </a:schemeClr>
              </a:gs>
              <a:gs pos="100000">
                <a:schemeClr val="accent1">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730D8B3B-9B80-4025-B934-26DC7D7CD23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a:off x="-15200" y="0"/>
            <a:ext cx="3623374" cy="6868072"/>
          </a:xfrm>
          <a:prstGeom prst="rect">
            <a:avLst/>
          </a:prstGeom>
          <a:gradFill>
            <a:gsLst>
              <a:gs pos="0">
                <a:schemeClr val="accent1">
                  <a:lumMod val="75000"/>
                  <a:alpha val="0"/>
                </a:schemeClr>
              </a:gs>
              <a:gs pos="99000">
                <a:srgbClr val="000000">
                  <a:alpha val="41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Rectangle 16">
            <a:extLst>
              <a:ext uri="{FF2B5EF4-FFF2-40B4-BE49-F238E27FC236}">
                <a16:creationId xmlns:a16="http://schemas.microsoft.com/office/drawing/2014/main" id="{1064D5D5-227B-4F66-9AEA-46F570E793B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5875" y="-3"/>
            <a:ext cx="12233581" cy="6868076"/>
          </a:xfrm>
          <a:prstGeom prst="rect">
            <a:avLst/>
          </a:prstGeom>
          <a:gradFill>
            <a:gsLst>
              <a:gs pos="3000">
                <a:schemeClr val="accent1">
                  <a:lumMod val="75000"/>
                  <a:alpha val="0"/>
                </a:schemeClr>
              </a:gs>
              <a:gs pos="100000">
                <a:srgbClr val="000000">
                  <a:alpha val="73000"/>
                </a:srgb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Rectangle 18">
            <a:extLst>
              <a:ext uri="{FF2B5EF4-FFF2-40B4-BE49-F238E27FC236}">
                <a16:creationId xmlns:a16="http://schemas.microsoft.com/office/drawing/2014/main" id="{646B67A4-D328-4747-A82B-65E84FA463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484334" y="-861824"/>
            <a:ext cx="6861931" cy="8597859"/>
          </a:xfrm>
          <a:prstGeom prst="rect">
            <a:avLst/>
          </a:prstGeom>
          <a:gradFill>
            <a:gsLst>
              <a:gs pos="3000">
                <a:schemeClr val="accent1">
                  <a:lumMod val="75000"/>
                  <a:alpha val="0"/>
                </a:schemeClr>
              </a:gs>
              <a:gs pos="100000">
                <a:srgbClr val="000000">
                  <a:alpha val="27000"/>
                </a:srgb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B5A1B09C-1565-46F8-B70F-621C5EB48A0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993193">
            <a:off x="1186972" y="1089049"/>
            <a:ext cx="4967533" cy="4988390"/>
          </a:xfrm>
          <a:prstGeom prst="ellipse">
            <a:avLst/>
          </a:prstGeom>
          <a:gradFill>
            <a:gsLst>
              <a:gs pos="0">
                <a:schemeClr val="accent1">
                  <a:alpha val="26000"/>
                </a:schemeClr>
              </a:gs>
              <a:gs pos="85000">
                <a:schemeClr val="accent1">
                  <a:lumMod val="60000"/>
                  <a:lumOff val="40000"/>
                  <a:alpha val="0"/>
                </a:schemeClr>
              </a:gs>
            </a:gsLst>
            <a:lin ang="14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6D03FA7-3D73-F860-D803-F3FD4CEA0C4B}"/>
              </a:ext>
            </a:extLst>
          </p:cNvPr>
          <p:cNvSpPr>
            <a:spLocks noGrp="1"/>
          </p:cNvSpPr>
          <p:nvPr>
            <p:ph type="title"/>
          </p:nvPr>
        </p:nvSpPr>
        <p:spPr>
          <a:xfrm>
            <a:off x="2751502" y="778545"/>
            <a:ext cx="6714699" cy="3178689"/>
          </a:xfrm>
        </p:spPr>
        <p:txBody>
          <a:bodyPr vert="horz" lIns="91440" tIns="45720" rIns="91440" bIns="45720" rtlCol="0" anchor="b">
            <a:normAutofit/>
          </a:bodyPr>
          <a:lstStyle/>
          <a:p>
            <a:r>
              <a:rPr lang="fr-FR" sz="4800" dirty="0">
                <a:solidFill>
                  <a:schemeClr val="bg1"/>
                </a:solidFill>
              </a:rPr>
              <a:t>Introduction aux modèles multimodaux</a:t>
            </a:r>
            <a:endParaRPr lang="en-US" sz="4800" kern="1200" dirty="0">
              <a:solidFill>
                <a:schemeClr val="bg1"/>
              </a:solidFill>
              <a:latin typeface="+mj-lt"/>
              <a:ea typeface="+mj-ea"/>
              <a:cs typeface="+mj-cs"/>
            </a:endParaRPr>
          </a:p>
        </p:txBody>
      </p:sp>
      <p:sp>
        <p:nvSpPr>
          <p:cNvPr id="23" name="Rectangle 22">
            <a:extLst>
              <a:ext uri="{FF2B5EF4-FFF2-40B4-BE49-F238E27FC236}">
                <a16:creationId xmlns:a16="http://schemas.microsoft.com/office/drawing/2014/main" id="{8C516CC8-80AC-446C-A56E-9F54B721040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4490110"/>
            <a:ext cx="12217710" cy="2377962"/>
          </a:xfrm>
          <a:prstGeom prst="rect">
            <a:avLst/>
          </a:prstGeom>
          <a:gradFill>
            <a:gsLst>
              <a:gs pos="0">
                <a:schemeClr val="accent1">
                  <a:lumMod val="75000"/>
                  <a:alpha val="50000"/>
                </a:schemeClr>
              </a:gs>
              <a:gs pos="99000">
                <a:srgbClr val="000000">
                  <a:alpha val="34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Espace réservé du numéro de diapositive 3">
            <a:extLst>
              <a:ext uri="{FF2B5EF4-FFF2-40B4-BE49-F238E27FC236}">
                <a16:creationId xmlns:a16="http://schemas.microsoft.com/office/drawing/2014/main" id="{BE0DD1E2-9457-87AC-C4AE-42768AAB7B7B}"/>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rgbClr val="FFFFFF"/>
                </a:solidFill>
              </a:rPr>
              <a:pPr>
                <a:spcAft>
                  <a:spcPts val="600"/>
                </a:spcAft>
              </a:pPr>
              <a:t>1</a:t>
            </a:fld>
            <a:endParaRPr lang="en-US" sz="1100">
              <a:solidFill>
                <a:srgbClr val="FFFFFF"/>
              </a:solidFill>
            </a:endParaRPr>
          </a:p>
        </p:txBody>
      </p:sp>
      <p:sp>
        <p:nvSpPr>
          <p:cNvPr id="3" name="ZoneTexte 2">
            <a:extLst>
              <a:ext uri="{FF2B5EF4-FFF2-40B4-BE49-F238E27FC236}">
                <a16:creationId xmlns:a16="http://schemas.microsoft.com/office/drawing/2014/main" id="{06FD22EC-7417-3587-B5FC-0BDE636CF7BF}"/>
              </a:ext>
            </a:extLst>
          </p:cNvPr>
          <p:cNvSpPr txBox="1"/>
          <p:nvPr/>
        </p:nvSpPr>
        <p:spPr>
          <a:xfrm>
            <a:off x="277523" y="5483077"/>
            <a:ext cx="4947958" cy="923330"/>
          </a:xfrm>
          <a:prstGeom prst="rect">
            <a:avLst/>
          </a:prstGeom>
          <a:noFill/>
        </p:spPr>
        <p:txBody>
          <a:bodyPr wrap="none" rtlCol="0">
            <a:spAutoFit/>
          </a:bodyPr>
          <a:lstStyle/>
          <a:p>
            <a:r>
              <a:rPr lang="fr-FR" dirty="0">
                <a:solidFill>
                  <a:schemeClr val="bg1"/>
                </a:solidFill>
              </a:rPr>
              <a:t>Robin Mougne</a:t>
            </a:r>
          </a:p>
          <a:p>
            <a:r>
              <a:rPr lang="fr-FR" dirty="0" err="1">
                <a:solidFill>
                  <a:schemeClr val="bg1"/>
                </a:solidFill>
              </a:rPr>
              <a:t>Esaip</a:t>
            </a:r>
            <a:r>
              <a:rPr lang="fr-FR" dirty="0">
                <a:solidFill>
                  <a:schemeClr val="bg1"/>
                </a:solidFill>
              </a:rPr>
              <a:t> Angers</a:t>
            </a:r>
          </a:p>
          <a:p>
            <a:r>
              <a:rPr lang="fr-FR" dirty="0" err="1">
                <a:solidFill>
                  <a:schemeClr val="bg1"/>
                </a:solidFill>
              </a:rPr>
              <a:t>Periode</a:t>
            </a:r>
            <a:r>
              <a:rPr lang="fr-FR" dirty="0">
                <a:solidFill>
                  <a:schemeClr val="bg1"/>
                </a:solidFill>
              </a:rPr>
              <a:t> de stage: septembre 2025 / </a:t>
            </a:r>
            <a:r>
              <a:rPr lang="fr-FR" dirty="0" err="1">
                <a:solidFill>
                  <a:schemeClr val="bg1"/>
                </a:solidFill>
              </a:rPr>
              <a:t>Fevrier</a:t>
            </a:r>
            <a:r>
              <a:rPr lang="fr-FR" dirty="0">
                <a:solidFill>
                  <a:schemeClr val="bg1"/>
                </a:solidFill>
              </a:rPr>
              <a:t> 2026</a:t>
            </a:r>
          </a:p>
        </p:txBody>
      </p:sp>
    </p:spTree>
    <p:extLst>
      <p:ext uri="{BB962C8B-B14F-4D97-AF65-F5344CB8AC3E}">
        <p14:creationId xmlns:p14="http://schemas.microsoft.com/office/powerpoint/2010/main" val="348032788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2" name="Rectangle 21">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6" name="Picture 5" descr="Arrière-plan de carte de circuit imprimé">
            <a:extLst>
              <a:ext uri="{FF2B5EF4-FFF2-40B4-BE49-F238E27FC236}">
                <a16:creationId xmlns:a16="http://schemas.microsoft.com/office/drawing/2014/main" id="{40DA87CF-CC19-9877-2794-4F5A3A05EC97}"/>
              </a:ext>
            </a:extLst>
          </p:cNvPr>
          <p:cNvPicPr>
            <a:picLocks noChangeAspect="1"/>
          </p:cNvPicPr>
          <p:nvPr/>
        </p:nvPicPr>
        <p:blipFill>
          <a:blip r:embed="rId3"/>
          <a:srcRect r="6237"/>
          <a:stretch>
            <a:fillRect/>
          </a:stretch>
        </p:blipFill>
        <p:spPr>
          <a:xfrm>
            <a:off x="1" y="10"/>
            <a:ext cx="9669642" cy="6857990"/>
          </a:xfrm>
          <a:prstGeom prst="rect">
            <a:avLst/>
          </a:prstGeom>
        </p:spPr>
      </p:pic>
      <p:sp>
        <p:nvSpPr>
          <p:cNvPr id="23" name="Rectangle 22">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5125019" y="0"/>
            <a:ext cx="7066978"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31201251-8AB0-3F4E-30E2-5A2B46C15249}"/>
              </a:ext>
            </a:extLst>
          </p:cNvPr>
          <p:cNvSpPr>
            <a:spLocks noGrp="1"/>
          </p:cNvSpPr>
          <p:nvPr>
            <p:ph type="title"/>
          </p:nvPr>
        </p:nvSpPr>
        <p:spPr>
          <a:xfrm>
            <a:off x="7531610" y="365125"/>
            <a:ext cx="3822189" cy="1899912"/>
          </a:xfrm>
        </p:spPr>
        <p:txBody>
          <a:bodyPr>
            <a:normAutofit/>
          </a:bodyPr>
          <a:lstStyle/>
          <a:p>
            <a:r>
              <a:rPr lang="fr-FR" sz="4000"/>
              <a:t>Sommaire:</a:t>
            </a:r>
            <a:endParaRPr lang="fr-FR" sz="4000" dirty="0"/>
          </a:p>
        </p:txBody>
      </p:sp>
      <p:sp>
        <p:nvSpPr>
          <p:cNvPr id="3" name="Espace réservé du contenu 2">
            <a:extLst>
              <a:ext uri="{FF2B5EF4-FFF2-40B4-BE49-F238E27FC236}">
                <a16:creationId xmlns:a16="http://schemas.microsoft.com/office/drawing/2014/main" id="{962B5EC8-D024-B2A3-AE7B-C5A7DCB34128}"/>
              </a:ext>
            </a:extLst>
          </p:cNvPr>
          <p:cNvSpPr>
            <a:spLocks noGrp="1"/>
          </p:cNvSpPr>
          <p:nvPr>
            <p:ph idx="1"/>
          </p:nvPr>
        </p:nvSpPr>
        <p:spPr>
          <a:xfrm>
            <a:off x="7531610" y="2434201"/>
            <a:ext cx="3822189" cy="3742762"/>
          </a:xfrm>
        </p:spPr>
        <p:txBody>
          <a:bodyPr>
            <a:normAutofit/>
          </a:bodyPr>
          <a:lstStyle/>
          <a:p>
            <a:r>
              <a:rPr lang="fr-FR" sz="2000" dirty="0"/>
              <a:t>Introduction</a:t>
            </a:r>
          </a:p>
          <a:p>
            <a:r>
              <a:rPr lang="fr-FR" sz="2000" dirty="0"/>
              <a:t>Domaines d’applications</a:t>
            </a:r>
          </a:p>
          <a:p>
            <a:r>
              <a:rPr lang="fr-FR" sz="2000" dirty="0"/>
              <a:t>Outils de la multimodalité </a:t>
            </a:r>
          </a:p>
          <a:p>
            <a:r>
              <a:rPr lang="en-US" sz="2000" dirty="0" err="1"/>
              <a:t>Défis</a:t>
            </a:r>
            <a:r>
              <a:rPr lang="en-US" sz="2000" dirty="0"/>
              <a:t> </a:t>
            </a:r>
            <a:r>
              <a:rPr lang="en-US" sz="2000" dirty="0" err="1"/>
              <a:t>ouverts</a:t>
            </a:r>
            <a:r>
              <a:rPr lang="en-US" sz="2000" dirty="0"/>
              <a:t> et solutions possibles</a:t>
            </a:r>
            <a:endParaRPr lang="fr-FR" sz="2000" dirty="0"/>
          </a:p>
        </p:txBody>
      </p:sp>
      <p:sp>
        <p:nvSpPr>
          <p:cNvPr id="4" name="Espace réservé du numéro de diapositive 3">
            <a:extLst>
              <a:ext uri="{FF2B5EF4-FFF2-40B4-BE49-F238E27FC236}">
                <a16:creationId xmlns:a16="http://schemas.microsoft.com/office/drawing/2014/main" id="{51D2A657-B0EB-5916-15EB-E333F724F210}"/>
              </a:ext>
            </a:extLst>
          </p:cNvPr>
          <p:cNvSpPr>
            <a:spLocks noGrp="1"/>
          </p:cNvSpPr>
          <p:nvPr>
            <p:ph type="sldNum" sz="quarter" idx="12"/>
          </p:nvPr>
        </p:nvSpPr>
        <p:spPr>
          <a:xfrm>
            <a:off x="8610600" y="6356350"/>
            <a:ext cx="2743200" cy="365125"/>
          </a:xfrm>
        </p:spPr>
        <p:txBody>
          <a:bodyPr>
            <a:normAutofit/>
          </a:bodyPr>
          <a:lstStyle/>
          <a:p>
            <a:pPr>
              <a:spcAft>
                <a:spcPts val="600"/>
              </a:spcAft>
            </a:pPr>
            <a:fld id="{BBC07E23-5D66-4BDA-857C-D8615BC30D33}" type="slidenum">
              <a:rPr lang="fr-FR" smtClean="0"/>
              <a:pPr>
                <a:spcAft>
                  <a:spcPts val="600"/>
                </a:spcAft>
              </a:pPr>
              <a:t>2</a:t>
            </a:fld>
            <a:endParaRPr lang="fr-FR"/>
          </a:p>
        </p:txBody>
      </p:sp>
    </p:spTree>
    <p:extLst>
      <p:ext uri="{BB962C8B-B14F-4D97-AF65-F5344CB8AC3E}">
        <p14:creationId xmlns:p14="http://schemas.microsoft.com/office/powerpoint/2010/main" val="397997562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19DA5FD2-2F28-9B11-54FF-5A2FEAC21832}"/>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fr-FR" sz="4000" dirty="0">
                <a:solidFill>
                  <a:schemeClr val="bg1"/>
                </a:solidFill>
              </a:rPr>
              <a:t>Modalité</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FD8B7B88-95CE-3785-7A81-E58EEA8F0B6A}"/>
              </a:ext>
            </a:extLst>
          </p:cNvPr>
          <p:cNvSpPr>
            <a:spLocks noGrp="1"/>
          </p:cNvSpPr>
          <p:nvPr>
            <p:ph type="sldNum" sz="quarter" idx="12"/>
          </p:nvPr>
        </p:nvSpPr>
        <p:spPr/>
        <p:txBody>
          <a:bodyPr/>
          <a:lstStyle/>
          <a:p>
            <a:fld id="{BBC07E23-5D66-4BDA-857C-D8615BC30D33}" type="slidenum">
              <a:rPr lang="fr-FR" smtClean="0"/>
              <a:t>3</a:t>
            </a:fld>
            <a:endParaRPr lang="fr-FR"/>
          </a:p>
        </p:txBody>
      </p:sp>
      <p:graphicFrame>
        <p:nvGraphicFramePr>
          <p:cNvPr id="7" name="Espace réservé du contenu 2">
            <a:extLst>
              <a:ext uri="{FF2B5EF4-FFF2-40B4-BE49-F238E27FC236}">
                <a16:creationId xmlns:a16="http://schemas.microsoft.com/office/drawing/2014/main" id="{BEFFD754-9DC3-7DEB-4460-DCAA505ED271}"/>
              </a:ext>
            </a:extLst>
          </p:cNvPr>
          <p:cNvGraphicFramePr>
            <a:graphicFrameLocks/>
          </p:cNvGraphicFramePr>
          <p:nvPr>
            <p:extLst>
              <p:ext uri="{D42A27DB-BD31-4B8C-83A1-F6EECF244321}">
                <p14:modId xmlns:p14="http://schemas.microsoft.com/office/powerpoint/2010/main" val="170263927"/>
              </p:ext>
            </p:extLst>
          </p:nvPr>
        </p:nvGraphicFramePr>
        <p:xfrm>
          <a:off x="5303520" y="676656"/>
          <a:ext cx="6364224" cy="5513832"/>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14064663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47" name="Rectangle 1046">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49" name="Rectangle 1048">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1" name="Rectangle 1050">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53" name="Rectangle 1052">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7553D618-21D5-B52D-6309-A783583768FB}"/>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a:solidFill>
                  <a:srgbClr val="FFFFFF"/>
                </a:solidFill>
                <a:latin typeface="+mj-lt"/>
                <a:ea typeface="+mj-ea"/>
                <a:cs typeface="+mj-cs"/>
              </a:rPr>
              <a:t>Les modèles multimodaux : </a:t>
            </a:r>
          </a:p>
        </p:txBody>
      </p:sp>
      <p:pic>
        <p:nvPicPr>
          <p:cNvPr id="9" name="Image 8" descr="Une image contenant texte, capture d’écran, Police, logo&#10;&#10;Le contenu généré par l’IA peut être incorrect.">
            <a:extLst>
              <a:ext uri="{FF2B5EF4-FFF2-40B4-BE49-F238E27FC236}">
                <a16:creationId xmlns:a16="http://schemas.microsoft.com/office/drawing/2014/main" id="{CB623DEB-FD94-934E-02A3-6101B8E673CF}"/>
              </a:ext>
            </a:extLst>
          </p:cNvPr>
          <p:cNvPicPr>
            <a:picLocks noChangeAspect="1"/>
          </p:cNvPicPr>
          <p:nvPr/>
        </p:nvPicPr>
        <p:blipFill>
          <a:blip r:embed="rId3"/>
          <a:stretch>
            <a:fillRect/>
          </a:stretch>
        </p:blipFill>
        <p:spPr>
          <a:xfrm>
            <a:off x="1621468" y="1966293"/>
            <a:ext cx="8949063" cy="4452160"/>
          </a:xfrm>
          <a:prstGeom prst="rect">
            <a:avLst/>
          </a:prstGeom>
        </p:spPr>
      </p:pic>
      <p:sp>
        <p:nvSpPr>
          <p:cNvPr id="4" name="Espace réservé du numéro de diapositive 3">
            <a:extLst>
              <a:ext uri="{FF2B5EF4-FFF2-40B4-BE49-F238E27FC236}">
                <a16:creationId xmlns:a16="http://schemas.microsoft.com/office/drawing/2014/main" id="{977D760F-65A3-B682-D2A8-D583AA6DB500}"/>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4</a:t>
            </a:fld>
            <a:endParaRPr lang="en-US" sz="1100">
              <a:solidFill>
                <a:schemeClr val="tx1">
                  <a:lumMod val="50000"/>
                  <a:lumOff val="50000"/>
                </a:schemeClr>
              </a:solidFill>
            </a:endParaRPr>
          </a:p>
        </p:txBody>
      </p:sp>
    </p:spTree>
    <p:extLst>
      <p:ext uri="{BB962C8B-B14F-4D97-AF65-F5344CB8AC3E}">
        <p14:creationId xmlns:p14="http://schemas.microsoft.com/office/powerpoint/2010/main" val="2264990870"/>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Rectangle 26">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Rectangle 28">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5EEBFD7-A76E-255A-BEA0-7B36E6B26404}"/>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Domaines d’applications</a:t>
            </a:r>
            <a:endParaRPr lang="es-AR" sz="4000" dirty="0">
              <a:solidFill>
                <a:srgbClr val="FFFFFF"/>
              </a:solidFill>
            </a:endParaRPr>
          </a:p>
        </p:txBody>
      </p:sp>
      <p:sp>
        <p:nvSpPr>
          <p:cNvPr id="4" name="Espace réservé du numéro de diapositive 3">
            <a:extLst>
              <a:ext uri="{FF2B5EF4-FFF2-40B4-BE49-F238E27FC236}">
                <a16:creationId xmlns:a16="http://schemas.microsoft.com/office/drawing/2014/main" id="{573A36BC-DF62-35A2-6C36-3DF67D581AAF}"/>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5</a:t>
            </a:fld>
            <a:endParaRPr lang="fr-FR" sz="1100">
              <a:solidFill>
                <a:schemeClr val="tx1">
                  <a:lumMod val="50000"/>
                  <a:lumOff val="50000"/>
                </a:schemeClr>
              </a:solidFill>
            </a:endParaRPr>
          </a:p>
        </p:txBody>
      </p:sp>
      <p:graphicFrame>
        <p:nvGraphicFramePr>
          <p:cNvPr id="19" name="Espace réservé du contenu 2">
            <a:extLst>
              <a:ext uri="{FF2B5EF4-FFF2-40B4-BE49-F238E27FC236}">
                <a16:creationId xmlns:a16="http://schemas.microsoft.com/office/drawing/2014/main" id="{4DC2CD44-6111-DA18-A369-EE4FBABFBC26}"/>
              </a:ext>
            </a:extLst>
          </p:cNvPr>
          <p:cNvGraphicFramePr>
            <a:graphicFrameLocks noGrp="1"/>
          </p:cNvGraphicFramePr>
          <p:nvPr>
            <p:ph idx="1"/>
            <p:extLst>
              <p:ext uri="{D42A27DB-BD31-4B8C-83A1-F6EECF244321}">
                <p14:modId xmlns:p14="http://schemas.microsoft.com/office/powerpoint/2010/main" val="4244169258"/>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07378075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9" name="Rectangle 2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Rectangle 3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Rectangle 3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5" name="Rectangle 3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79259912-2B72-B1D7-8A2E-C593972E6DA7}"/>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Les Outils des </a:t>
            </a:r>
            <a:r>
              <a:rPr lang="fr-FR" sz="4000" dirty="0">
                <a:solidFill>
                  <a:schemeClr val="bg1"/>
                </a:solidFill>
              </a:rPr>
              <a:t>modèles multimodaux</a:t>
            </a:r>
            <a:endParaRPr lang="fr-FR" sz="4000" dirty="0">
              <a:solidFill>
                <a:srgbClr val="FFFFFF"/>
              </a:solidFill>
            </a:endParaRPr>
          </a:p>
        </p:txBody>
      </p:sp>
      <p:graphicFrame>
        <p:nvGraphicFramePr>
          <p:cNvPr id="25" name="Rectangle 1">
            <a:extLst>
              <a:ext uri="{FF2B5EF4-FFF2-40B4-BE49-F238E27FC236}">
                <a16:creationId xmlns:a16="http://schemas.microsoft.com/office/drawing/2014/main" id="{B0752E3E-493A-A3E9-E38E-46AEC92DA971}"/>
              </a:ext>
            </a:extLst>
          </p:cNvPr>
          <p:cNvGraphicFramePr>
            <a:graphicFrameLocks noGrp="1"/>
          </p:cNvGraphicFramePr>
          <p:nvPr>
            <p:ph idx="1"/>
            <p:extLst>
              <p:ext uri="{D42A27DB-BD31-4B8C-83A1-F6EECF244321}">
                <p14:modId xmlns:p14="http://schemas.microsoft.com/office/powerpoint/2010/main" val="683105128"/>
              </p:ext>
            </p:extLst>
          </p:nvPr>
        </p:nvGraphicFramePr>
        <p:xfrm>
          <a:off x="644056" y="2615979"/>
          <a:ext cx="10927829" cy="373909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60C41CF1-5808-22FC-DA02-ED4AA38172F6}"/>
              </a:ext>
            </a:extLst>
          </p:cNvPr>
          <p:cNvSpPr>
            <a:spLocks noGrp="1"/>
          </p:cNvSpPr>
          <p:nvPr>
            <p:ph type="sldNum" sz="quarter" idx="12"/>
          </p:nvPr>
        </p:nvSpPr>
        <p:spPr/>
        <p:txBody>
          <a:bodyPr/>
          <a:lstStyle/>
          <a:p>
            <a:fld id="{BBC07E23-5D66-4BDA-857C-D8615BC30D33}" type="slidenum">
              <a:rPr lang="fr-FR" smtClean="0"/>
              <a:t>6</a:t>
            </a:fld>
            <a:endParaRPr lang="fr-FR"/>
          </a:p>
        </p:txBody>
      </p:sp>
    </p:spTree>
    <p:extLst>
      <p:ext uri="{BB962C8B-B14F-4D97-AF65-F5344CB8AC3E}">
        <p14:creationId xmlns:p14="http://schemas.microsoft.com/office/powerpoint/2010/main" val="89116862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CD02E03-608B-BAB0-9131-7BF1B92335ED}"/>
            </a:ext>
          </a:extLst>
        </p:cNvPr>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1685D13F-2E0E-288E-817F-6703C3BA352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7F188A7-8ED3-CB6E-DAA4-1AED744B09E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3" name="Rectangle 12">
            <a:extLst>
              <a:ext uri="{FF2B5EF4-FFF2-40B4-BE49-F238E27FC236}">
                <a16:creationId xmlns:a16="http://schemas.microsoft.com/office/drawing/2014/main" id="{05F04C99-DBA0-5539-3685-D0ED65B872D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83C20F72-1E6A-9DB8-3B10-526ACBA55F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Freeform: Shape 16">
            <a:extLst>
              <a:ext uri="{FF2B5EF4-FFF2-40B4-BE49-F238E27FC236}">
                <a16:creationId xmlns:a16="http://schemas.microsoft.com/office/drawing/2014/main" id="{48278FD0-A69A-D947-1FE0-316226A540D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2" name="Titre 1">
            <a:extLst>
              <a:ext uri="{FF2B5EF4-FFF2-40B4-BE49-F238E27FC236}">
                <a16:creationId xmlns:a16="http://schemas.microsoft.com/office/drawing/2014/main" id="{ACC4091A-588E-EA00-3AE7-8D5B43A2AFDE}"/>
              </a:ext>
            </a:extLst>
          </p:cNvPr>
          <p:cNvSpPr>
            <a:spLocks noGrp="1"/>
          </p:cNvSpPr>
          <p:nvPr>
            <p:ph type="title"/>
          </p:nvPr>
        </p:nvSpPr>
        <p:spPr>
          <a:xfrm>
            <a:off x="660041" y="2767106"/>
            <a:ext cx="2880828" cy="3071906"/>
          </a:xfrm>
        </p:spPr>
        <p:txBody>
          <a:bodyPr vert="horz" lIns="91440" tIns="45720" rIns="91440" bIns="45720" rtlCol="0" anchor="t">
            <a:normAutofit/>
          </a:bodyPr>
          <a:lstStyle/>
          <a:p>
            <a:r>
              <a:rPr lang="en-US" sz="4000" kern="1200">
                <a:solidFill>
                  <a:srgbClr val="FFFFFF"/>
                </a:solidFill>
                <a:latin typeface="+mj-lt"/>
                <a:ea typeface="+mj-ea"/>
                <a:cs typeface="+mj-cs"/>
              </a:rPr>
              <a:t>La fusion</a:t>
            </a:r>
          </a:p>
        </p:txBody>
      </p:sp>
      <p:pic>
        <p:nvPicPr>
          <p:cNvPr id="4" name="Espace réservé du contenu 3" descr="Une image contenant texte, capture d’écran, Police, nombre&#10;&#10;Le contenu généré par l’IA peut être incorrect.">
            <a:extLst>
              <a:ext uri="{FF2B5EF4-FFF2-40B4-BE49-F238E27FC236}">
                <a16:creationId xmlns:a16="http://schemas.microsoft.com/office/drawing/2014/main" id="{EE53AA58-A767-4E7F-556A-EE40D4A9E6F8}"/>
              </a:ext>
            </a:extLst>
          </p:cNvPr>
          <p:cNvPicPr>
            <a:picLocks noGrp="1" noChangeAspect="1"/>
          </p:cNvPicPr>
          <p:nvPr>
            <p:ph idx="1"/>
          </p:nvPr>
        </p:nvPicPr>
        <p:blipFill>
          <a:blip r:embed="rId3"/>
          <a:stretch>
            <a:fillRect/>
          </a:stretch>
        </p:blipFill>
        <p:spPr>
          <a:xfrm>
            <a:off x="4502428" y="1396759"/>
            <a:ext cx="7225748" cy="4064482"/>
          </a:xfrm>
          <a:prstGeom prst="rect">
            <a:avLst/>
          </a:prstGeom>
        </p:spPr>
      </p:pic>
      <p:sp>
        <p:nvSpPr>
          <p:cNvPr id="5" name="Espace réservé du numéro de diapositive 4">
            <a:extLst>
              <a:ext uri="{FF2B5EF4-FFF2-40B4-BE49-F238E27FC236}">
                <a16:creationId xmlns:a16="http://schemas.microsoft.com/office/drawing/2014/main" id="{CD20897E-A921-8B97-7206-0C93D263AA31}"/>
              </a:ext>
            </a:extLst>
          </p:cNvPr>
          <p:cNvSpPr>
            <a:spLocks noGrp="1"/>
          </p:cNvSpPr>
          <p:nvPr>
            <p:ph type="sldNum" sz="quarter" idx="12"/>
          </p:nvPr>
        </p:nvSpPr>
        <p:spPr/>
        <p:txBody>
          <a:bodyPr/>
          <a:lstStyle/>
          <a:p>
            <a:fld id="{BBC07E23-5D66-4BDA-857C-D8615BC30D33}" type="slidenum">
              <a:rPr lang="fr-FR" smtClean="0"/>
              <a:t>7</a:t>
            </a:fld>
            <a:endParaRPr lang="fr-FR"/>
          </a:p>
        </p:txBody>
      </p:sp>
    </p:spTree>
    <p:extLst>
      <p:ext uri="{BB962C8B-B14F-4D97-AF65-F5344CB8AC3E}">
        <p14:creationId xmlns:p14="http://schemas.microsoft.com/office/powerpoint/2010/main" val="268174149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172AF66E-B9AA-06A7-9A7D-EA6E5CCDEE82}"/>
              </a:ext>
            </a:extLst>
          </p:cNvPr>
          <p:cNvSpPr>
            <a:spLocks noGrp="1"/>
          </p:cNvSpPr>
          <p:nvPr>
            <p:ph type="title"/>
          </p:nvPr>
        </p:nvSpPr>
        <p:spPr>
          <a:xfrm>
            <a:off x="1383564" y="348865"/>
            <a:ext cx="9718111" cy="1576446"/>
          </a:xfrm>
        </p:spPr>
        <p:txBody>
          <a:bodyPr anchor="ctr">
            <a:normAutofit/>
          </a:bodyPr>
          <a:lstStyle/>
          <a:p>
            <a:r>
              <a:rPr lang="fr-FR" sz="4000">
                <a:solidFill>
                  <a:srgbClr val="FFFFFF"/>
                </a:solidFill>
              </a:rPr>
              <a:t>Les méthodes de fusion</a:t>
            </a:r>
          </a:p>
        </p:txBody>
      </p:sp>
      <p:graphicFrame>
        <p:nvGraphicFramePr>
          <p:cNvPr id="5" name="Espace réservé du contenu 2">
            <a:extLst>
              <a:ext uri="{FF2B5EF4-FFF2-40B4-BE49-F238E27FC236}">
                <a16:creationId xmlns:a16="http://schemas.microsoft.com/office/drawing/2014/main" id="{890679FC-A84E-3CDA-DCFD-B7F6B4E2C3E0}"/>
              </a:ext>
            </a:extLst>
          </p:cNvPr>
          <p:cNvGraphicFramePr>
            <a:graphicFrameLocks noGrp="1"/>
          </p:cNvGraphicFramePr>
          <p:nvPr>
            <p:ph idx="1"/>
            <p:extLst>
              <p:ext uri="{D42A27DB-BD31-4B8C-83A1-F6EECF244321}">
                <p14:modId xmlns:p14="http://schemas.microsoft.com/office/powerpoint/2010/main" val="3785532602"/>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4" name="Espace réservé du numéro de diapositive 3">
            <a:extLst>
              <a:ext uri="{FF2B5EF4-FFF2-40B4-BE49-F238E27FC236}">
                <a16:creationId xmlns:a16="http://schemas.microsoft.com/office/drawing/2014/main" id="{44199317-AFC1-78B7-9E3E-933D8F309A79}"/>
              </a:ext>
            </a:extLst>
          </p:cNvPr>
          <p:cNvSpPr>
            <a:spLocks noGrp="1"/>
          </p:cNvSpPr>
          <p:nvPr>
            <p:ph type="sldNum" sz="quarter" idx="12"/>
          </p:nvPr>
        </p:nvSpPr>
        <p:spPr/>
        <p:txBody>
          <a:bodyPr/>
          <a:lstStyle/>
          <a:p>
            <a:fld id="{BBC07E23-5D66-4BDA-857C-D8615BC30D33}" type="slidenum">
              <a:rPr lang="fr-FR" smtClean="0"/>
              <a:t>8</a:t>
            </a:fld>
            <a:endParaRPr lang="fr-FR"/>
          </a:p>
        </p:txBody>
      </p:sp>
    </p:spTree>
    <p:extLst>
      <p:ext uri="{BB962C8B-B14F-4D97-AF65-F5344CB8AC3E}">
        <p14:creationId xmlns:p14="http://schemas.microsoft.com/office/powerpoint/2010/main" val="235782553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07CA16D-5769-48EF-CA4C-73F741AD102D}"/>
            </a:ext>
          </a:extLst>
        </p:cNvPr>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58E2EEF1-A01C-8EFD-9DE0-E73F8FFB41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F649E5A1-38A3-B04D-4025-5A2DB01351C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3C384252-5B83-F3BB-179D-53E730578E0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73ED89E3-27EC-288E-7990-4131F037ECF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319A4C64-AB5F-42F9-2A44-7A5FD99EA73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Model unimodal </a:t>
            </a:r>
          </a:p>
        </p:txBody>
      </p:sp>
      <p:sp>
        <p:nvSpPr>
          <p:cNvPr id="5" name="Espace réservé du numéro de diapositive 4">
            <a:extLst>
              <a:ext uri="{FF2B5EF4-FFF2-40B4-BE49-F238E27FC236}">
                <a16:creationId xmlns:a16="http://schemas.microsoft.com/office/drawing/2014/main" id="{404B20A7-78C2-4A32-9AC5-27E03B20C291}"/>
              </a:ext>
            </a:extLst>
          </p:cNvPr>
          <p:cNvSpPr>
            <a:spLocks noGrp="1"/>
          </p:cNvSpPr>
          <p:nvPr>
            <p:ph type="sldNum" sz="quarter" idx="12"/>
          </p:nvPr>
        </p:nvSpPr>
        <p:spPr/>
        <p:txBody>
          <a:bodyPr/>
          <a:lstStyle/>
          <a:p>
            <a:fld id="{BBC07E23-5D66-4BDA-857C-D8615BC30D33}" type="slidenum">
              <a:rPr lang="fr-FR" smtClean="0"/>
              <a:t>9</a:t>
            </a:fld>
            <a:endParaRPr lang="fr-FR"/>
          </a:p>
        </p:txBody>
      </p:sp>
      <p:pic>
        <p:nvPicPr>
          <p:cNvPr id="8" name="Image 7" descr="Une image contenant texte, chien, capture d’écran&#10;&#10;Le contenu généré par l’IA peut être incorrect.">
            <a:extLst>
              <a:ext uri="{FF2B5EF4-FFF2-40B4-BE49-F238E27FC236}">
                <a16:creationId xmlns:a16="http://schemas.microsoft.com/office/drawing/2014/main" id="{8D7EC4CA-3865-B300-1EC3-969ECE0A2494}"/>
              </a:ext>
            </a:extLst>
          </p:cNvPr>
          <p:cNvPicPr>
            <a:picLocks noChangeAspect="1"/>
          </p:cNvPicPr>
          <p:nvPr/>
        </p:nvPicPr>
        <p:blipFill>
          <a:blip r:embed="rId3"/>
          <a:stretch>
            <a:fillRect/>
          </a:stretch>
        </p:blipFill>
        <p:spPr>
          <a:xfrm>
            <a:off x="1480491" y="3108783"/>
            <a:ext cx="9231013" cy="1714739"/>
          </a:xfrm>
          <a:prstGeom prst="rect">
            <a:avLst/>
          </a:prstGeom>
        </p:spPr>
      </p:pic>
    </p:spTree>
    <p:extLst>
      <p:ext uri="{BB962C8B-B14F-4D97-AF65-F5344CB8AC3E}">
        <p14:creationId xmlns:p14="http://schemas.microsoft.com/office/powerpoint/2010/main" val="55300341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55ED729F-41EA-8387-A66D-AD9D5E5D5CCC}"/>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Early  Fusion</a:t>
            </a:r>
          </a:p>
        </p:txBody>
      </p:sp>
      <p:sp>
        <p:nvSpPr>
          <p:cNvPr id="5" name="Espace réservé du numéro de diapositive 4">
            <a:extLst>
              <a:ext uri="{FF2B5EF4-FFF2-40B4-BE49-F238E27FC236}">
                <a16:creationId xmlns:a16="http://schemas.microsoft.com/office/drawing/2014/main" id="{1376BBDB-7C7F-A1A1-C862-90EE7BE4301F}"/>
              </a:ext>
            </a:extLst>
          </p:cNvPr>
          <p:cNvSpPr>
            <a:spLocks noGrp="1"/>
          </p:cNvSpPr>
          <p:nvPr>
            <p:ph type="sldNum" sz="quarter" idx="12"/>
          </p:nvPr>
        </p:nvSpPr>
        <p:spPr/>
        <p:txBody>
          <a:bodyPr/>
          <a:lstStyle/>
          <a:p>
            <a:fld id="{BBC07E23-5D66-4BDA-857C-D8615BC30D33}" type="slidenum">
              <a:rPr lang="fr-FR" smtClean="0"/>
              <a:t>10</a:t>
            </a:fld>
            <a:endParaRPr lang="fr-FR"/>
          </a:p>
        </p:txBody>
      </p:sp>
      <p:pic>
        <p:nvPicPr>
          <p:cNvPr id="8" name="Image 7" descr="Une image contenant texte, capture d’écran&#10;&#10;Le contenu généré par l’IA peut être incorrect.">
            <a:extLst>
              <a:ext uri="{FF2B5EF4-FFF2-40B4-BE49-F238E27FC236}">
                <a16:creationId xmlns:a16="http://schemas.microsoft.com/office/drawing/2014/main" id="{3A6D3E72-A02D-0855-21D5-47361B67D71E}"/>
              </a:ext>
            </a:extLst>
          </p:cNvPr>
          <p:cNvPicPr>
            <a:picLocks noChangeAspect="1"/>
          </p:cNvPicPr>
          <p:nvPr/>
        </p:nvPicPr>
        <p:blipFill>
          <a:blip r:embed="rId3"/>
          <a:stretch>
            <a:fillRect/>
          </a:stretch>
        </p:blipFill>
        <p:spPr>
          <a:xfrm>
            <a:off x="951780" y="1905908"/>
            <a:ext cx="10288436" cy="4448796"/>
          </a:xfrm>
          <a:prstGeom prst="rect">
            <a:avLst/>
          </a:prstGeom>
        </p:spPr>
      </p:pic>
    </p:spTree>
    <p:extLst>
      <p:ext uri="{BB962C8B-B14F-4D97-AF65-F5344CB8AC3E}">
        <p14:creationId xmlns:p14="http://schemas.microsoft.com/office/powerpoint/2010/main" val="29398218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46F12F2-5CD7-B8F4-91DB-A78DB2DEE0DC}"/>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FA296A9-3C03-C0D4-9712-0FB73BB85F96}"/>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Deep  Fusion</a:t>
            </a:r>
          </a:p>
        </p:txBody>
      </p:sp>
      <p:sp>
        <p:nvSpPr>
          <p:cNvPr id="5" name="Espace réservé du numéro de diapositive 4">
            <a:extLst>
              <a:ext uri="{FF2B5EF4-FFF2-40B4-BE49-F238E27FC236}">
                <a16:creationId xmlns:a16="http://schemas.microsoft.com/office/drawing/2014/main" id="{00AD0C1F-D5AB-3659-605B-20788BFA7B5F}"/>
              </a:ext>
            </a:extLst>
          </p:cNvPr>
          <p:cNvSpPr>
            <a:spLocks noGrp="1"/>
          </p:cNvSpPr>
          <p:nvPr>
            <p:ph type="sldNum" sz="quarter" idx="12"/>
          </p:nvPr>
        </p:nvSpPr>
        <p:spPr/>
        <p:txBody>
          <a:bodyPr/>
          <a:lstStyle/>
          <a:p>
            <a:fld id="{BBC07E23-5D66-4BDA-857C-D8615BC30D33}" type="slidenum">
              <a:rPr lang="fr-FR" smtClean="0"/>
              <a:t>11</a:t>
            </a:fld>
            <a:endParaRPr lang="fr-FR"/>
          </a:p>
        </p:txBody>
      </p:sp>
      <p:pic>
        <p:nvPicPr>
          <p:cNvPr id="4" name="Image 3" descr="Une image contenant texte, capture d’écran&#10;&#10;Le contenu généré par l’IA peut être incorrect.">
            <a:extLst>
              <a:ext uri="{FF2B5EF4-FFF2-40B4-BE49-F238E27FC236}">
                <a16:creationId xmlns:a16="http://schemas.microsoft.com/office/drawing/2014/main" id="{61829686-D7AD-BFFD-CEA6-367446A3E186}"/>
              </a:ext>
            </a:extLst>
          </p:cNvPr>
          <p:cNvPicPr>
            <a:picLocks noChangeAspect="1"/>
          </p:cNvPicPr>
          <p:nvPr/>
        </p:nvPicPr>
        <p:blipFill>
          <a:blip r:embed="rId2"/>
          <a:stretch>
            <a:fillRect/>
          </a:stretch>
        </p:blipFill>
        <p:spPr>
          <a:xfrm>
            <a:off x="1232807" y="1907554"/>
            <a:ext cx="9726382" cy="4448796"/>
          </a:xfrm>
          <a:prstGeom prst="rect">
            <a:avLst/>
          </a:prstGeom>
        </p:spPr>
      </p:pic>
    </p:spTree>
    <p:extLst>
      <p:ext uri="{BB962C8B-B14F-4D97-AF65-F5344CB8AC3E}">
        <p14:creationId xmlns:p14="http://schemas.microsoft.com/office/powerpoint/2010/main" val="44168888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BBD2A36-0FDB-AD4C-283E-66EFC3BC0D0E}"/>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A9CA998-3388-00F8-6082-DC640591A36F}"/>
              </a:ext>
            </a:extLst>
          </p:cNvPr>
          <p:cNvSpPr>
            <a:spLocks noGrp="1"/>
          </p:cNvSpPr>
          <p:nvPr>
            <p:ph type="title"/>
          </p:nvPr>
        </p:nvSpPr>
        <p:spPr>
          <a:xfrm>
            <a:off x="699713" y="248038"/>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Late  Fusion</a:t>
            </a:r>
          </a:p>
        </p:txBody>
      </p:sp>
      <p:sp>
        <p:nvSpPr>
          <p:cNvPr id="5" name="Espace réservé du numéro de diapositive 4">
            <a:extLst>
              <a:ext uri="{FF2B5EF4-FFF2-40B4-BE49-F238E27FC236}">
                <a16:creationId xmlns:a16="http://schemas.microsoft.com/office/drawing/2014/main" id="{5FDF3D5D-7F76-B069-32E8-D2E19570FF7C}"/>
              </a:ext>
            </a:extLst>
          </p:cNvPr>
          <p:cNvSpPr>
            <a:spLocks noGrp="1"/>
          </p:cNvSpPr>
          <p:nvPr>
            <p:ph type="sldNum" sz="quarter" idx="12"/>
          </p:nvPr>
        </p:nvSpPr>
        <p:spPr/>
        <p:txBody>
          <a:bodyPr/>
          <a:lstStyle/>
          <a:p>
            <a:fld id="{BBC07E23-5D66-4BDA-857C-D8615BC30D33}" type="slidenum">
              <a:rPr lang="fr-FR" smtClean="0"/>
              <a:t>12</a:t>
            </a:fld>
            <a:endParaRPr lang="fr-FR"/>
          </a:p>
        </p:txBody>
      </p:sp>
      <p:pic>
        <p:nvPicPr>
          <p:cNvPr id="4" name="Image 3" descr="Une image contenant texte, capture d’écran, chien&#10;&#10;Le contenu généré par l’IA peut être incorrect.">
            <a:extLst>
              <a:ext uri="{FF2B5EF4-FFF2-40B4-BE49-F238E27FC236}">
                <a16:creationId xmlns:a16="http://schemas.microsoft.com/office/drawing/2014/main" id="{4AF1D286-4F87-3E48-4462-AFDDD9E94466}"/>
              </a:ext>
            </a:extLst>
          </p:cNvPr>
          <p:cNvPicPr>
            <a:picLocks noChangeAspect="1"/>
          </p:cNvPicPr>
          <p:nvPr/>
        </p:nvPicPr>
        <p:blipFill>
          <a:blip r:embed="rId2"/>
          <a:stretch>
            <a:fillRect/>
          </a:stretch>
        </p:blipFill>
        <p:spPr>
          <a:xfrm>
            <a:off x="1480491" y="1822348"/>
            <a:ext cx="9231013" cy="4439270"/>
          </a:xfrm>
          <a:prstGeom prst="rect">
            <a:avLst/>
          </a:prstGeom>
        </p:spPr>
      </p:pic>
    </p:spTree>
    <p:extLst>
      <p:ext uri="{BB962C8B-B14F-4D97-AF65-F5344CB8AC3E}">
        <p14:creationId xmlns:p14="http://schemas.microsoft.com/office/powerpoint/2010/main" val="339270631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66ADB575-138F-05A5-1719-D03AD3D0AC56}"/>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1199E1B1-A8C0-4FE8-A5A8-1CB41D69F8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4A8DE83-DE75-4B41-9DB4-A7EC0B0DEC0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A7009A0A-BEF5-4EAC-AF15-E4F9F002E23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9EDD3ADE-A832-94C0-CD21-41C726C36D02}"/>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kern="1200" dirty="0">
                <a:solidFill>
                  <a:srgbClr val="FFFFFF"/>
                </a:solidFill>
                <a:latin typeface="+mj-lt"/>
                <a:ea typeface="+mj-ea"/>
                <a:cs typeface="+mj-cs"/>
              </a:rPr>
              <a:t>Hybrid  Fusion</a:t>
            </a:r>
          </a:p>
        </p:txBody>
      </p:sp>
      <p:sp>
        <p:nvSpPr>
          <p:cNvPr id="5" name="Espace réservé du numéro de diapositive 4">
            <a:extLst>
              <a:ext uri="{FF2B5EF4-FFF2-40B4-BE49-F238E27FC236}">
                <a16:creationId xmlns:a16="http://schemas.microsoft.com/office/drawing/2014/main" id="{9F9A99F0-374E-0D09-BF80-1BE333CA60C4}"/>
              </a:ext>
            </a:extLst>
          </p:cNvPr>
          <p:cNvSpPr>
            <a:spLocks noGrp="1"/>
          </p:cNvSpPr>
          <p:nvPr>
            <p:ph type="sldNum" sz="quarter" idx="12"/>
          </p:nvPr>
        </p:nvSpPr>
        <p:spPr/>
        <p:txBody>
          <a:bodyPr/>
          <a:lstStyle/>
          <a:p>
            <a:fld id="{BBC07E23-5D66-4BDA-857C-D8615BC30D33}" type="slidenum">
              <a:rPr lang="fr-FR" smtClean="0"/>
              <a:t>13</a:t>
            </a:fld>
            <a:endParaRPr lang="fr-FR"/>
          </a:p>
        </p:txBody>
      </p:sp>
      <p:pic>
        <p:nvPicPr>
          <p:cNvPr id="6" name="Image 5" descr="Une image contenant texte, capture d’écran, chien&#10;&#10;Le contenu généré par l’IA peut être incorrect.">
            <a:extLst>
              <a:ext uri="{FF2B5EF4-FFF2-40B4-BE49-F238E27FC236}">
                <a16:creationId xmlns:a16="http://schemas.microsoft.com/office/drawing/2014/main" id="{18BF3DFB-6C59-F2D6-B1DC-9001D6C9F711}"/>
              </a:ext>
            </a:extLst>
          </p:cNvPr>
          <p:cNvPicPr>
            <a:picLocks noChangeAspect="1"/>
          </p:cNvPicPr>
          <p:nvPr/>
        </p:nvPicPr>
        <p:blipFill>
          <a:blip r:embed="rId3"/>
          <a:stretch>
            <a:fillRect/>
          </a:stretch>
        </p:blipFill>
        <p:spPr>
          <a:xfrm>
            <a:off x="1528123" y="1822348"/>
            <a:ext cx="9135750" cy="4448796"/>
          </a:xfrm>
          <a:prstGeom prst="rect">
            <a:avLst/>
          </a:prstGeom>
        </p:spPr>
      </p:pic>
    </p:spTree>
    <p:extLst>
      <p:ext uri="{BB962C8B-B14F-4D97-AF65-F5344CB8AC3E}">
        <p14:creationId xmlns:p14="http://schemas.microsoft.com/office/powerpoint/2010/main" val="333198149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Rectangle 8">
            <a:extLst>
              <a:ext uri="{FF2B5EF4-FFF2-40B4-BE49-F238E27FC236}">
                <a16:creationId xmlns:a16="http://schemas.microsoft.com/office/drawing/2014/main" id="{BACC6370-2D7E-4714-9D71-7542949D7D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F68B3F68-107C-434F-AA38-110D5EA91B8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2" y="0"/>
            <a:ext cx="12191998" cy="2170031"/>
          </a:xfrm>
          <a:prstGeom prst="rect">
            <a:avLst/>
          </a:prstGeom>
          <a:gradFill>
            <a:gsLst>
              <a:gs pos="0">
                <a:srgbClr val="000000">
                  <a:alpha val="96000"/>
                </a:srgbClr>
              </a:gs>
              <a:gs pos="100000">
                <a:schemeClr val="accent1">
                  <a:lumMod val="75000"/>
                </a:schemeClr>
              </a:gs>
            </a:gsLst>
            <a:lin ang="19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Rectangle 12">
            <a:extLst>
              <a:ext uri="{FF2B5EF4-FFF2-40B4-BE49-F238E27FC236}">
                <a16:creationId xmlns:a16="http://schemas.microsoft.com/office/drawing/2014/main" id="{AAD0DBB9-1A4B-4391-81D4-CB19F9AB91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082819" y="0"/>
            <a:ext cx="4097211" cy="2170661"/>
          </a:xfrm>
          <a:prstGeom prst="rect">
            <a:avLst/>
          </a:prstGeom>
          <a:gradFill>
            <a:gsLst>
              <a:gs pos="19000">
                <a:schemeClr val="accent1">
                  <a:lumMod val="50000"/>
                  <a:alpha val="68000"/>
                </a:schemeClr>
              </a:gs>
              <a:gs pos="100000">
                <a:schemeClr val="accent1">
                  <a:alpha val="48000"/>
                </a:schemeClr>
              </a:gs>
            </a:gsLst>
            <a:lin ang="19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Rectangle 14">
            <a:extLst>
              <a:ext uri="{FF2B5EF4-FFF2-40B4-BE49-F238E27FC236}">
                <a16:creationId xmlns:a16="http://schemas.microsoft.com/office/drawing/2014/main" id="{063BBA22-50EA-4C4D-BE05-F1CE4E63AA5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5010646" y="-5010043"/>
            <a:ext cx="2170709" cy="12192000"/>
          </a:xfrm>
          <a:prstGeom prst="rect">
            <a:avLst/>
          </a:prstGeom>
          <a:gradFill>
            <a:gsLst>
              <a:gs pos="23000">
                <a:schemeClr val="accent1">
                  <a:lumMod val="75000"/>
                  <a:alpha val="16000"/>
                </a:schemeClr>
              </a:gs>
              <a:gs pos="99000">
                <a:srgbClr val="000000">
                  <a:alpha val="45000"/>
                </a:srgbClr>
              </a:gs>
            </a:gsLst>
            <a:lin ang="21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AEF3DD86-2D5A-9894-9452-C530E63942BF}"/>
              </a:ext>
            </a:extLst>
          </p:cNvPr>
          <p:cNvSpPr>
            <a:spLocks noGrp="1"/>
          </p:cNvSpPr>
          <p:nvPr>
            <p:ph type="title"/>
          </p:nvPr>
        </p:nvSpPr>
        <p:spPr>
          <a:xfrm>
            <a:off x="1383564" y="348865"/>
            <a:ext cx="9718111" cy="1576446"/>
          </a:xfrm>
        </p:spPr>
        <p:txBody>
          <a:bodyPr anchor="ctr">
            <a:normAutofit/>
          </a:bodyPr>
          <a:lstStyle/>
          <a:p>
            <a:r>
              <a:rPr lang="fr-FR" sz="4000" dirty="0">
                <a:solidFill>
                  <a:srgbClr val="FFFFFF"/>
                </a:solidFill>
              </a:rPr>
              <a:t>Technologies de Fusion</a:t>
            </a:r>
          </a:p>
        </p:txBody>
      </p:sp>
      <p:graphicFrame>
        <p:nvGraphicFramePr>
          <p:cNvPr id="5" name="Espace réservé du contenu 2">
            <a:extLst>
              <a:ext uri="{FF2B5EF4-FFF2-40B4-BE49-F238E27FC236}">
                <a16:creationId xmlns:a16="http://schemas.microsoft.com/office/drawing/2014/main" id="{FFC0724E-F78B-1599-0BE3-7BFA9B85D9E1}"/>
              </a:ext>
            </a:extLst>
          </p:cNvPr>
          <p:cNvGraphicFramePr>
            <a:graphicFrameLocks noGrp="1"/>
          </p:cNvGraphicFramePr>
          <p:nvPr>
            <p:ph idx="1"/>
            <p:extLst>
              <p:ext uri="{D42A27DB-BD31-4B8C-83A1-F6EECF244321}">
                <p14:modId xmlns:p14="http://schemas.microsoft.com/office/powerpoint/2010/main" val="2605109461"/>
              </p:ext>
            </p:extLst>
          </p:nvPr>
        </p:nvGraphicFramePr>
        <p:xfrm>
          <a:off x="644056" y="2615979"/>
          <a:ext cx="10927829" cy="3689405"/>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4" name="Espace réservé du numéro de diapositive 3">
            <a:extLst>
              <a:ext uri="{FF2B5EF4-FFF2-40B4-BE49-F238E27FC236}">
                <a16:creationId xmlns:a16="http://schemas.microsoft.com/office/drawing/2014/main" id="{B41B5C15-A131-E598-A156-3BA90FE00DE5}"/>
              </a:ext>
            </a:extLst>
          </p:cNvPr>
          <p:cNvSpPr>
            <a:spLocks noGrp="1"/>
          </p:cNvSpPr>
          <p:nvPr>
            <p:ph type="sldNum" sz="quarter" idx="12"/>
          </p:nvPr>
        </p:nvSpPr>
        <p:spPr/>
        <p:txBody>
          <a:bodyPr/>
          <a:lstStyle/>
          <a:p>
            <a:fld id="{BBC07E23-5D66-4BDA-857C-D8615BC30D33}" type="slidenum">
              <a:rPr lang="fr-FR" smtClean="0"/>
              <a:t>14</a:t>
            </a:fld>
            <a:endParaRPr lang="fr-FR"/>
          </a:p>
        </p:txBody>
      </p:sp>
    </p:spTree>
    <p:extLst>
      <p:ext uri="{BB962C8B-B14F-4D97-AF65-F5344CB8AC3E}">
        <p14:creationId xmlns:p14="http://schemas.microsoft.com/office/powerpoint/2010/main" val="158308955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1" name="Rectangle 20">
            <a:extLst>
              <a:ext uri="{FF2B5EF4-FFF2-40B4-BE49-F238E27FC236}">
                <a16:creationId xmlns:a16="http://schemas.microsoft.com/office/drawing/2014/main" id="{12609869-9E80-471B-A487-A53288E0E79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DCD6DD8F-A0FA-BAE5-E36D-E2E238B0F4AE}"/>
              </a:ext>
            </a:extLst>
          </p:cNvPr>
          <p:cNvSpPr>
            <a:spLocks noGrp="1"/>
          </p:cNvSpPr>
          <p:nvPr>
            <p:ph type="title"/>
          </p:nvPr>
        </p:nvSpPr>
        <p:spPr>
          <a:xfrm>
            <a:off x="1136397" y="502020"/>
            <a:ext cx="5323715" cy="1642970"/>
          </a:xfrm>
        </p:spPr>
        <p:txBody>
          <a:bodyPr vert="horz" lIns="91440" tIns="45720" rIns="91440" bIns="45720" rtlCol="0" anchor="b">
            <a:normAutofit/>
          </a:bodyPr>
          <a:lstStyle/>
          <a:p>
            <a:r>
              <a:rPr lang="en-US" sz="4000" kern="1200" dirty="0">
                <a:solidFill>
                  <a:schemeClr val="tx1"/>
                </a:solidFill>
                <a:latin typeface="+mj-lt"/>
                <a:ea typeface="+mj-ea"/>
                <a:cs typeface="+mj-cs"/>
              </a:rPr>
              <a:t>Data Representation:</a:t>
            </a:r>
          </a:p>
        </p:txBody>
      </p:sp>
      <p:sp>
        <p:nvSpPr>
          <p:cNvPr id="6" name="Espace réservé du contenu 2">
            <a:extLst>
              <a:ext uri="{FF2B5EF4-FFF2-40B4-BE49-F238E27FC236}">
                <a16:creationId xmlns:a16="http://schemas.microsoft.com/office/drawing/2014/main" id="{DDC4E616-B944-E50B-DE25-D9491B703713}"/>
              </a:ext>
            </a:extLst>
          </p:cNvPr>
          <p:cNvSpPr txBox="1">
            <a:spLocks/>
          </p:cNvSpPr>
          <p:nvPr/>
        </p:nvSpPr>
        <p:spPr>
          <a:xfrm>
            <a:off x="1136397" y="2820897"/>
            <a:ext cx="5315189" cy="3535083"/>
          </a:xfrm>
          <a:prstGeom prst="rect">
            <a:avLst/>
          </a:prstGeom>
        </p:spPr>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sz="2100" dirty="0"/>
              <a:t>A pour but de réduire l’hétérogénéité entres les modalités.</a:t>
            </a:r>
          </a:p>
          <a:p>
            <a:pPr marL="0" indent="0">
              <a:buNone/>
            </a:pPr>
            <a:r>
              <a:rPr lang="fr-FR" dirty="0"/>
              <a:t> </a:t>
            </a:r>
          </a:p>
          <a:p>
            <a:r>
              <a:rPr lang="en-US" sz="2000" b="1" dirty="0"/>
              <a:t>Joint Representation</a:t>
            </a:r>
          </a:p>
          <a:p>
            <a:r>
              <a:rPr lang="en-US" sz="2000" b="1" dirty="0"/>
              <a:t>Coordinated Representation</a:t>
            </a:r>
          </a:p>
        </p:txBody>
      </p:sp>
      <p:sp>
        <p:nvSpPr>
          <p:cNvPr id="23" name="Rectangle 22">
            <a:extLst>
              <a:ext uri="{FF2B5EF4-FFF2-40B4-BE49-F238E27FC236}">
                <a16:creationId xmlns:a16="http://schemas.microsoft.com/office/drawing/2014/main" id="{7004738A-9D34-43E8-97D2-CA0EED4F8B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5"/>
            <a:ext cx="4092521"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Rectangle 24">
            <a:extLst>
              <a:ext uri="{FF2B5EF4-FFF2-40B4-BE49-F238E27FC236}">
                <a16:creationId xmlns:a16="http://schemas.microsoft.com/office/drawing/2014/main" id="{B8B8D07F-F13E-443E-BA68-2D26672D76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
            <a:ext cx="4092521" cy="6400369"/>
          </a:xfrm>
          <a:prstGeom prst="rect">
            <a:avLst/>
          </a:prstGeom>
          <a:gradFill>
            <a:gsLst>
              <a:gs pos="31000">
                <a:schemeClr val="accent1">
                  <a:lumMod val="50000"/>
                  <a:alpha val="0"/>
                </a:schemeClr>
              </a:gs>
              <a:gs pos="100000">
                <a:schemeClr val="accent1">
                  <a:lumMod val="50000"/>
                  <a:alpha val="26000"/>
                </a:schemeClr>
              </a:gs>
            </a:gsLst>
            <a:lin ang="18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7" name="Rectangle 26">
            <a:extLst>
              <a:ext uri="{FF2B5EF4-FFF2-40B4-BE49-F238E27FC236}">
                <a16:creationId xmlns:a16="http://schemas.microsoft.com/office/drawing/2014/main" id="{2813A4FA-24A5-41ED-A534-3807D1B2F34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22"/>
            <a:ext cx="4068667" cy="6400389"/>
          </a:xfrm>
          <a:prstGeom prst="rect">
            <a:avLst/>
          </a:prstGeom>
          <a:gradFill>
            <a:gsLst>
              <a:gs pos="0">
                <a:schemeClr val="accent1">
                  <a:alpha val="0"/>
                </a:schemeClr>
              </a:gs>
              <a:gs pos="72000">
                <a:srgbClr val="000000">
                  <a:alpha val="21000"/>
                </a:srgb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9" name="Rectangle 28">
            <a:extLst>
              <a:ext uri="{FF2B5EF4-FFF2-40B4-BE49-F238E27FC236}">
                <a16:creationId xmlns:a16="http://schemas.microsoft.com/office/drawing/2014/main" id="{C3944F27-CA70-4E84-A51A-E6BF8955897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8123333" y="-10"/>
            <a:ext cx="3611467" cy="6857997"/>
          </a:xfrm>
          <a:prstGeom prst="rect">
            <a:avLst/>
          </a:prstGeom>
          <a:gradFill>
            <a:gsLst>
              <a:gs pos="0">
                <a:schemeClr val="accent1">
                  <a:alpha val="0"/>
                </a:schemeClr>
              </a:gs>
              <a:gs pos="93000">
                <a:srgbClr val="000000">
                  <a:alpha val="29000"/>
                </a:srgbClr>
              </a:gs>
            </a:gsLst>
            <a:lin ang="5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 name="Espace réservé du numéro de diapositive 4">
            <a:extLst>
              <a:ext uri="{FF2B5EF4-FFF2-40B4-BE49-F238E27FC236}">
                <a16:creationId xmlns:a16="http://schemas.microsoft.com/office/drawing/2014/main" id="{E5B5B405-90BD-C2B1-9A65-BC8B3610B324}"/>
              </a:ext>
            </a:extLst>
          </p:cNvPr>
          <p:cNvSpPr>
            <a:spLocks noGrp="1"/>
          </p:cNvSpPr>
          <p:nvPr>
            <p:ph type="sldNum" sz="quarter" idx="12"/>
          </p:nvPr>
        </p:nvSpPr>
        <p:spPr/>
        <p:txBody>
          <a:bodyPr/>
          <a:lstStyle/>
          <a:p>
            <a:fld id="{BBC07E23-5D66-4BDA-857C-D8615BC30D33}" type="slidenum">
              <a:rPr lang="fr-FR" smtClean="0"/>
              <a:t>15</a:t>
            </a:fld>
            <a:endParaRPr lang="fr-FR"/>
          </a:p>
        </p:txBody>
      </p:sp>
      <p:pic>
        <p:nvPicPr>
          <p:cNvPr id="9" name="Image 8" descr="Une image contenant texte, capture d’écran, diagramme, Police&#10;&#10;Le contenu généré par l’IA peut être incorrect.">
            <a:extLst>
              <a:ext uri="{FF2B5EF4-FFF2-40B4-BE49-F238E27FC236}">
                <a16:creationId xmlns:a16="http://schemas.microsoft.com/office/drawing/2014/main" id="{F5AC5A39-8449-AFC0-DC3C-F0FBB16DC35E}"/>
              </a:ext>
            </a:extLst>
          </p:cNvPr>
          <p:cNvPicPr>
            <a:picLocks noChangeAspect="1"/>
          </p:cNvPicPr>
          <p:nvPr/>
        </p:nvPicPr>
        <p:blipFill>
          <a:blip r:embed="rId3"/>
          <a:stretch>
            <a:fillRect/>
          </a:stretch>
        </p:blipFill>
        <p:spPr>
          <a:xfrm>
            <a:off x="6250239" y="2241055"/>
            <a:ext cx="5703902" cy="2375889"/>
          </a:xfrm>
          <a:prstGeom prst="rect">
            <a:avLst/>
          </a:prstGeom>
          <a:ln>
            <a:solidFill>
              <a:schemeClr val="tx1"/>
            </a:solidFill>
          </a:ln>
        </p:spPr>
      </p:pic>
    </p:spTree>
    <p:extLst>
      <p:ext uri="{BB962C8B-B14F-4D97-AF65-F5344CB8AC3E}">
        <p14:creationId xmlns:p14="http://schemas.microsoft.com/office/powerpoint/2010/main" val="266659279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B61E0936-7215-EDDB-04F9-F4A6D459B9C1}"/>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506E464-EE80-3B19-C248-BA137623BF1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9BF159EF-43B3-7B82-A469-12E933852B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857E5336-A503-72FE-1A4F-0EF5262027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C563BB5-E562-AFD7-A2E0-E706D23133D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0ECB27C2-5EFF-B9D0-34AB-E46AF1AB7C67}"/>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dirty="0">
                <a:solidFill>
                  <a:schemeClr val="bg1"/>
                </a:solidFill>
              </a:rPr>
              <a:t>Joint Representation</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0B533C1F-36E0-734E-E861-7F589986CF4D}"/>
              </a:ext>
            </a:extLst>
          </p:cNvPr>
          <p:cNvSpPr>
            <a:spLocks noGrp="1"/>
          </p:cNvSpPr>
          <p:nvPr>
            <p:ph type="sldNum" sz="quarter" idx="12"/>
          </p:nvPr>
        </p:nvSpPr>
        <p:spPr/>
        <p:txBody>
          <a:bodyPr/>
          <a:lstStyle/>
          <a:p>
            <a:fld id="{BBC07E23-5D66-4BDA-857C-D8615BC30D33}" type="slidenum">
              <a:rPr lang="fr-FR" smtClean="0"/>
              <a:t>16</a:t>
            </a:fld>
            <a:endParaRPr lang="fr-FR"/>
          </a:p>
        </p:txBody>
      </p:sp>
      <p:sp>
        <p:nvSpPr>
          <p:cNvPr id="12" name="Espace réservé du texte 2">
            <a:extLst>
              <a:ext uri="{FF2B5EF4-FFF2-40B4-BE49-F238E27FC236}">
                <a16:creationId xmlns:a16="http://schemas.microsoft.com/office/drawing/2014/main" id="{95DC18EE-AE51-4143-8E26-7E49E60060B4}"/>
              </a:ext>
            </a:extLst>
          </p:cNvPr>
          <p:cNvSpPr txBox="1">
            <a:spLocks/>
          </p:cNvSpPr>
          <p:nvPr/>
        </p:nvSpPr>
        <p:spPr>
          <a:xfrm>
            <a:off x="839788"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13" name="Espace réservé du contenu 3">
            <a:extLst>
              <a:ext uri="{FF2B5EF4-FFF2-40B4-BE49-F238E27FC236}">
                <a16:creationId xmlns:a16="http://schemas.microsoft.com/office/drawing/2014/main" id="{161EC5B2-756A-E2D0-0E49-C485453614D4}"/>
              </a:ext>
            </a:extLst>
          </p:cNvPr>
          <p:cNvSpPr txBox="1">
            <a:spLocks/>
          </p:cNvSpPr>
          <p:nvPr/>
        </p:nvSpPr>
        <p:spPr>
          <a:xfrm>
            <a:off x="839788" y="2505075"/>
            <a:ext cx="5157787" cy="3684588"/>
          </a:xfrm>
          <a:prstGeom prst="rect">
            <a:avLst/>
          </a:prstGeom>
          <a:ln>
            <a:solidFill>
              <a:schemeClr val="tx2"/>
            </a:solidFill>
          </a:ln>
        </p:spPr>
        <p:txBody>
          <a:bodyP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err="1"/>
              <a:t>Embedding</a:t>
            </a:r>
            <a:r>
              <a:rPr lang="fr-FR" dirty="0"/>
              <a:t> unique</a:t>
            </a:r>
          </a:p>
          <a:p>
            <a:r>
              <a:rPr lang="fr-FR" dirty="0"/>
              <a:t>Capturer directement les interactions et la complémentarité entre modalités.</a:t>
            </a:r>
          </a:p>
        </p:txBody>
      </p:sp>
      <p:sp>
        <p:nvSpPr>
          <p:cNvPr id="14" name="Espace réservé du texte 4">
            <a:extLst>
              <a:ext uri="{FF2B5EF4-FFF2-40B4-BE49-F238E27FC236}">
                <a16:creationId xmlns:a16="http://schemas.microsoft.com/office/drawing/2014/main" id="{06A5DD05-E232-B61E-98C3-B26DBC51BE88}"/>
              </a:ext>
            </a:extLst>
          </p:cNvPr>
          <p:cNvSpPr txBox="1">
            <a:spLocks/>
          </p:cNvSpPr>
          <p:nvPr/>
        </p:nvSpPr>
        <p:spPr>
          <a:xfrm>
            <a:off x="6172200"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fr-FR" u="sng" dirty="0"/>
              <a:t>Désavantages</a:t>
            </a:r>
            <a:r>
              <a:rPr lang="fr-FR" dirty="0"/>
              <a:t>: </a:t>
            </a:r>
          </a:p>
        </p:txBody>
      </p:sp>
      <p:sp>
        <p:nvSpPr>
          <p:cNvPr id="15" name="Espace réservé du contenu 5">
            <a:extLst>
              <a:ext uri="{FF2B5EF4-FFF2-40B4-BE49-F238E27FC236}">
                <a16:creationId xmlns:a16="http://schemas.microsoft.com/office/drawing/2014/main" id="{AE321B69-3DDE-7FA3-83C2-E2A4C98C039A}"/>
              </a:ext>
            </a:extLst>
          </p:cNvPr>
          <p:cNvSpPr txBox="1">
            <a:spLocks/>
          </p:cNvSpPr>
          <p:nvPr/>
        </p:nvSpPr>
        <p:spPr>
          <a:xfrm>
            <a:off x="6172200" y="2505075"/>
            <a:ext cx="5183188"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Risque de perdre la spécificité de chaque modalité.</a:t>
            </a:r>
          </a:p>
          <a:p>
            <a:r>
              <a:rPr lang="fr-FR" dirty="0"/>
              <a:t>Model sensible aux modalités manquantes.</a:t>
            </a:r>
          </a:p>
          <a:p>
            <a:r>
              <a:rPr lang="fr-FR" dirty="0"/>
              <a:t>La fusion peut introduire du bruit ou de la redondance si elle est mal contrôlée.</a:t>
            </a:r>
          </a:p>
          <a:p>
            <a:r>
              <a:rPr lang="fr-FR" dirty="0"/>
              <a:t>Peut nécessiter beaucoup de données pour apprendre une représentation commune stable.</a:t>
            </a:r>
          </a:p>
          <a:p>
            <a:endParaRPr lang="fr-FR" dirty="0"/>
          </a:p>
        </p:txBody>
      </p:sp>
    </p:spTree>
    <p:extLst>
      <p:ext uri="{BB962C8B-B14F-4D97-AF65-F5344CB8AC3E}">
        <p14:creationId xmlns:p14="http://schemas.microsoft.com/office/powerpoint/2010/main" val="301222703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F9DC746-F57F-1224-B208-A785154FC0B8}"/>
            </a:ext>
          </a:extLst>
        </p:cNvPr>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59F3952C-2089-82FC-DBAD-49FA3A50121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093C838D-FC72-6A58-4B73-21832A9547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9E2A7E06-CABB-8D9C-5788-D6D220BCD8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8E4266A6-2818-1791-89D2-301AE38A0C5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8F1DC40-E215-3969-98BB-75EE44D8C179}"/>
              </a:ext>
            </a:extLst>
          </p:cNvPr>
          <p:cNvSpPr>
            <a:spLocks noGrp="1"/>
          </p:cNvSpPr>
          <p:nvPr>
            <p:ph type="title"/>
          </p:nvPr>
        </p:nvSpPr>
        <p:spPr>
          <a:xfrm>
            <a:off x="669896" y="257977"/>
            <a:ext cx="7063721" cy="1159200"/>
          </a:xfrm>
        </p:spPr>
        <p:txBody>
          <a:bodyPr vert="horz" lIns="91440" tIns="45720" rIns="91440" bIns="45720" rtlCol="0" anchor="ctr">
            <a:normAutofit/>
          </a:bodyPr>
          <a:lstStyle/>
          <a:p>
            <a:r>
              <a:rPr lang="en-US" sz="4000" dirty="0">
                <a:solidFill>
                  <a:schemeClr val="bg1"/>
                </a:solidFill>
              </a:rPr>
              <a:t>Coordinated Representation</a:t>
            </a:r>
            <a:endParaRPr lang="en-US" sz="4000" kern="1200" dirty="0">
              <a:solidFill>
                <a:schemeClr val="bg1"/>
              </a:solidFill>
              <a:latin typeface="+mj-lt"/>
              <a:ea typeface="+mj-ea"/>
              <a:cs typeface="+mj-cs"/>
            </a:endParaRPr>
          </a:p>
        </p:txBody>
      </p:sp>
      <p:sp>
        <p:nvSpPr>
          <p:cNvPr id="5" name="Espace réservé du numéro de diapositive 4">
            <a:extLst>
              <a:ext uri="{FF2B5EF4-FFF2-40B4-BE49-F238E27FC236}">
                <a16:creationId xmlns:a16="http://schemas.microsoft.com/office/drawing/2014/main" id="{EFB51000-AB07-24B5-BE77-4B3A1C2A749A}"/>
              </a:ext>
            </a:extLst>
          </p:cNvPr>
          <p:cNvSpPr>
            <a:spLocks noGrp="1"/>
          </p:cNvSpPr>
          <p:nvPr>
            <p:ph type="sldNum" sz="quarter" idx="12"/>
          </p:nvPr>
        </p:nvSpPr>
        <p:spPr/>
        <p:txBody>
          <a:bodyPr/>
          <a:lstStyle/>
          <a:p>
            <a:fld id="{BBC07E23-5D66-4BDA-857C-D8615BC30D33}" type="slidenum">
              <a:rPr lang="fr-FR" smtClean="0"/>
              <a:t>17</a:t>
            </a:fld>
            <a:endParaRPr lang="fr-FR"/>
          </a:p>
        </p:txBody>
      </p:sp>
      <p:sp>
        <p:nvSpPr>
          <p:cNvPr id="7" name="Espace réservé du texte 2">
            <a:extLst>
              <a:ext uri="{FF2B5EF4-FFF2-40B4-BE49-F238E27FC236}">
                <a16:creationId xmlns:a16="http://schemas.microsoft.com/office/drawing/2014/main" id="{8C759CA9-CA37-603D-BD57-546CA534CE70}"/>
              </a:ext>
            </a:extLst>
          </p:cNvPr>
          <p:cNvSpPr txBox="1">
            <a:spLocks/>
          </p:cNvSpPr>
          <p:nvPr/>
        </p:nvSpPr>
        <p:spPr>
          <a:xfrm>
            <a:off x="836612" y="1681163"/>
            <a:ext cx="5157787" cy="823912"/>
          </a:xfrm>
          <a:prstGeom prst="rect">
            <a:avLst/>
          </a:prstGeom>
          <a:ln>
            <a:solidFill>
              <a:schemeClr val="tx2"/>
            </a:solidFill>
          </a:ln>
        </p:spPr>
        <p:txBody>
          <a:bodyPr vert="horz" lIns="91440" tIns="45720" rIns="91440" bIns="45720" rtlCol="0" anchor="ctr">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buNone/>
            </a:pPr>
            <a:r>
              <a:rPr lang="en-US" u="sng" dirty="0" err="1"/>
              <a:t>Avantages</a:t>
            </a:r>
            <a:r>
              <a:rPr lang="en-US" dirty="0"/>
              <a:t>:</a:t>
            </a:r>
          </a:p>
        </p:txBody>
      </p:sp>
      <p:sp>
        <p:nvSpPr>
          <p:cNvPr id="8" name="Espace réservé du contenu 3">
            <a:extLst>
              <a:ext uri="{FF2B5EF4-FFF2-40B4-BE49-F238E27FC236}">
                <a16:creationId xmlns:a16="http://schemas.microsoft.com/office/drawing/2014/main" id="{3707EE75-31F9-D0C1-7F26-B36DA132C751}"/>
              </a:ext>
            </a:extLst>
          </p:cNvPr>
          <p:cNvSpPr txBox="1">
            <a:spLocks/>
          </p:cNvSpPr>
          <p:nvPr/>
        </p:nvSpPr>
        <p:spPr>
          <a:xfrm>
            <a:off x="836612" y="2505075"/>
            <a:ext cx="5157787" cy="3684588"/>
          </a:xfrm>
          <a:prstGeom prst="rect">
            <a:avLst/>
          </a:prstGeom>
          <a:ln>
            <a:solidFill>
              <a:schemeClr val="tx2"/>
            </a:solidFill>
          </a:ln>
        </p:spPr>
        <p:txBody>
          <a:bodyPr>
            <a:normAutofit fontScale="925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Garde une représentation par modalité, chaque modalité conserve ses informations propres.</a:t>
            </a:r>
          </a:p>
          <a:p>
            <a:r>
              <a:rPr lang="fr-FR" dirty="0"/>
              <a:t>Permet d’aligner les modalités via des contraintes</a:t>
            </a:r>
          </a:p>
          <a:p>
            <a:r>
              <a:rPr lang="fr-FR" dirty="0"/>
              <a:t>Très utile quand une seule modalité est disponible au test.</a:t>
            </a:r>
          </a:p>
          <a:p>
            <a:r>
              <a:rPr lang="fr-FR" dirty="0"/>
              <a:t>Favorise le transfert cross-modal.</a:t>
            </a:r>
          </a:p>
          <a:p>
            <a:endParaRPr lang="fr-FR" dirty="0"/>
          </a:p>
        </p:txBody>
      </p:sp>
      <p:sp>
        <p:nvSpPr>
          <p:cNvPr id="9" name="Espace réservé du texte 4">
            <a:extLst>
              <a:ext uri="{FF2B5EF4-FFF2-40B4-BE49-F238E27FC236}">
                <a16:creationId xmlns:a16="http://schemas.microsoft.com/office/drawing/2014/main" id="{5CB5BD66-2660-0195-AF46-E68337738AC9}"/>
              </a:ext>
            </a:extLst>
          </p:cNvPr>
          <p:cNvSpPr txBox="1">
            <a:spLocks/>
          </p:cNvSpPr>
          <p:nvPr/>
        </p:nvSpPr>
        <p:spPr>
          <a:xfrm>
            <a:off x="6169024" y="1681163"/>
            <a:ext cx="5183188" cy="823912"/>
          </a:xfrm>
          <a:prstGeom prst="rect">
            <a:avLst/>
          </a:prstGeom>
          <a:ln>
            <a:solidFill>
              <a:schemeClr val="tx2"/>
            </a:solidFill>
          </a:ln>
        </p:spPr>
        <p:txBody>
          <a:bodyPr anchor="ct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marL="0" indent="0" algn="just">
              <a:buNone/>
            </a:pPr>
            <a:r>
              <a:rPr lang="fr-FR" u="sng" dirty="0"/>
              <a:t>Désavantages</a:t>
            </a:r>
            <a:r>
              <a:rPr lang="fr-FR" dirty="0"/>
              <a:t>: </a:t>
            </a:r>
          </a:p>
        </p:txBody>
      </p:sp>
      <p:sp>
        <p:nvSpPr>
          <p:cNvPr id="10" name="Espace réservé du contenu 5">
            <a:extLst>
              <a:ext uri="{FF2B5EF4-FFF2-40B4-BE49-F238E27FC236}">
                <a16:creationId xmlns:a16="http://schemas.microsoft.com/office/drawing/2014/main" id="{B0A33E5A-8F75-AFA7-92D0-975FE7CFB8D3}"/>
              </a:ext>
            </a:extLst>
          </p:cNvPr>
          <p:cNvSpPr txBox="1">
            <a:spLocks/>
          </p:cNvSpPr>
          <p:nvPr/>
        </p:nvSpPr>
        <p:spPr>
          <a:xfrm>
            <a:off x="6172200" y="2505075"/>
            <a:ext cx="5183188" cy="3684588"/>
          </a:xfrm>
          <a:prstGeom prst="rect">
            <a:avLst/>
          </a:prstGeom>
          <a:ln>
            <a:solidFill>
              <a:schemeClr val="tx2"/>
            </a:solidFill>
          </a:ln>
        </p:spPr>
        <p:txBody>
          <a:bodyPr>
            <a:normAutofit fontScale="925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fr-FR" dirty="0"/>
              <a:t>L’alignement peut être difficile à apprendre si les modalités sont très différentes ou bruitées.</a:t>
            </a:r>
          </a:p>
          <a:p>
            <a:r>
              <a:rPr lang="fr-FR" dirty="0"/>
              <a:t>Forte dépendance aux contraintes choisie.</a:t>
            </a:r>
          </a:p>
          <a:p>
            <a:r>
              <a:rPr lang="fr-FR" dirty="0"/>
              <a:t>Moins efficace pour les décisions finales unique.</a:t>
            </a:r>
          </a:p>
          <a:p>
            <a:r>
              <a:rPr lang="fr-FR" dirty="0"/>
              <a:t>Plus complexe quand on a beaucoup de modalités.</a:t>
            </a:r>
          </a:p>
          <a:p>
            <a:endParaRPr lang="fr-FR" dirty="0"/>
          </a:p>
        </p:txBody>
      </p:sp>
    </p:spTree>
    <p:extLst>
      <p:ext uri="{BB962C8B-B14F-4D97-AF65-F5344CB8AC3E}">
        <p14:creationId xmlns:p14="http://schemas.microsoft.com/office/powerpoint/2010/main" val="339238791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DC6D9FA-C277-77E7-D65A-B17143F45FB4}"/>
              </a:ext>
            </a:extLst>
          </p:cNvPr>
          <p:cNvSpPr>
            <a:spLocks noGrp="1"/>
          </p:cNvSpPr>
          <p:nvPr>
            <p:ph type="title"/>
          </p:nvPr>
        </p:nvSpPr>
        <p:spPr>
          <a:xfrm>
            <a:off x="826396" y="586855"/>
            <a:ext cx="4230100" cy="3387497"/>
          </a:xfrm>
        </p:spPr>
        <p:txBody>
          <a:bodyPr vert="horz" lIns="91440" tIns="45720" rIns="91440" bIns="45720" rtlCol="0" anchor="b">
            <a:normAutofit/>
          </a:bodyPr>
          <a:lstStyle/>
          <a:p>
            <a:pPr algn="r"/>
            <a:r>
              <a:rPr lang="en-US" sz="4000" kern="1200">
                <a:solidFill>
                  <a:srgbClr val="FFFFFF"/>
                </a:solidFill>
                <a:latin typeface="+mj-lt"/>
                <a:ea typeface="+mj-ea"/>
                <a:cs typeface="+mj-cs"/>
              </a:rPr>
              <a:t>Data Translation</a:t>
            </a:r>
          </a:p>
        </p:txBody>
      </p:sp>
      <p:sp>
        <p:nvSpPr>
          <p:cNvPr id="5" name="ZoneTexte 4">
            <a:extLst>
              <a:ext uri="{FF2B5EF4-FFF2-40B4-BE49-F238E27FC236}">
                <a16:creationId xmlns:a16="http://schemas.microsoft.com/office/drawing/2014/main" id="{D7F56C88-046F-D9E7-8BD4-4BA82279F704}"/>
              </a:ext>
            </a:extLst>
          </p:cNvPr>
          <p:cNvSpPr txBox="1"/>
          <p:nvPr/>
        </p:nvSpPr>
        <p:spPr>
          <a:xfrm>
            <a:off x="6503158" y="649480"/>
            <a:ext cx="4862447" cy="5546047"/>
          </a:xfrm>
          <a:prstGeom prst="rect">
            <a:avLst/>
          </a:prstGeom>
        </p:spPr>
        <p:txBody>
          <a:bodyPr vert="horz" lIns="91440" tIns="45720" rIns="91440" bIns="45720" rtlCol="0" anchor="ctr">
            <a:normAutofit/>
          </a:bodyPr>
          <a:lstStyle/>
          <a:p>
            <a:pPr>
              <a:lnSpc>
                <a:spcPct val="90000"/>
              </a:lnSpc>
              <a:spcAft>
                <a:spcPts val="600"/>
              </a:spcAft>
            </a:pPr>
            <a:endParaRPr lang="en-US" sz="2000" dirty="0"/>
          </a:p>
        </p:txBody>
      </p:sp>
      <p:sp>
        <p:nvSpPr>
          <p:cNvPr id="4" name="Espace réservé du numéro de diapositive 3">
            <a:extLst>
              <a:ext uri="{FF2B5EF4-FFF2-40B4-BE49-F238E27FC236}">
                <a16:creationId xmlns:a16="http://schemas.microsoft.com/office/drawing/2014/main" id="{0304715F-64A9-2798-4B43-0A182CEEB0B0}"/>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18</a:t>
            </a:fld>
            <a:endParaRPr lang="en-US" sz="1100">
              <a:solidFill>
                <a:schemeClr val="tx1">
                  <a:lumMod val="50000"/>
                  <a:lumOff val="50000"/>
                </a:schemeClr>
              </a:solidFill>
            </a:endParaRPr>
          </a:p>
        </p:txBody>
      </p:sp>
      <p:pic>
        <p:nvPicPr>
          <p:cNvPr id="3" name="Graphique 6" descr="Flèche vers la droite avec un remplissage uni">
            <a:extLst>
              <a:ext uri="{FF2B5EF4-FFF2-40B4-BE49-F238E27FC236}">
                <a16:creationId xmlns:a16="http://schemas.microsoft.com/office/drawing/2014/main" id="{68F84852-876A-9F4E-C4F6-329DD055D97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2257922"/>
            <a:ext cx="1603331" cy="1040141"/>
          </a:xfrm>
          <a:prstGeom prst="rect">
            <a:avLst/>
          </a:prstGeom>
        </p:spPr>
      </p:pic>
      <p:pic>
        <p:nvPicPr>
          <p:cNvPr id="6" name="Graphique 2" descr="Document avec un remplissage uni">
            <a:extLst>
              <a:ext uri="{FF2B5EF4-FFF2-40B4-BE49-F238E27FC236}">
                <a16:creationId xmlns:a16="http://schemas.microsoft.com/office/drawing/2014/main" id="{61856182-C6DF-B4DA-363B-160F9151AE0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2280316"/>
            <a:ext cx="914400" cy="914400"/>
          </a:xfrm>
          <a:prstGeom prst="rect">
            <a:avLst/>
          </a:prstGeom>
        </p:spPr>
      </p:pic>
      <p:pic>
        <p:nvPicPr>
          <p:cNvPr id="7" name="Graphique 6" descr="Flèche vers la droite avec un remplissage uni">
            <a:extLst>
              <a:ext uri="{FF2B5EF4-FFF2-40B4-BE49-F238E27FC236}">
                <a16:creationId xmlns:a16="http://schemas.microsoft.com/office/drawing/2014/main" id="{07DD1054-5F2B-439C-6D97-F0048D2D37EA}"/>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3298063"/>
            <a:ext cx="1603331" cy="1040141"/>
          </a:xfrm>
          <a:prstGeom prst="rect">
            <a:avLst/>
          </a:prstGeom>
        </p:spPr>
      </p:pic>
      <p:pic>
        <p:nvPicPr>
          <p:cNvPr id="8" name="Graphique 2" descr="Document avec un remplissage uni">
            <a:extLst>
              <a:ext uri="{FF2B5EF4-FFF2-40B4-BE49-F238E27FC236}">
                <a16:creationId xmlns:a16="http://schemas.microsoft.com/office/drawing/2014/main" id="{1C92F604-8281-4F9B-6038-5B2A427ED29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3320457"/>
            <a:ext cx="914400" cy="914400"/>
          </a:xfrm>
          <a:prstGeom prst="rect">
            <a:avLst/>
          </a:prstGeom>
        </p:spPr>
      </p:pic>
      <p:pic>
        <p:nvPicPr>
          <p:cNvPr id="9" name="Graphique 1" descr="Images avec un remplissage uni">
            <a:extLst>
              <a:ext uri="{FF2B5EF4-FFF2-40B4-BE49-F238E27FC236}">
                <a16:creationId xmlns:a16="http://schemas.microsoft.com/office/drawing/2014/main" id="{A0F93B82-846B-FEA5-3E54-04E593B7805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9968392" y="4234857"/>
            <a:ext cx="914400" cy="914400"/>
          </a:xfrm>
          <a:prstGeom prst="rect">
            <a:avLst/>
          </a:prstGeom>
        </p:spPr>
      </p:pic>
      <p:pic>
        <p:nvPicPr>
          <p:cNvPr id="10" name="Graphique 6" descr="Flèche vers la droite avec un remplissage uni">
            <a:extLst>
              <a:ext uri="{FF2B5EF4-FFF2-40B4-BE49-F238E27FC236}">
                <a16:creationId xmlns:a16="http://schemas.microsoft.com/office/drawing/2014/main" id="{60E4460E-53D4-AC1E-BE29-28957A0D67D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4212463"/>
            <a:ext cx="1603331" cy="1040141"/>
          </a:xfrm>
          <a:prstGeom prst="rect">
            <a:avLst/>
          </a:prstGeom>
        </p:spPr>
      </p:pic>
      <p:pic>
        <p:nvPicPr>
          <p:cNvPr id="11" name="Graphique 2" descr="Document avec un remplissage uni">
            <a:extLst>
              <a:ext uri="{FF2B5EF4-FFF2-40B4-BE49-F238E27FC236}">
                <a16:creationId xmlns:a16="http://schemas.microsoft.com/office/drawing/2014/main" id="{250BF6E1-C31C-3D65-426D-01FBB097C841}"/>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169101" y="4234857"/>
            <a:ext cx="914400" cy="914400"/>
          </a:xfrm>
          <a:prstGeom prst="rect">
            <a:avLst/>
          </a:prstGeom>
        </p:spPr>
      </p:pic>
      <p:pic>
        <p:nvPicPr>
          <p:cNvPr id="12" name="Graphique 1" descr="Images avec un remplissage uni">
            <a:extLst>
              <a:ext uri="{FF2B5EF4-FFF2-40B4-BE49-F238E27FC236}">
                <a16:creationId xmlns:a16="http://schemas.microsoft.com/office/drawing/2014/main" id="{6332FD86-ED3E-3E05-1019-0BB4FAE19C93}"/>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7109602" y="1379338"/>
            <a:ext cx="914400" cy="914400"/>
          </a:xfrm>
          <a:prstGeom prst="rect">
            <a:avLst/>
          </a:prstGeom>
        </p:spPr>
      </p:pic>
      <p:pic>
        <p:nvPicPr>
          <p:cNvPr id="13" name="Graphique 6" descr="Flèche vers la droite avec un remplissage uni">
            <a:extLst>
              <a:ext uri="{FF2B5EF4-FFF2-40B4-BE49-F238E27FC236}">
                <a16:creationId xmlns:a16="http://schemas.microsoft.com/office/drawing/2014/main" id="{F587747B-A0F1-E51B-032F-068256DFEF05}"/>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8155495" y="1382683"/>
            <a:ext cx="1603331" cy="1040141"/>
          </a:xfrm>
          <a:prstGeom prst="rect">
            <a:avLst/>
          </a:prstGeom>
        </p:spPr>
      </p:pic>
      <p:pic>
        <p:nvPicPr>
          <p:cNvPr id="14" name="Graphique 2" descr="Document avec un remplissage uni">
            <a:extLst>
              <a:ext uri="{FF2B5EF4-FFF2-40B4-BE49-F238E27FC236}">
                <a16:creationId xmlns:a16="http://schemas.microsoft.com/office/drawing/2014/main" id="{66442A5A-1DDB-FC6A-B58F-390909F710B9}"/>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9890319" y="1405077"/>
            <a:ext cx="914400" cy="914400"/>
          </a:xfrm>
          <a:prstGeom prst="rect">
            <a:avLst/>
          </a:prstGeom>
        </p:spPr>
      </p:pic>
      <p:pic>
        <p:nvPicPr>
          <p:cNvPr id="15" name="Graphique 4" descr="Présentation avec multimédia avec un remplissage uni">
            <a:extLst>
              <a:ext uri="{FF2B5EF4-FFF2-40B4-BE49-F238E27FC236}">
                <a16:creationId xmlns:a16="http://schemas.microsoft.com/office/drawing/2014/main" id="{075FDECB-A57C-F343-1D95-20C3A1D82D85}"/>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7109602" y="2364121"/>
            <a:ext cx="914400" cy="914400"/>
          </a:xfrm>
          <a:prstGeom prst="rect">
            <a:avLst/>
          </a:prstGeom>
        </p:spPr>
      </p:pic>
      <p:pic>
        <p:nvPicPr>
          <p:cNvPr id="16" name="Graphique 5" descr="Commande vocale avec un remplissage uni">
            <a:extLst>
              <a:ext uri="{FF2B5EF4-FFF2-40B4-BE49-F238E27FC236}">
                <a16:creationId xmlns:a16="http://schemas.microsoft.com/office/drawing/2014/main" id="{FCAEF404-4DEF-3399-F776-920534C919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175349" y="3219022"/>
            <a:ext cx="914400" cy="914400"/>
          </a:xfrm>
          <a:prstGeom prst="rect">
            <a:avLst/>
          </a:prstGeom>
        </p:spPr>
      </p:pic>
    </p:spTree>
    <p:extLst>
      <p:ext uri="{BB962C8B-B14F-4D97-AF65-F5344CB8AC3E}">
        <p14:creationId xmlns:p14="http://schemas.microsoft.com/office/powerpoint/2010/main" val="24364356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4" name="Rectangle 23">
            <a:extLst>
              <a:ext uri="{FF2B5EF4-FFF2-40B4-BE49-F238E27FC236}">
                <a16:creationId xmlns:a16="http://schemas.microsoft.com/office/drawing/2014/main" id="{DEE2AD96-B495-4E06-9291-B71706F728C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Rectangle 25">
            <a:extLst>
              <a:ext uri="{FF2B5EF4-FFF2-40B4-BE49-F238E27FC236}">
                <a16:creationId xmlns:a16="http://schemas.microsoft.com/office/drawing/2014/main" id="{53CF6D67-C5A8-4ADD-9E8E-1E38CA1D316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638515" y="639280"/>
            <a:ext cx="6858000" cy="5579440"/>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8" name="Rectangle 27">
            <a:extLst>
              <a:ext uri="{FF2B5EF4-FFF2-40B4-BE49-F238E27FC236}">
                <a16:creationId xmlns:a16="http://schemas.microsoft.com/office/drawing/2014/main" id="{86909FA0-B515-4681-B7A8-FA281D133B9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393206" y="395206"/>
            <a:ext cx="6346209" cy="5576080"/>
          </a:xfrm>
          <a:prstGeom prst="rect">
            <a:avLst/>
          </a:prstGeom>
          <a:gradFill>
            <a:gsLst>
              <a:gs pos="0">
                <a:srgbClr val="000000">
                  <a:alpha val="0"/>
                </a:srgbClr>
              </a:gs>
              <a:gs pos="99000">
                <a:schemeClr val="accent1">
                  <a:alpha val="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0" name="Rectangle 29">
            <a:extLst>
              <a:ext uri="{FF2B5EF4-FFF2-40B4-BE49-F238E27FC236}">
                <a16:creationId xmlns:a16="http://schemas.microsoft.com/office/drawing/2014/main" id="{21C9FE86-FCC3-4A31-AA1C-C882262B7FE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528907" y="2818967"/>
            <a:ext cx="2501979" cy="5576080"/>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2" name="Rectangle 31">
            <a:extLst>
              <a:ext uri="{FF2B5EF4-FFF2-40B4-BE49-F238E27FC236}">
                <a16:creationId xmlns:a16="http://schemas.microsoft.com/office/drawing/2014/main" id="{7D96243B-ECED-4B71-8E06-AE9A285EAD2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425002" y="852793"/>
            <a:ext cx="6858001" cy="5152412"/>
          </a:xfrm>
          <a:prstGeom prst="rect">
            <a:avLst/>
          </a:prstGeom>
          <a:gradFill>
            <a:gsLst>
              <a:gs pos="0">
                <a:srgbClr val="000000">
                  <a:alpha val="0"/>
                </a:srgbClr>
              </a:gs>
              <a:gs pos="99000">
                <a:schemeClr val="accent1">
                  <a:alpha val="11000"/>
                </a:scheme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4" name="Oval 33">
            <a:extLst>
              <a:ext uri="{FF2B5EF4-FFF2-40B4-BE49-F238E27FC236}">
                <a16:creationId xmlns:a16="http://schemas.microsoft.com/office/drawing/2014/main" id="{A09989E4-EFDC-4A90-A633-E0525FB413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818753" y="1128497"/>
            <a:ext cx="4318303" cy="4318303"/>
          </a:xfrm>
          <a:prstGeom prst="ellipse">
            <a:avLst/>
          </a:prstGeom>
          <a:gradFill>
            <a:gsLst>
              <a:gs pos="39000">
                <a:schemeClr val="accent1">
                  <a:alpha val="0"/>
                </a:schemeClr>
              </a:gs>
              <a:gs pos="100000">
                <a:schemeClr val="accent1">
                  <a:lumMod val="60000"/>
                  <a:lumOff val="40000"/>
                  <a:alpha val="15000"/>
                </a:schemeClr>
              </a:gs>
            </a:gsLst>
            <a:lin ang="17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re 1">
            <a:extLst>
              <a:ext uri="{FF2B5EF4-FFF2-40B4-BE49-F238E27FC236}">
                <a16:creationId xmlns:a16="http://schemas.microsoft.com/office/drawing/2014/main" id="{CF1E377C-B493-3EAC-F9A5-9B44BBB340F5}"/>
              </a:ext>
            </a:extLst>
          </p:cNvPr>
          <p:cNvSpPr>
            <a:spLocks noGrp="1"/>
          </p:cNvSpPr>
          <p:nvPr>
            <p:ph type="title"/>
          </p:nvPr>
        </p:nvSpPr>
        <p:spPr>
          <a:xfrm>
            <a:off x="826396" y="586855"/>
            <a:ext cx="4230100" cy="3387497"/>
          </a:xfrm>
        </p:spPr>
        <p:txBody>
          <a:bodyPr anchor="b">
            <a:normAutofit/>
          </a:bodyPr>
          <a:lstStyle/>
          <a:p>
            <a:pPr algn="r"/>
            <a:r>
              <a:rPr lang="en-US" sz="4000" dirty="0">
                <a:solidFill>
                  <a:srgbClr val="FFFFFF"/>
                </a:solidFill>
              </a:rPr>
              <a:t>Data Alignment</a:t>
            </a:r>
            <a:endParaRPr lang="fr-FR" sz="4000" dirty="0">
              <a:solidFill>
                <a:srgbClr val="FFFFFF"/>
              </a:solidFill>
            </a:endParaRPr>
          </a:p>
        </p:txBody>
      </p:sp>
      <p:sp>
        <p:nvSpPr>
          <p:cNvPr id="4" name="Espace réservé du numéro de diapositive 3">
            <a:extLst>
              <a:ext uri="{FF2B5EF4-FFF2-40B4-BE49-F238E27FC236}">
                <a16:creationId xmlns:a16="http://schemas.microsoft.com/office/drawing/2014/main" id="{1C25C1BF-4B4E-ED0A-977F-799D8CD01FD7}"/>
              </a:ext>
            </a:extLst>
          </p:cNvPr>
          <p:cNvSpPr>
            <a:spLocks noGrp="1"/>
          </p:cNvSpPr>
          <p:nvPr>
            <p:ph type="sldNum" sz="quarter" idx="12"/>
          </p:nvPr>
        </p:nvSpPr>
        <p:spPr>
          <a:xfrm>
            <a:off x="11704320" y="6455664"/>
            <a:ext cx="448056" cy="365125"/>
          </a:xfrm>
        </p:spPr>
        <p:txBody>
          <a:bodyPr>
            <a:normAutofit/>
          </a:bodyPr>
          <a:lstStyle/>
          <a:p>
            <a:pPr>
              <a:spcAft>
                <a:spcPts val="600"/>
              </a:spcAft>
            </a:pPr>
            <a:fld id="{BBC07E23-5D66-4BDA-857C-D8615BC30D33}" type="slidenum">
              <a:rPr lang="fr-FR" sz="1100">
                <a:solidFill>
                  <a:schemeClr val="tx1">
                    <a:lumMod val="50000"/>
                    <a:lumOff val="50000"/>
                  </a:schemeClr>
                </a:solidFill>
              </a:rPr>
              <a:pPr>
                <a:spcAft>
                  <a:spcPts val="600"/>
                </a:spcAft>
              </a:pPr>
              <a:t>19</a:t>
            </a:fld>
            <a:endParaRPr lang="fr-FR" sz="1100">
              <a:solidFill>
                <a:schemeClr val="tx1">
                  <a:lumMod val="50000"/>
                  <a:lumOff val="50000"/>
                </a:schemeClr>
              </a:solidFill>
            </a:endParaRPr>
          </a:p>
        </p:txBody>
      </p:sp>
      <p:pic>
        <p:nvPicPr>
          <p:cNvPr id="5" name="Espace réservé du contenu 3" descr="Une image contenant herbe, plein air, chien, animal domestique&#10;&#10;Le contenu généré par l’IA peut être incorrect.">
            <a:extLst>
              <a:ext uri="{FF2B5EF4-FFF2-40B4-BE49-F238E27FC236}">
                <a16:creationId xmlns:a16="http://schemas.microsoft.com/office/drawing/2014/main" id="{BCAE9E72-EEF7-A1D4-2C21-F3E3FCF28BA5}"/>
              </a:ext>
            </a:extLst>
          </p:cNvPr>
          <p:cNvPicPr>
            <a:picLocks noGrp="1" noChangeAspect="1"/>
          </p:cNvPicPr>
          <p:nvPr>
            <p:ph idx="1"/>
          </p:nvPr>
        </p:nvPicPr>
        <p:blipFill>
          <a:blip r:embed="rId3" cstate="print">
            <a:extLst>
              <a:ext uri="{28A0092B-C50C-407E-A947-70E740481C1C}">
                <a14:useLocalDpi xmlns:a14="http://schemas.microsoft.com/office/drawing/2010/main" val="0"/>
              </a:ext>
            </a:extLst>
          </a:blip>
          <a:srcRect l="13818" t="9091"/>
          <a:stretch>
            <a:fillRect/>
          </a:stretch>
        </p:blipFill>
        <p:spPr bwMode="auto">
          <a:xfrm>
            <a:off x="6611797" y="848623"/>
            <a:ext cx="4862513" cy="3846156"/>
          </a:xfrm>
          <a:prstGeom prst="rect">
            <a:avLst/>
          </a:prstGeom>
          <a:noFill/>
        </p:spPr>
      </p:pic>
      <p:sp>
        <p:nvSpPr>
          <p:cNvPr id="7" name="ZoneTexte 6">
            <a:extLst>
              <a:ext uri="{FF2B5EF4-FFF2-40B4-BE49-F238E27FC236}">
                <a16:creationId xmlns:a16="http://schemas.microsoft.com/office/drawing/2014/main" id="{FA5424BE-CC94-D2B4-B6E1-14D1E87E2983}"/>
              </a:ext>
            </a:extLst>
          </p:cNvPr>
          <p:cNvSpPr txBox="1"/>
          <p:nvPr/>
        </p:nvSpPr>
        <p:spPr>
          <a:xfrm>
            <a:off x="7155635" y="5666142"/>
            <a:ext cx="3701441" cy="343235"/>
          </a:xfrm>
          <a:prstGeom prst="rect">
            <a:avLst/>
          </a:prstGeom>
          <a:noFill/>
          <a:ln>
            <a:solidFill>
              <a:schemeClr val="tx2"/>
            </a:solidFill>
          </a:ln>
        </p:spPr>
        <p:txBody>
          <a:bodyPr wrap="square">
            <a:spAutoFit/>
          </a:bodyPr>
          <a:lstStyle/>
          <a:p>
            <a:pPr>
              <a:lnSpc>
                <a:spcPct val="90000"/>
              </a:lnSpc>
              <a:spcBef>
                <a:spcPts val="1000"/>
              </a:spcBef>
            </a:pPr>
            <a:r>
              <a:rPr lang="en-US" sz="1800" kern="1200" dirty="0">
                <a:latin typeface="+mn-lt"/>
                <a:ea typeface="+mn-ea"/>
                <a:cs typeface="+mn-cs"/>
              </a:rPr>
              <a:t>“</a:t>
            </a:r>
            <a:r>
              <a:rPr lang="en-US" sz="1800" kern="1200" dirty="0">
                <a:highlight>
                  <a:srgbClr val="FF0000"/>
                </a:highlight>
                <a:latin typeface="+mn-lt"/>
                <a:ea typeface="+mn-ea"/>
                <a:cs typeface="+mn-cs"/>
              </a:rPr>
              <a:t>Le Chien </a:t>
            </a:r>
            <a:r>
              <a:rPr lang="en-US" sz="1800" kern="1200" dirty="0">
                <a:latin typeface="+mn-lt"/>
                <a:ea typeface="+mn-ea"/>
                <a:cs typeface="+mn-cs"/>
              </a:rPr>
              <a:t>court dans </a:t>
            </a:r>
            <a:r>
              <a:rPr lang="en-US" sz="1800" kern="1200" dirty="0">
                <a:highlight>
                  <a:srgbClr val="FFFF00"/>
                </a:highlight>
                <a:latin typeface="+mn-lt"/>
                <a:ea typeface="+mn-ea"/>
                <a:cs typeface="+mn-cs"/>
              </a:rPr>
              <a:t>l’ </a:t>
            </a:r>
            <a:r>
              <a:rPr lang="en-US" sz="1800" kern="1200" dirty="0" err="1">
                <a:highlight>
                  <a:srgbClr val="FFFF00"/>
                </a:highlight>
                <a:latin typeface="+mn-lt"/>
                <a:ea typeface="+mn-ea"/>
                <a:cs typeface="+mn-cs"/>
              </a:rPr>
              <a:t>herbe</a:t>
            </a:r>
            <a:r>
              <a:rPr lang="en-US" sz="1800" kern="1200" dirty="0">
                <a:highlight>
                  <a:srgbClr val="FFFF00"/>
                </a:highlight>
                <a:latin typeface="+mn-lt"/>
                <a:ea typeface="+mn-ea"/>
                <a:cs typeface="+mn-cs"/>
              </a:rPr>
              <a:t> verte</a:t>
            </a:r>
            <a:r>
              <a:rPr lang="en-US" sz="1800" kern="1200" dirty="0">
                <a:latin typeface="+mn-lt"/>
                <a:ea typeface="+mn-ea"/>
                <a:cs typeface="+mn-cs"/>
              </a:rPr>
              <a:t>”</a:t>
            </a:r>
          </a:p>
        </p:txBody>
      </p:sp>
    </p:spTree>
    <p:extLst>
      <p:ext uri="{BB962C8B-B14F-4D97-AF65-F5344CB8AC3E}">
        <p14:creationId xmlns:p14="http://schemas.microsoft.com/office/powerpoint/2010/main" val="225615884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C7FE8311-813D-5C3C-A6D7-CCD9E7AC5A81}"/>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BA767897-FD45-0631-108A-0A9D039446A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B6F2375-7097-BCD2-BA71-754E007E3712}"/>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2" y="0"/>
            <a:ext cx="12191998" cy="1575955"/>
          </a:xfrm>
          <a:prstGeom prst="rect">
            <a:avLst/>
          </a:prstGeom>
          <a:gradFill>
            <a:gsLst>
              <a:gs pos="0">
                <a:srgbClr val="000000">
                  <a:alpha val="96000"/>
                </a:srgbClr>
              </a:gs>
              <a:gs pos="100000">
                <a:schemeClr val="accent1">
                  <a:lumMod val="75000"/>
                </a:schemeClr>
              </a:gs>
            </a:gsLst>
            <a:lin ang="6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ACB93499-DB0F-2B33-7481-F0FCC27C66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8128856" cy="1575461"/>
          </a:xfrm>
          <a:prstGeom prst="rect">
            <a:avLst/>
          </a:prstGeom>
          <a:gradFill>
            <a:gsLst>
              <a:gs pos="0">
                <a:schemeClr val="accent1">
                  <a:alpha val="41000"/>
                </a:schemeClr>
              </a:gs>
              <a:gs pos="74000">
                <a:schemeClr val="accent1">
                  <a:lumMod val="60000"/>
                  <a:lumOff val="40000"/>
                  <a:alpha val="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D79EA06-0667-9710-C63F-512E4F21A54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3" y="-1"/>
            <a:ext cx="12192002" cy="1574311"/>
          </a:xfrm>
          <a:prstGeom prst="rect">
            <a:avLst/>
          </a:prstGeom>
          <a:gradFill>
            <a:gsLst>
              <a:gs pos="0">
                <a:srgbClr val="000000">
                  <a:alpha val="63000"/>
                </a:srgbClr>
              </a:gs>
              <a:gs pos="78000">
                <a:schemeClr val="accent1">
                  <a:alpha val="15000"/>
                </a:schemeClr>
              </a:gs>
            </a:gsLst>
            <a:lin ang="15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6" name="Espace réservé du numéro de diapositive 5">
            <a:extLst>
              <a:ext uri="{FF2B5EF4-FFF2-40B4-BE49-F238E27FC236}">
                <a16:creationId xmlns:a16="http://schemas.microsoft.com/office/drawing/2014/main" id="{FF2CCAA3-A426-6EDB-DF10-5EB9788FCB78}"/>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20</a:t>
            </a:fld>
            <a:endParaRPr lang="en-US" sz="1100">
              <a:solidFill>
                <a:schemeClr val="tx1">
                  <a:lumMod val="50000"/>
                  <a:lumOff val="50000"/>
                </a:schemeClr>
              </a:solidFill>
            </a:endParaRPr>
          </a:p>
        </p:txBody>
      </p:sp>
      <p:sp>
        <p:nvSpPr>
          <p:cNvPr id="10" name="Titre 1">
            <a:extLst>
              <a:ext uri="{FF2B5EF4-FFF2-40B4-BE49-F238E27FC236}">
                <a16:creationId xmlns:a16="http://schemas.microsoft.com/office/drawing/2014/main" id="{CB761CC0-1A63-1068-FE69-8E449A88AD14}"/>
              </a:ext>
            </a:extLst>
          </p:cNvPr>
          <p:cNvSpPr txBox="1">
            <a:spLocks/>
          </p:cNvSpPr>
          <p:nvPr/>
        </p:nvSpPr>
        <p:spPr>
          <a:xfrm>
            <a:off x="440692" y="125656"/>
            <a:ext cx="9392421" cy="13308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fr-FR" dirty="0">
                <a:solidFill>
                  <a:schemeClr val="bg1"/>
                </a:solidFill>
              </a:rPr>
              <a:t>Structure d’</a:t>
            </a:r>
            <a:r>
              <a:rPr lang="en-US" dirty="0">
                <a:solidFill>
                  <a:schemeClr val="bg1"/>
                </a:solidFill>
              </a:rPr>
              <a:t> Alignment</a:t>
            </a:r>
            <a:endParaRPr lang="fr-FR" dirty="0">
              <a:solidFill>
                <a:schemeClr val="bg1"/>
              </a:solidFill>
            </a:endParaRPr>
          </a:p>
        </p:txBody>
      </p:sp>
      <p:sp>
        <p:nvSpPr>
          <p:cNvPr id="11" name="Espace réservé du contenu 2">
            <a:extLst>
              <a:ext uri="{FF2B5EF4-FFF2-40B4-BE49-F238E27FC236}">
                <a16:creationId xmlns:a16="http://schemas.microsoft.com/office/drawing/2014/main" id="{8B4FCAD3-933B-02F1-B22C-B30C83210E59}"/>
              </a:ext>
            </a:extLst>
          </p:cNvPr>
          <p:cNvSpPr>
            <a:spLocks noGrp="1"/>
          </p:cNvSpPr>
          <p:nvPr>
            <p:ph idx="1"/>
          </p:nvPr>
        </p:nvSpPr>
        <p:spPr>
          <a:xfrm>
            <a:off x="961670" y="2899819"/>
            <a:ext cx="4958966" cy="1942475"/>
          </a:xfrm>
        </p:spPr>
        <p:txBody>
          <a:bodyPr>
            <a:normAutofit/>
          </a:bodyPr>
          <a:lstStyle/>
          <a:p>
            <a:pPr marL="0" indent="0">
              <a:buNone/>
            </a:pPr>
            <a:r>
              <a:rPr lang="fr-FR" sz="2000" dirty="0"/>
              <a:t>Il existe deux principales structures, l’alignement Discret et l’alignement continue:</a:t>
            </a:r>
          </a:p>
          <a:p>
            <a:r>
              <a:rPr lang="fr-FR" sz="2000" b="1" dirty="0"/>
              <a:t>L’alignement discret </a:t>
            </a:r>
          </a:p>
          <a:p>
            <a:r>
              <a:rPr lang="fr-FR" sz="2000" b="1" dirty="0"/>
              <a:t>L’alignement continue</a:t>
            </a:r>
          </a:p>
          <a:p>
            <a:endParaRPr lang="fr-FR" sz="2000" dirty="0"/>
          </a:p>
        </p:txBody>
      </p:sp>
      <p:pic>
        <p:nvPicPr>
          <p:cNvPr id="12" name="Image 11" descr="Une image contenant texte, ligne, diagramme, capture d’écran&#10;&#10;Le contenu généré par l’IA peut être incorrect.">
            <a:extLst>
              <a:ext uri="{FF2B5EF4-FFF2-40B4-BE49-F238E27FC236}">
                <a16:creationId xmlns:a16="http://schemas.microsoft.com/office/drawing/2014/main" id="{4ED8A8EF-330D-2BF1-6769-FE73EA254A94}"/>
              </a:ext>
            </a:extLst>
          </p:cNvPr>
          <p:cNvPicPr>
            <a:picLocks noChangeAspect="1"/>
          </p:cNvPicPr>
          <p:nvPr/>
        </p:nvPicPr>
        <p:blipFill>
          <a:blip r:embed="rId3"/>
          <a:stretch>
            <a:fillRect/>
          </a:stretch>
        </p:blipFill>
        <p:spPr>
          <a:xfrm>
            <a:off x="6412761" y="3186010"/>
            <a:ext cx="5462478" cy="1942475"/>
          </a:xfrm>
          <a:prstGeom prst="rect">
            <a:avLst/>
          </a:prstGeom>
        </p:spPr>
      </p:pic>
    </p:spTree>
    <p:extLst>
      <p:ext uri="{BB962C8B-B14F-4D97-AF65-F5344CB8AC3E}">
        <p14:creationId xmlns:p14="http://schemas.microsoft.com/office/powerpoint/2010/main" val="187153229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5" name="Rectangle 34">
            <a:extLst>
              <a:ext uri="{FF2B5EF4-FFF2-40B4-BE49-F238E27FC236}">
                <a16:creationId xmlns:a16="http://schemas.microsoft.com/office/drawing/2014/main" id="{C4285719-470E-454C-AF62-8323075F1F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Rectangle 36">
            <a:extLst>
              <a:ext uri="{FF2B5EF4-FFF2-40B4-BE49-F238E27FC236}">
                <a16:creationId xmlns:a16="http://schemas.microsoft.com/office/drawing/2014/main" id="{CD9FE4EF-C4D8-49A0-B2FF-81D8DB7D8A2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4" y="1410082"/>
            <a:ext cx="6858000" cy="4037836"/>
          </a:xfrm>
          <a:prstGeom prst="rect">
            <a:avLst/>
          </a:prstGeom>
          <a:gradFill>
            <a:gsLst>
              <a:gs pos="8000">
                <a:srgbClr val="000000"/>
              </a:gs>
              <a:gs pos="100000">
                <a:schemeClr val="accent1">
                  <a:lumMod val="75000"/>
                </a:schemeClr>
              </a:gs>
            </a:gsLst>
            <a:lin ang="3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a:extLst>
              <a:ext uri="{FF2B5EF4-FFF2-40B4-BE49-F238E27FC236}">
                <a16:creationId xmlns:a16="http://schemas.microsoft.com/office/drawing/2014/main" id="{4300840D-0A0B-4512-BACA-B439D5B9C57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85" y="1420219"/>
            <a:ext cx="6857999" cy="4037839"/>
          </a:xfrm>
          <a:prstGeom prst="rect">
            <a:avLst/>
          </a:prstGeom>
          <a:gradFill>
            <a:gsLst>
              <a:gs pos="0">
                <a:srgbClr val="000000">
                  <a:alpha val="0"/>
                </a:srgbClr>
              </a:gs>
              <a:gs pos="99000">
                <a:schemeClr val="accent1">
                  <a:alpha val="46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Rectangle 40">
            <a:extLst>
              <a:ext uri="{FF2B5EF4-FFF2-40B4-BE49-F238E27FC236}">
                <a16:creationId xmlns:a16="http://schemas.microsoft.com/office/drawing/2014/main" id="{D2B78728-A580-49A7-84F9-6EF6F583ADE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767923" y="3588085"/>
            <a:ext cx="2501979" cy="4037841"/>
          </a:xfrm>
          <a:prstGeom prst="rect">
            <a:avLst/>
          </a:prstGeom>
          <a:gradFill>
            <a:gsLst>
              <a:gs pos="2000">
                <a:schemeClr val="accent1">
                  <a:alpha val="29000"/>
                </a:schemeClr>
              </a:gs>
              <a:gs pos="100000">
                <a:srgbClr val="000000">
                  <a:alpha val="30000"/>
                </a:srgbClr>
              </a:gs>
            </a:gsLst>
            <a:lin ang="7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3" name="Freeform: Shape 42">
            <a:extLst>
              <a:ext uri="{FF2B5EF4-FFF2-40B4-BE49-F238E27FC236}">
                <a16:creationId xmlns:a16="http://schemas.microsoft.com/office/drawing/2014/main" id="{38FAA1A1-D861-433F-88FA-1E9D6FD31D1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20635413">
            <a:off x="-501737" y="969718"/>
            <a:ext cx="3900357" cy="4178958"/>
          </a:xfrm>
          <a:custGeom>
            <a:avLst/>
            <a:gdLst>
              <a:gd name="connsiteX0" fmla="*/ 2432225 w 3900357"/>
              <a:gd name="connsiteY0" fmla="*/ 93939 h 4178958"/>
              <a:gd name="connsiteX1" fmla="*/ 3900357 w 3900357"/>
              <a:gd name="connsiteY1" fmla="*/ 2089479 h 4178958"/>
              <a:gd name="connsiteX2" fmla="*/ 1810878 w 3900357"/>
              <a:gd name="connsiteY2" fmla="*/ 4178958 h 4178958"/>
              <a:gd name="connsiteX3" fmla="*/ 78249 w 3900357"/>
              <a:gd name="connsiteY3" fmla="*/ 3257727 h 4178958"/>
              <a:gd name="connsiteX4" fmla="*/ 0 w 3900357"/>
              <a:gd name="connsiteY4" fmla="*/ 3128923 h 4178958"/>
              <a:gd name="connsiteX5" fmla="*/ 831324 w 3900357"/>
              <a:gd name="connsiteY5" fmla="*/ 244281 h 4178958"/>
              <a:gd name="connsiteX6" fmla="*/ 997559 w 3900357"/>
              <a:gd name="connsiteY6" fmla="*/ 164202 h 4178958"/>
              <a:gd name="connsiteX7" fmla="*/ 1810878 w 3900357"/>
              <a:gd name="connsiteY7" fmla="*/ 0 h 4178958"/>
              <a:gd name="connsiteX8" fmla="*/ 2432225 w 3900357"/>
              <a:gd name="connsiteY8" fmla="*/ 93939 h 417895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3900357" h="4178958">
                <a:moveTo>
                  <a:pt x="2432225" y="93939"/>
                </a:moveTo>
                <a:cubicBezTo>
                  <a:pt x="3282786" y="358491"/>
                  <a:pt x="3900357" y="1151865"/>
                  <a:pt x="3900357" y="2089479"/>
                </a:cubicBezTo>
                <a:cubicBezTo>
                  <a:pt x="3900357" y="3243466"/>
                  <a:pt x="2964865" y="4178958"/>
                  <a:pt x="1810878" y="4178958"/>
                </a:cubicBezTo>
                <a:cubicBezTo>
                  <a:pt x="1089636" y="4178958"/>
                  <a:pt x="453744" y="3813531"/>
                  <a:pt x="78249" y="3257727"/>
                </a:cubicBezTo>
                <a:lnTo>
                  <a:pt x="0" y="3128923"/>
                </a:lnTo>
                <a:lnTo>
                  <a:pt x="831324" y="244281"/>
                </a:lnTo>
                <a:lnTo>
                  <a:pt x="997559" y="164202"/>
                </a:lnTo>
                <a:cubicBezTo>
                  <a:pt x="1247540" y="58468"/>
                  <a:pt x="1522381" y="0"/>
                  <a:pt x="1810878" y="0"/>
                </a:cubicBezTo>
                <a:cubicBezTo>
                  <a:pt x="2027251" y="0"/>
                  <a:pt x="2235942" y="32888"/>
                  <a:pt x="2432225" y="93939"/>
                </a:cubicBezTo>
                <a:close/>
              </a:path>
            </a:pathLst>
          </a:custGeom>
          <a:gradFill>
            <a:gsLst>
              <a:gs pos="29000">
                <a:srgbClr val="000000">
                  <a:alpha val="0"/>
                </a:srgbClr>
              </a:gs>
              <a:gs pos="100000">
                <a:schemeClr val="accent1">
                  <a:alpha val="43000"/>
                </a:schemeClr>
              </a:gs>
            </a:gsLst>
            <a:lin ang="1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45" name="Rectangle 44">
            <a:extLst>
              <a:ext uri="{FF2B5EF4-FFF2-40B4-BE49-F238E27FC236}">
                <a16:creationId xmlns:a16="http://schemas.microsoft.com/office/drawing/2014/main" id="{8D71EDA1-87BF-4D5D-AB79-F346FD1927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0093" y="1399943"/>
            <a:ext cx="6858003" cy="4037835"/>
          </a:xfrm>
          <a:prstGeom prst="rect">
            <a:avLst/>
          </a:prstGeom>
          <a:gradFill>
            <a:gsLst>
              <a:gs pos="0">
                <a:srgbClr val="000000">
                  <a:alpha val="0"/>
                </a:srgbClr>
              </a:gs>
              <a:gs pos="99000">
                <a:schemeClr val="accent1">
                  <a:lumMod val="60000"/>
                  <a:lumOff val="40000"/>
                  <a:alpha val="11000"/>
                </a:schemeClr>
              </a:gs>
            </a:gsLst>
            <a:lin ang="7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1ED33EF-C029-9B2C-C2EC-CAED1E7D0C3E}"/>
              </a:ext>
            </a:extLst>
          </p:cNvPr>
          <p:cNvSpPr>
            <a:spLocks noGrp="1"/>
          </p:cNvSpPr>
          <p:nvPr>
            <p:ph type="title"/>
          </p:nvPr>
        </p:nvSpPr>
        <p:spPr>
          <a:xfrm>
            <a:off x="466722" y="586855"/>
            <a:ext cx="3201366" cy="3387497"/>
          </a:xfrm>
        </p:spPr>
        <p:txBody>
          <a:bodyPr vert="horz" lIns="91440" tIns="45720" rIns="91440" bIns="45720" rtlCol="0" anchor="b">
            <a:normAutofit/>
          </a:bodyPr>
          <a:lstStyle/>
          <a:p>
            <a:pPr algn="r"/>
            <a:r>
              <a:rPr lang="en-US" sz="4000" kern="1200" dirty="0">
                <a:solidFill>
                  <a:srgbClr val="FFFFFF"/>
                </a:solidFill>
                <a:latin typeface="+mj-lt"/>
                <a:ea typeface="+mj-ea"/>
                <a:cs typeface="+mj-cs"/>
              </a:rPr>
              <a:t>Le Co-learning</a:t>
            </a:r>
          </a:p>
        </p:txBody>
      </p:sp>
      <p:sp>
        <p:nvSpPr>
          <p:cNvPr id="3" name="ZoneTexte 2">
            <a:extLst>
              <a:ext uri="{FF2B5EF4-FFF2-40B4-BE49-F238E27FC236}">
                <a16:creationId xmlns:a16="http://schemas.microsoft.com/office/drawing/2014/main" id="{D696D38D-8A35-E72B-B2FE-5F6DCCA9E3C4}"/>
              </a:ext>
            </a:extLst>
          </p:cNvPr>
          <p:cNvSpPr txBox="1"/>
          <p:nvPr/>
        </p:nvSpPr>
        <p:spPr>
          <a:xfrm>
            <a:off x="5297557" y="3003756"/>
            <a:ext cx="5817895" cy="3339751"/>
          </a:xfrm>
          <a:prstGeom prst="rect">
            <a:avLst/>
          </a:prstGeom>
        </p:spPr>
        <p:txBody>
          <a:bodyPr vert="horz" lIns="91440" tIns="45720" rIns="91440" bIns="45720" rtlCol="0" anchor="ctr">
            <a:normAutofit/>
          </a:bodyPr>
          <a:lstStyle/>
          <a:p>
            <a:endParaRPr lang="fr-FR"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401D835-4EA5-E9DA-3880-AEEAC28DD202}"/>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6766112" y="457574"/>
            <a:ext cx="2209913" cy="5922571"/>
          </a:xfrm>
          <a:prstGeom prst="rect">
            <a:avLst/>
          </a:prstGeom>
          <a:noFill/>
        </p:spPr>
      </p:pic>
      <p:sp>
        <p:nvSpPr>
          <p:cNvPr id="5" name="Espace réservé du numéro de diapositive 4">
            <a:extLst>
              <a:ext uri="{FF2B5EF4-FFF2-40B4-BE49-F238E27FC236}">
                <a16:creationId xmlns:a16="http://schemas.microsoft.com/office/drawing/2014/main" id="{CF652423-A3F4-01DA-D14D-7FAF6972D38D}"/>
              </a:ext>
            </a:extLst>
          </p:cNvPr>
          <p:cNvSpPr>
            <a:spLocks noGrp="1"/>
          </p:cNvSpPr>
          <p:nvPr>
            <p:ph type="sldNum" sz="quarter" idx="12"/>
          </p:nvPr>
        </p:nvSpPr>
        <p:spPr>
          <a:xfrm>
            <a:off x="11704320"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21</a:t>
            </a:fld>
            <a:endParaRPr lang="en-US" sz="1100">
              <a:solidFill>
                <a:schemeClr val="tx1">
                  <a:lumMod val="50000"/>
                  <a:lumOff val="50000"/>
                </a:schemeClr>
              </a:solidFill>
            </a:endParaRPr>
          </a:p>
        </p:txBody>
      </p:sp>
    </p:spTree>
    <p:extLst>
      <p:ext uri="{BB962C8B-B14F-4D97-AF65-F5344CB8AC3E}">
        <p14:creationId xmlns:p14="http://schemas.microsoft.com/office/powerpoint/2010/main" val="160302439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F7D901FC-675F-4C8A-C468-E16141D3565F}"/>
            </a:ext>
          </a:extLst>
        </p:cNvPr>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4400C95E-A6CA-702D-297E-C5A67719F66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 y="0"/>
            <a:ext cx="12192004"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51B508D6-BD60-184C-7F76-9EFF1C6B10C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484" y="-1"/>
            <a:ext cx="8111296" cy="6858000"/>
          </a:xfrm>
          <a:prstGeom prst="rect">
            <a:avLst/>
          </a:prstGeom>
          <a:gradFill>
            <a:gsLst>
              <a:gs pos="8000">
                <a:srgbClr val="000000">
                  <a:alpha val="94000"/>
                </a:srgbClr>
              </a:gs>
              <a:gs pos="100000">
                <a:schemeClr val="accent1"/>
              </a:gs>
            </a:gsLst>
            <a:lin ang="2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Rectangle 23">
            <a:extLst>
              <a:ext uri="{FF2B5EF4-FFF2-40B4-BE49-F238E27FC236}">
                <a16:creationId xmlns:a16="http://schemas.microsoft.com/office/drawing/2014/main" id="{C3E2DCDD-B252-4BF1-CA30-9107836C17D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858281" y="-401562"/>
            <a:ext cx="6858004" cy="7661129"/>
          </a:xfrm>
          <a:prstGeom prst="rect">
            <a:avLst/>
          </a:prstGeom>
          <a:gradFill>
            <a:gsLst>
              <a:gs pos="0">
                <a:schemeClr val="accent1">
                  <a:alpha val="23000"/>
                </a:schemeClr>
              </a:gs>
              <a:gs pos="71000">
                <a:schemeClr val="accent1">
                  <a:lumMod val="50000"/>
                  <a:alpha val="0"/>
                </a:schemeClr>
              </a:gs>
              <a:gs pos="100000">
                <a:srgbClr val="000000">
                  <a:alpha val="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6" name="Rectangle 25">
            <a:extLst>
              <a:ext uri="{FF2B5EF4-FFF2-40B4-BE49-F238E27FC236}">
                <a16:creationId xmlns:a16="http://schemas.microsoft.com/office/drawing/2014/main" id="{D2D0F36F-5F54-E5D5-BCD7-1FF16F8E20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9" y="-1"/>
            <a:ext cx="8118331" cy="6858000"/>
          </a:xfrm>
          <a:prstGeom prst="rect">
            <a:avLst/>
          </a:prstGeom>
          <a:gradFill>
            <a:gsLst>
              <a:gs pos="14000">
                <a:schemeClr val="accent1">
                  <a:alpha val="0"/>
                </a:schemeClr>
              </a:gs>
              <a:gs pos="100000">
                <a:srgbClr val="000000">
                  <a:alpha val="82000"/>
                </a:srgbClr>
              </a:gs>
            </a:gsLst>
            <a:lin ang="4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8" name="Oval 27">
            <a:extLst>
              <a:ext uri="{FF2B5EF4-FFF2-40B4-BE49-F238E27FC236}">
                <a16:creationId xmlns:a16="http://schemas.microsoft.com/office/drawing/2014/main" id="{6E2E3770-2FE0-64B5-6322-F78B3AD13AC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5449520">
            <a:off x="2569700" y="983306"/>
            <a:ext cx="5005754" cy="5005754"/>
          </a:xfrm>
          <a:prstGeom prst="ellipse">
            <a:avLst/>
          </a:prstGeom>
          <a:gradFill>
            <a:gsLst>
              <a:gs pos="17000">
                <a:schemeClr val="accent1">
                  <a:lumMod val="75000"/>
                  <a:alpha val="0"/>
                </a:schemeClr>
              </a:gs>
              <a:gs pos="82000">
                <a:srgbClr val="000000">
                  <a:alpha val="24000"/>
                </a:srgbClr>
              </a:gs>
            </a:gsLst>
            <a:lin ang="90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0" name="Rectangle 29">
            <a:extLst>
              <a:ext uri="{FF2B5EF4-FFF2-40B4-BE49-F238E27FC236}">
                <a16:creationId xmlns:a16="http://schemas.microsoft.com/office/drawing/2014/main" id="{E80FDBEB-6074-77AE-F7ED-C8DEB707886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7518" y="4354178"/>
            <a:ext cx="8118330" cy="2503817"/>
          </a:xfrm>
          <a:prstGeom prst="rect">
            <a:avLst/>
          </a:prstGeom>
          <a:gradFill>
            <a:gsLst>
              <a:gs pos="0">
                <a:schemeClr val="accent1">
                  <a:lumMod val="75000"/>
                  <a:alpha val="33000"/>
                </a:schemeClr>
              </a:gs>
              <a:gs pos="83000">
                <a:srgbClr val="000000">
                  <a:alpha val="21000"/>
                </a:srgb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pic>
        <p:nvPicPr>
          <p:cNvPr id="4" name="Espace réservé du contenu 3" descr="Une image contenant texte, capture d’écran, Police, Rectangle&#10;&#10;Le contenu généré par l’IA peut être incorrect.">
            <a:extLst>
              <a:ext uri="{FF2B5EF4-FFF2-40B4-BE49-F238E27FC236}">
                <a16:creationId xmlns:a16="http://schemas.microsoft.com/office/drawing/2014/main" id="{F5A474C5-D771-6929-585A-F21784E3906F}"/>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bwMode="auto">
          <a:xfrm>
            <a:off x="9039010" y="457200"/>
            <a:ext cx="2217760" cy="5943600"/>
          </a:xfrm>
          <a:prstGeom prst="rect">
            <a:avLst/>
          </a:prstGeom>
          <a:noFill/>
        </p:spPr>
      </p:pic>
      <p:sp>
        <p:nvSpPr>
          <p:cNvPr id="3" name="ZoneTexte 2">
            <a:extLst>
              <a:ext uri="{FF2B5EF4-FFF2-40B4-BE49-F238E27FC236}">
                <a16:creationId xmlns:a16="http://schemas.microsoft.com/office/drawing/2014/main" id="{98223776-0720-7498-5463-5C6C00DBF877}"/>
              </a:ext>
            </a:extLst>
          </p:cNvPr>
          <p:cNvSpPr txBox="1"/>
          <p:nvPr/>
        </p:nvSpPr>
        <p:spPr>
          <a:xfrm>
            <a:off x="456717" y="2413336"/>
            <a:ext cx="6780810" cy="2031325"/>
          </a:xfrm>
          <a:prstGeom prst="rect">
            <a:avLst/>
          </a:prstGeom>
          <a:noFill/>
        </p:spPr>
        <p:txBody>
          <a:bodyPr wrap="square" rtlCol="0">
            <a:spAutoFit/>
          </a:bodyPr>
          <a:lstStyle/>
          <a:p>
            <a:pPr marL="285750" indent="-285750">
              <a:buFont typeface="Arial" panose="020B0604020202020204" pitchFamily="34" charset="0"/>
              <a:buChar char="•"/>
            </a:pPr>
            <a:r>
              <a:rPr lang="fr-FR" dirty="0">
                <a:solidFill>
                  <a:schemeClr val="bg1"/>
                </a:solidFill>
              </a:rPr>
              <a:t>Transférer de connaissance</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Complémentarité des modalités</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Adaptée à la réalité</a:t>
            </a:r>
          </a:p>
          <a:p>
            <a:pPr marL="285750" indent="-285750">
              <a:buFont typeface="Arial" panose="020B0604020202020204" pitchFamily="34" charset="0"/>
              <a:buChar char="•"/>
            </a:pPr>
            <a:endParaRPr lang="fr-FR" dirty="0">
              <a:solidFill>
                <a:schemeClr val="bg1"/>
              </a:solidFill>
            </a:endParaRPr>
          </a:p>
          <a:p>
            <a:pPr marL="285750" indent="-285750">
              <a:buFont typeface="Arial" panose="020B0604020202020204" pitchFamily="34" charset="0"/>
              <a:buChar char="•"/>
            </a:pPr>
            <a:r>
              <a:rPr lang="fr-FR" dirty="0">
                <a:solidFill>
                  <a:schemeClr val="bg1"/>
                </a:solidFill>
              </a:rPr>
              <a:t>Flexibilité d'apprentissage</a:t>
            </a:r>
          </a:p>
        </p:txBody>
      </p:sp>
      <p:sp>
        <p:nvSpPr>
          <p:cNvPr id="5" name="Espace réservé du numéro de diapositive 4">
            <a:extLst>
              <a:ext uri="{FF2B5EF4-FFF2-40B4-BE49-F238E27FC236}">
                <a16:creationId xmlns:a16="http://schemas.microsoft.com/office/drawing/2014/main" id="{23D18DD9-2199-D765-DFC5-022416D3C81F}"/>
              </a:ext>
            </a:extLst>
          </p:cNvPr>
          <p:cNvSpPr>
            <a:spLocks noGrp="1"/>
          </p:cNvSpPr>
          <p:nvPr>
            <p:ph type="sldNum" sz="quarter" idx="12"/>
          </p:nvPr>
        </p:nvSpPr>
        <p:spPr/>
        <p:txBody>
          <a:bodyPr/>
          <a:lstStyle/>
          <a:p>
            <a:fld id="{BBC07E23-5D66-4BDA-857C-D8615BC30D33}" type="slidenum">
              <a:rPr lang="fr-FR" smtClean="0"/>
              <a:t>22</a:t>
            </a:fld>
            <a:endParaRPr lang="fr-FR"/>
          </a:p>
        </p:txBody>
      </p:sp>
    </p:spTree>
    <p:extLst>
      <p:ext uri="{BB962C8B-B14F-4D97-AF65-F5344CB8AC3E}">
        <p14:creationId xmlns:p14="http://schemas.microsoft.com/office/powerpoint/2010/main" val="317412574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714ACF0-BEE7-9776-296F-E5FD2B55EC6B}"/>
            </a:ext>
          </a:extLst>
        </p:cNvPr>
        <p:cNvGrpSpPr/>
        <p:nvPr/>
      </p:nvGrpSpPr>
      <p:grpSpPr>
        <a:xfrm>
          <a:off x="0" y="0"/>
          <a:ext cx="0" cy="0"/>
          <a:chOff x="0" y="0"/>
          <a:chExt cx="0" cy="0"/>
        </a:xfrm>
      </p:grpSpPr>
      <p:sp useBgFill="1">
        <p:nvSpPr>
          <p:cNvPr id="73" name="Rectangle 72">
            <a:extLst>
              <a:ext uri="{FF2B5EF4-FFF2-40B4-BE49-F238E27FC236}">
                <a16:creationId xmlns:a16="http://schemas.microsoft.com/office/drawing/2014/main" id="{A8384FB5-9ADC-4DDC-881B-597D56F5B15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5" name="Rectangle 74">
            <a:extLst>
              <a:ext uri="{FF2B5EF4-FFF2-40B4-BE49-F238E27FC236}">
                <a16:creationId xmlns:a16="http://schemas.microsoft.com/office/drawing/2014/main" id="{91E5A9A7-95C6-4F4F-B00E-C82E07FE62E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flipH="1">
            <a:off x="-1417539" y="1417538"/>
            <a:ext cx="6875818" cy="4040744"/>
          </a:xfrm>
          <a:prstGeom prst="rect">
            <a:avLst/>
          </a:prstGeom>
          <a:gradFill>
            <a:gsLst>
              <a:gs pos="0">
                <a:srgbClr val="000000"/>
              </a:gs>
              <a:gs pos="100000">
                <a:schemeClr val="accent1">
                  <a:lumMod val="75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7" name="Rectangle 76">
            <a:extLst>
              <a:ext uri="{FF2B5EF4-FFF2-40B4-BE49-F238E27FC236}">
                <a16:creationId xmlns:a16="http://schemas.microsoft.com/office/drawing/2014/main" id="{D07DD2DE-F619-49DD-B5E7-03A290FF4ED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a:off x="-158495" y="2660473"/>
            <a:ext cx="4355594" cy="4038603"/>
          </a:xfrm>
          <a:prstGeom prst="rect">
            <a:avLst/>
          </a:prstGeom>
          <a:gradFill>
            <a:gsLst>
              <a:gs pos="0">
                <a:schemeClr val="accent1">
                  <a:alpha val="50000"/>
                </a:schemeClr>
              </a:gs>
              <a:gs pos="100000">
                <a:schemeClr val="accent1">
                  <a:lumMod val="50000"/>
                  <a:alpha val="0"/>
                </a:schemeClr>
              </a:gs>
            </a:gsLst>
            <a:lin ang="11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9" name="Rectangle 78">
            <a:extLst>
              <a:ext uri="{FF2B5EF4-FFF2-40B4-BE49-F238E27FC236}">
                <a16:creationId xmlns:a16="http://schemas.microsoft.com/office/drawing/2014/main" id="{85149191-5F60-4A28-AAFF-039F96B0F3E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6200000" flipH="1">
            <a:off x="-1180882" y="1638085"/>
            <a:ext cx="6857572" cy="3581401"/>
          </a:xfrm>
          <a:prstGeom prst="rect">
            <a:avLst/>
          </a:prstGeom>
          <a:gradFill>
            <a:gsLst>
              <a:gs pos="0">
                <a:srgbClr val="000000">
                  <a:alpha val="59000"/>
                </a:srgbClr>
              </a:gs>
              <a:gs pos="69000">
                <a:schemeClr val="accent1">
                  <a:alpha val="0"/>
                </a:scheme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81" name="Freeform: Shape 80">
            <a:extLst>
              <a:ext uri="{FF2B5EF4-FFF2-40B4-BE49-F238E27FC236}">
                <a16:creationId xmlns:a16="http://schemas.microsoft.com/office/drawing/2014/main" id="{F8260ED5-17F7-4158-B241-D51DD4CF1B7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097846">
            <a:off x="-747355" y="1201312"/>
            <a:ext cx="4808302" cy="4088666"/>
          </a:xfrm>
          <a:custGeom>
            <a:avLst/>
            <a:gdLst>
              <a:gd name="connsiteX0" fmla="*/ 48844 w 4808302"/>
              <a:gd name="connsiteY0" fmla="*/ 2888671 h 4088666"/>
              <a:gd name="connsiteX1" fmla="*/ 0 w 4808302"/>
              <a:gd name="connsiteY1" fmla="*/ 2404151 h 4088666"/>
              <a:gd name="connsiteX2" fmla="*/ 2404151 w 4808302"/>
              <a:gd name="connsiteY2" fmla="*/ 0 h 4088666"/>
              <a:gd name="connsiteX3" fmla="*/ 4808302 w 4808302"/>
              <a:gd name="connsiteY3" fmla="*/ 2404151 h 4088666"/>
              <a:gd name="connsiteX4" fmla="*/ 4700216 w 4808302"/>
              <a:gd name="connsiteY4" fmla="*/ 3119072 h 4088666"/>
              <a:gd name="connsiteX5" fmla="*/ 4643143 w 4808302"/>
              <a:gd name="connsiteY5" fmla="*/ 3275009 h 4088666"/>
              <a:gd name="connsiteX6" fmla="*/ 690093 w 4808302"/>
              <a:gd name="connsiteY6" fmla="*/ 4088666 h 4088666"/>
              <a:gd name="connsiteX7" fmla="*/ 548991 w 4808302"/>
              <a:gd name="connsiteY7" fmla="*/ 3933414 h 4088666"/>
              <a:gd name="connsiteX8" fmla="*/ 48844 w 4808302"/>
              <a:gd name="connsiteY8" fmla="*/ 2888671 h 408866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4808302" h="4088666">
                <a:moveTo>
                  <a:pt x="48844" y="2888671"/>
                </a:moveTo>
                <a:cubicBezTo>
                  <a:pt x="16818" y="2732167"/>
                  <a:pt x="0" y="2570123"/>
                  <a:pt x="0" y="2404151"/>
                </a:cubicBezTo>
                <a:cubicBezTo>
                  <a:pt x="0" y="1076375"/>
                  <a:pt x="1076375" y="0"/>
                  <a:pt x="2404151" y="0"/>
                </a:cubicBezTo>
                <a:cubicBezTo>
                  <a:pt x="3731927" y="0"/>
                  <a:pt x="4808302" y="1076375"/>
                  <a:pt x="4808302" y="2404151"/>
                </a:cubicBezTo>
                <a:cubicBezTo>
                  <a:pt x="4808302" y="2653109"/>
                  <a:pt x="4770461" y="2893229"/>
                  <a:pt x="4700216" y="3119072"/>
                </a:cubicBezTo>
                <a:lnTo>
                  <a:pt x="4643143" y="3275009"/>
                </a:lnTo>
                <a:lnTo>
                  <a:pt x="690093" y="4088666"/>
                </a:lnTo>
                <a:lnTo>
                  <a:pt x="548991" y="3933414"/>
                </a:lnTo>
                <a:cubicBezTo>
                  <a:pt x="304015" y="3636572"/>
                  <a:pt x="128908" y="3279932"/>
                  <a:pt x="48844" y="2888671"/>
                </a:cubicBezTo>
                <a:close/>
              </a:path>
            </a:pathLst>
          </a:custGeom>
          <a:gradFill>
            <a:gsLst>
              <a:gs pos="39000">
                <a:schemeClr val="accent1">
                  <a:lumMod val="60000"/>
                  <a:lumOff val="40000"/>
                  <a:alpha val="0"/>
                </a:schemeClr>
              </a:gs>
              <a:gs pos="100000">
                <a:schemeClr val="accent1">
                  <a:lumMod val="75000"/>
                  <a:alpha val="26000"/>
                </a:schemeClr>
              </a:gs>
            </a:gsLst>
            <a:lin ang="186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dirty="0"/>
          </a:p>
        </p:txBody>
      </p:sp>
      <p:sp>
        <p:nvSpPr>
          <p:cNvPr id="3" name="ZoneTexte 2">
            <a:extLst>
              <a:ext uri="{FF2B5EF4-FFF2-40B4-BE49-F238E27FC236}">
                <a16:creationId xmlns:a16="http://schemas.microsoft.com/office/drawing/2014/main" id="{11A8254C-4A28-2E6A-DFEC-DF12A6B0C935}"/>
              </a:ext>
            </a:extLst>
          </p:cNvPr>
          <p:cNvSpPr txBox="1"/>
          <p:nvPr/>
        </p:nvSpPr>
        <p:spPr>
          <a:xfrm>
            <a:off x="660041" y="2767106"/>
            <a:ext cx="2880828" cy="3071906"/>
          </a:xfrm>
          <a:prstGeom prst="rect">
            <a:avLst/>
          </a:prstGeom>
        </p:spPr>
        <p:txBody>
          <a:bodyPr vert="horz" lIns="91440" tIns="45720" rIns="91440" bIns="45720" rtlCol="0" anchor="t">
            <a:normAutofit/>
          </a:bodyPr>
          <a:lstStyle/>
          <a:p>
            <a:pPr>
              <a:lnSpc>
                <a:spcPct val="90000"/>
              </a:lnSpc>
              <a:spcBef>
                <a:spcPct val="0"/>
              </a:spcBef>
              <a:spcAft>
                <a:spcPts val="600"/>
              </a:spcAft>
            </a:pPr>
            <a:r>
              <a:rPr lang="en-US" sz="4000" kern="1200" dirty="0" err="1">
                <a:solidFill>
                  <a:srgbClr val="FFFFFF"/>
                </a:solidFill>
                <a:latin typeface="+mj-lt"/>
                <a:ea typeface="+mj-ea"/>
                <a:cs typeface="+mj-cs"/>
              </a:rPr>
              <a:t>Défis</a:t>
            </a:r>
            <a:r>
              <a:rPr lang="en-US" sz="4000" kern="1200" dirty="0">
                <a:solidFill>
                  <a:srgbClr val="FFFFFF"/>
                </a:solidFill>
                <a:latin typeface="+mj-lt"/>
                <a:ea typeface="+mj-ea"/>
                <a:cs typeface="+mj-cs"/>
              </a:rPr>
              <a:t> </a:t>
            </a:r>
            <a:r>
              <a:rPr lang="en-US" sz="4000" kern="1200" dirty="0" err="1">
                <a:solidFill>
                  <a:srgbClr val="FFFFFF"/>
                </a:solidFill>
                <a:latin typeface="+mj-lt"/>
                <a:ea typeface="+mj-ea"/>
                <a:cs typeface="+mj-cs"/>
              </a:rPr>
              <a:t>ouverts</a:t>
            </a:r>
            <a:r>
              <a:rPr lang="en-US" sz="4000" kern="1200" dirty="0">
                <a:solidFill>
                  <a:srgbClr val="FFFFFF"/>
                </a:solidFill>
                <a:latin typeface="+mj-lt"/>
                <a:ea typeface="+mj-ea"/>
                <a:cs typeface="+mj-cs"/>
              </a:rPr>
              <a:t> et solutions possibles :</a:t>
            </a:r>
          </a:p>
        </p:txBody>
      </p:sp>
      <p:pic>
        <p:nvPicPr>
          <p:cNvPr id="48" name="Graphic 47" descr="Ampoule">
            <a:extLst>
              <a:ext uri="{FF2B5EF4-FFF2-40B4-BE49-F238E27FC236}">
                <a16:creationId xmlns:a16="http://schemas.microsoft.com/office/drawing/2014/main" id="{85324288-9544-26DB-290D-F606B3A8B007}"/>
              </a:ext>
            </a:extLst>
          </p:cNvPr>
          <p:cNvPicPr>
            <a:picLocks noChangeAspect="1"/>
          </p:cNvPicPr>
          <p:nvPr/>
        </p:nvPicPr>
        <p:blipFill>
          <a:blip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5153510" y="467208"/>
            <a:ext cx="5923584" cy="5923584"/>
          </a:xfrm>
          <a:prstGeom prst="rect">
            <a:avLst/>
          </a:prstGeom>
        </p:spPr>
      </p:pic>
      <p:sp>
        <p:nvSpPr>
          <p:cNvPr id="5" name="Espace réservé du numéro de diapositive 4">
            <a:extLst>
              <a:ext uri="{FF2B5EF4-FFF2-40B4-BE49-F238E27FC236}">
                <a16:creationId xmlns:a16="http://schemas.microsoft.com/office/drawing/2014/main" id="{F4BC51B5-7B7A-00B6-AE14-32A3548BE55F}"/>
              </a:ext>
            </a:extLst>
          </p:cNvPr>
          <p:cNvSpPr>
            <a:spLocks noGrp="1"/>
          </p:cNvSpPr>
          <p:nvPr>
            <p:ph type="sldNum" sz="quarter" idx="12"/>
          </p:nvPr>
        </p:nvSpPr>
        <p:spPr>
          <a:xfrm>
            <a:off x="11704319" y="6455664"/>
            <a:ext cx="448056"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23</a:t>
            </a:fld>
            <a:endParaRPr lang="en-US" sz="1100">
              <a:solidFill>
                <a:schemeClr val="tx1">
                  <a:lumMod val="50000"/>
                  <a:lumOff val="50000"/>
                </a:schemeClr>
              </a:solidFill>
            </a:endParaRPr>
          </a:p>
        </p:txBody>
      </p:sp>
    </p:spTree>
    <p:extLst>
      <p:ext uri="{BB962C8B-B14F-4D97-AF65-F5344CB8AC3E}">
        <p14:creationId xmlns:p14="http://schemas.microsoft.com/office/powerpoint/2010/main" val="427527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nodeType="withEffect">
                                  <p:stCondLst>
                                    <p:cond delay="500"/>
                                  </p:stCondLst>
                                  <p:iterate>
                                    <p:tmPct val="10000"/>
                                  </p:iterate>
                                  <p:childTnLst>
                                    <p:set>
                                      <p:cBhvr>
                                        <p:cTn id="6" dur="1" fill="hold">
                                          <p:stCondLst>
                                            <p:cond delay="0"/>
                                          </p:stCondLst>
                                        </p:cTn>
                                        <p:tgtEl>
                                          <p:spTgt spid="48"/>
                                        </p:tgtEl>
                                        <p:attrNameLst>
                                          <p:attrName>style.visibility</p:attrName>
                                        </p:attrNameLst>
                                      </p:cBhvr>
                                      <p:to>
                                        <p:strVal val="visible"/>
                                      </p:to>
                                    </p:set>
                                    <p:animEffect transition="in" filter="fade">
                                      <p:cBhvr>
                                        <p:cTn id="7" dur="700"/>
                                        <p:tgtEl>
                                          <p:spTgt spid="4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7C535EC-3D36-3C1B-5E8D-94956D810C7D}"/>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FC92C2BA-6A82-7941-09A0-3B873A353188}"/>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b="1" kern="1200" dirty="0" err="1">
                <a:solidFill>
                  <a:srgbClr val="FFFFFF"/>
                </a:solidFill>
                <a:latin typeface="+mj-lt"/>
                <a:ea typeface="+mj-ea"/>
                <a:cs typeface="+mj-cs"/>
              </a:rPr>
              <a:t>Qualité</a:t>
            </a:r>
            <a:r>
              <a:rPr lang="en-US" sz="4000" b="1" kern="1200" dirty="0">
                <a:solidFill>
                  <a:srgbClr val="FFFFFF"/>
                </a:solidFill>
                <a:latin typeface="+mj-lt"/>
                <a:ea typeface="+mj-ea"/>
                <a:cs typeface="+mj-cs"/>
              </a:rPr>
              <a:t> des données :</a:t>
            </a:r>
          </a:p>
        </p:txBody>
      </p:sp>
      <p:sp>
        <p:nvSpPr>
          <p:cNvPr id="4" name="ZoneTexte 3">
            <a:extLst>
              <a:ext uri="{FF2B5EF4-FFF2-40B4-BE49-F238E27FC236}">
                <a16:creationId xmlns:a16="http://schemas.microsoft.com/office/drawing/2014/main" id="{894C3EDE-840F-25C0-4FCC-3C04444E36F7}"/>
              </a:ext>
            </a:extLst>
          </p:cNvPr>
          <p:cNvSpPr txBox="1"/>
          <p:nvPr/>
        </p:nvSpPr>
        <p:spPr>
          <a:xfrm>
            <a:off x="1371599" y="2318197"/>
            <a:ext cx="9724031" cy="3683358"/>
          </a:xfrm>
          <a:prstGeom prst="rect">
            <a:avLst/>
          </a:prstGeom>
        </p:spPr>
        <p:txBody>
          <a:bodyPr vert="horz" lIns="91440" tIns="45720" rIns="91440" bIns="45720" rtlCol="0" anchor="ctr">
            <a:normAutofit/>
          </a:bodyPr>
          <a:lstStyle/>
          <a:p>
            <a:pPr>
              <a:lnSpc>
                <a:spcPct val="90000"/>
              </a:lnSpc>
              <a:spcAft>
                <a:spcPts val="600"/>
              </a:spcAft>
            </a:pPr>
            <a:r>
              <a:rPr lang="fr-FR" sz="2000" b="1" dirty="0"/>
              <a:t>Défis </a:t>
            </a:r>
            <a:r>
              <a:rPr lang="en-US" sz="2000" b="1" dirty="0"/>
              <a:t>:</a:t>
            </a:r>
          </a:p>
          <a:p>
            <a:pPr marL="285750" lvl="0" indent="-285750">
              <a:buFont typeface="Arial" panose="020B0604020202020204" pitchFamily="34" charset="0"/>
              <a:buChar char="•"/>
            </a:pPr>
            <a:r>
              <a:rPr lang="es-AR" dirty="0" err="1"/>
              <a:t>Petite</a:t>
            </a:r>
            <a:r>
              <a:rPr lang="es-AR" dirty="0"/>
              <a:t> </a:t>
            </a:r>
            <a:r>
              <a:rPr lang="es-AR" dirty="0" err="1"/>
              <a:t>taille</a:t>
            </a:r>
            <a:r>
              <a:rPr lang="es-AR" dirty="0"/>
              <a:t> du </a:t>
            </a:r>
            <a:r>
              <a:rPr lang="es-AR" dirty="0" err="1"/>
              <a:t>dataset</a:t>
            </a:r>
            <a:endParaRPr lang="es-AR" dirty="0"/>
          </a:p>
          <a:p>
            <a:pPr marL="285750" lvl="0" indent="-285750">
              <a:buFont typeface="Arial" panose="020B0604020202020204" pitchFamily="34" charset="0"/>
              <a:buChar char="•"/>
            </a:pPr>
            <a:r>
              <a:rPr lang="es-AR" dirty="0" err="1"/>
              <a:t>Catégories</a:t>
            </a:r>
            <a:r>
              <a:rPr lang="es-AR" dirty="0"/>
              <a:t> </a:t>
            </a:r>
            <a:r>
              <a:rPr lang="es-AR" dirty="0" err="1"/>
              <a:t>déséquilibrées</a:t>
            </a:r>
            <a:endParaRPr lang="es-AR" dirty="0"/>
          </a:p>
          <a:p>
            <a:pPr marL="285750" lvl="0" indent="-285750">
              <a:buFont typeface="Arial" panose="020B0604020202020204" pitchFamily="34" charset="0"/>
              <a:buChar char="•"/>
            </a:pPr>
            <a:r>
              <a:rPr lang="es-AR" dirty="0" err="1"/>
              <a:t>Erreurs</a:t>
            </a:r>
            <a:r>
              <a:rPr lang="es-AR" dirty="0"/>
              <a:t> </a:t>
            </a:r>
            <a:r>
              <a:rPr lang="es-AR" dirty="0" err="1"/>
              <a:t>d’annotation</a:t>
            </a:r>
            <a:endParaRPr lang="es-AR" dirty="0"/>
          </a:p>
          <a:p>
            <a:pPr lvl="1" indent="-228600">
              <a:lnSpc>
                <a:spcPct val="90000"/>
              </a:lnSpc>
              <a:spcAft>
                <a:spcPts val="600"/>
              </a:spcAft>
              <a:buFont typeface="Arial" panose="020B0604020202020204" pitchFamily="34" charset="0"/>
              <a:buChar char="•"/>
            </a:pPr>
            <a:endParaRPr lang="en-US" sz="2000" dirty="0"/>
          </a:p>
          <a:p>
            <a:pPr>
              <a:lnSpc>
                <a:spcPct val="90000"/>
              </a:lnSpc>
              <a:spcAft>
                <a:spcPts val="600"/>
              </a:spcAft>
            </a:pPr>
            <a:r>
              <a:rPr lang="en-US" sz="2000" b="1" dirty="0"/>
              <a:t>Solutions possibles :</a:t>
            </a:r>
          </a:p>
          <a:p>
            <a:pPr marL="285750" lvl="0" indent="-285750">
              <a:buFont typeface="Arial" panose="020B0604020202020204" pitchFamily="34" charset="0"/>
              <a:buChar char="•"/>
            </a:pPr>
            <a:r>
              <a:rPr lang="fr-FR" dirty="0"/>
              <a:t>Utilisation de </a:t>
            </a:r>
            <a:r>
              <a:rPr lang="fr-FR" dirty="0" err="1"/>
              <a:t>datasets</a:t>
            </a:r>
            <a:r>
              <a:rPr lang="fr-FR" dirty="0"/>
              <a:t> augmentés par des données synthétiques</a:t>
            </a:r>
            <a:endParaRPr lang="es-AR" dirty="0"/>
          </a:p>
          <a:p>
            <a:pPr marL="285750" lvl="0" indent="-285750">
              <a:buFont typeface="Arial" panose="020B0604020202020204" pitchFamily="34" charset="0"/>
              <a:buChar char="•"/>
            </a:pPr>
            <a:r>
              <a:rPr lang="fr-FR" dirty="0"/>
              <a:t>Augmentation du nombre de capteurs</a:t>
            </a:r>
            <a:endParaRPr lang="es-AR" dirty="0"/>
          </a:p>
          <a:p>
            <a:pPr marL="285750" lvl="0" indent="-285750">
              <a:buFont typeface="Arial" panose="020B0604020202020204" pitchFamily="34" charset="0"/>
              <a:buChar char="•"/>
            </a:pPr>
            <a:r>
              <a:rPr lang="fr-FR" dirty="0"/>
              <a:t>Porter une attention particulière à l’équilibre des données</a:t>
            </a:r>
            <a:endParaRPr lang="es-AR" dirty="0"/>
          </a:p>
          <a:p>
            <a:pPr indent="-228600">
              <a:lnSpc>
                <a:spcPct val="90000"/>
              </a:lnSpc>
              <a:spcAft>
                <a:spcPts val="600"/>
              </a:spcAft>
              <a:buFont typeface="Arial" panose="020B0604020202020204" pitchFamily="34" charset="0"/>
              <a:buChar char="•"/>
            </a:pPr>
            <a:endParaRPr lang="en-US" sz="2000" dirty="0"/>
          </a:p>
          <a:p>
            <a:pPr indent="-228600">
              <a:lnSpc>
                <a:spcPct val="90000"/>
              </a:lnSpc>
              <a:spcAft>
                <a:spcPts val="600"/>
              </a:spcAft>
              <a:buFont typeface="Arial" panose="020B0604020202020204" pitchFamily="34" charset="0"/>
              <a:buChar char="•"/>
            </a:pPr>
            <a:endParaRPr lang="en-US" sz="2000" dirty="0"/>
          </a:p>
        </p:txBody>
      </p:sp>
      <p:sp>
        <p:nvSpPr>
          <p:cNvPr id="5" name="Espace réservé du numéro de diapositive 4">
            <a:extLst>
              <a:ext uri="{FF2B5EF4-FFF2-40B4-BE49-F238E27FC236}">
                <a16:creationId xmlns:a16="http://schemas.microsoft.com/office/drawing/2014/main" id="{E6CCEE14-FA7D-C8F6-2B28-F84F4CE63AA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24</a:t>
            </a:fld>
            <a:endParaRPr lang="en-US" sz="1100">
              <a:solidFill>
                <a:schemeClr val="tx1">
                  <a:lumMod val="50000"/>
                  <a:lumOff val="50000"/>
                </a:schemeClr>
              </a:solidFill>
            </a:endParaRPr>
          </a:p>
        </p:txBody>
      </p:sp>
    </p:spTree>
    <p:extLst>
      <p:ext uri="{BB962C8B-B14F-4D97-AF65-F5344CB8AC3E}">
        <p14:creationId xmlns:p14="http://schemas.microsoft.com/office/powerpoint/2010/main" val="4011663654"/>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329084C-8296-34FA-BA65-E4FE210BBF58}"/>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1B15ED52-F352-441B-82BF-E0EA34836D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3B2E3793-BFE6-45A2-9B7B-E18844431C9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C4C4868-CB8F-4AF9-9CDB-8108F2C19B6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375E0459-6403-40CD-989D-56A4407CA12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3E5B1A8-3AC9-4BD1-9BBC-78CA94F2D1B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E87169BE-AB4D-733E-CE83-AF0BE93E96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n-US" sz="4000" kern="1200" dirty="0">
                <a:solidFill>
                  <a:srgbClr val="FFFFFF"/>
                </a:solidFill>
                <a:latin typeface="+mj-lt"/>
                <a:ea typeface="+mj-ea"/>
                <a:cs typeface="+mj-cs"/>
              </a:rPr>
              <a:t>Perte </a:t>
            </a:r>
            <a:r>
              <a:rPr lang="en-US" sz="4000" kern="1200" dirty="0" err="1">
                <a:solidFill>
                  <a:srgbClr val="FFFFFF"/>
                </a:solidFill>
                <a:latin typeface="+mj-lt"/>
                <a:ea typeface="+mj-ea"/>
                <a:cs typeface="+mj-cs"/>
              </a:rPr>
              <a:t>d’information</a:t>
            </a:r>
            <a:r>
              <a:rPr lang="en-US" sz="4000" kern="1200" dirty="0">
                <a:solidFill>
                  <a:srgbClr val="FFFFFF"/>
                </a:solidFill>
                <a:latin typeface="+mj-lt"/>
                <a:ea typeface="+mj-ea"/>
                <a:cs typeface="+mj-cs"/>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791137E7-8003-ABE0-A758-C52792C603EB}"/>
              </a:ext>
            </a:extLst>
          </p:cNvPr>
          <p:cNvSpPr txBox="1"/>
          <p:nvPr/>
        </p:nvSpPr>
        <p:spPr>
          <a:xfrm>
            <a:off x="1371599" y="2739983"/>
            <a:ext cx="9724031" cy="2975466"/>
          </a:xfrm>
          <a:prstGeom prst="rect">
            <a:avLst/>
          </a:prstGeom>
        </p:spPr>
        <p:txBody>
          <a:bodyPr vert="horz" lIns="91440" tIns="45720" rIns="91440" bIns="45720" rtlCol="0" anchor="ctr">
            <a:normAutofit lnSpcReduction="10000"/>
          </a:bodyPr>
          <a:lstStyle/>
          <a:p>
            <a:r>
              <a:rPr lang="fr-FR" b="1" dirty="0"/>
              <a:t>Défis :</a:t>
            </a:r>
            <a:br>
              <a:rPr lang="fr-FR" dirty="0"/>
            </a:br>
            <a:r>
              <a:rPr lang="fr-FR" dirty="0"/>
              <a:t>La fusion entraîne une perte d’informations lors de la translation des données d’une modalité vers une autre.</a:t>
            </a:r>
            <a:br>
              <a:rPr lang="fr-FR" dirty="0"/>
            </a:br>
            <a:r>
              <a:rPr lang="fr-FR" dirty="0"/>
              <a:t>Par exemple, lors du passage d’une modalité 3D vers 2D, il y a une perte d’informations, tout comme lors de la transformation d’une image en description textuelle.</a:t>
            </a:r>
          </a:p>
          <a:p>
            <a:endParaRPr lang="es-AR" dirty="0"/>
          </a:p>
          <a:p>
            <a:r>
              <a:rPr lang="es-AR" b="1" dirty="0" err="1"/>
              <a:t>Solutions</a:t>
            </a:r>
            <a:r>
              <a:rPr lang="es-AR" b="1" dirty="0"/>
              <a:t> </a:t>
            </a:r>
            <a:r>
              <a:rPr lang="es-AR" b="1" dirty="0" err="1"/>
              <a:t>possibles</a:t>
            </a:r>
            <a:r>
              <a:rPr lang="es-AR" b="1" dirty="0"/>
              <a:t> :</a:t>
            </a:r>
          </a:p>
          <a:p>
            <a:pPr marL="285750" indent="-285750">
              <a:buFont typeface="Arial" panose="020B0604020202020204" pitchFamily="34" charset="0"/>
              <a:buChar char="•"/>
            </a:pPr>
            <a:r>
              <a:rPr lang="fr-FR" dirty="0"/>
              <a:t>NAS (Neural Architecture </a:t>
            </a:r>
            <a:r>
              <a:rPr lang="fr-FR" dirty="0" err="1"/>
              <a:t>Search</a:t>
            </a:r>
            <a:r>
              <a:rPr lang="fr-FR" dirty="0"/>
              <a:t>)</a:t>
            </a:r>
          </a:p>
          <a:p>
            <a:pPr marL="742950" lvl="1" indent="-285750">
              <a:buFont typeface="Arial" panose="020B0604020202020204" pitchFamily="34" charset="0"/>
              <a:buChar char="•"/>
            </a:pPr>
            <a:r>
              <a:rPr lang="fr-FR" dirty="0"/>
              <a:t>Chercher automatiquement une architecture de réseau plus adaptée.</a:t>
            </a:r>
          </a:p>
          <a:p>
            <a:pPr marL="742950" lvl="1" indent="-285750">
              <a:buFont typeface="Arial" panose="020B0604020202020204" pitchFamily="34" charset="0"/>
              <a:buChar char="•"/>
            </a:pPr>
            <a:r>
              <a:rPr lang="fr-FR" dirty="0"/>
              <a:t>Déterminer où et comment fusionne.</a:t>
            </a:r>
          </a:p>
          <a:p>
            <a:pPr marL="742950" lvl="1" indent="-285750">
              <a:buFont typeface="Arial" panose="020B0604020202020204" pitchFamily="34" charset="0"/>
              <a:buChar char="•"/>
            </a:pPr>
            <a:r>
              <a:rPr lang="fr-FR" dirty="0"/>
              <a:t>Trouver une structure qui maximise la performance tout en minimisant la perte d’info</a:t>
            </a:r>
          </a:p>
          <a:p>
            <a:pPr marL="742950" lvl="1" indent="-285750">
              <a:buFont typeface="Arial" panose="020B0604020202020204" pitchFamily="34" charset="0"/>
              <a:buChar char="•"/>
            </a:pPr>
            <a:endParaRPr lang="fr-FR" dirty="0"/>
          </a:p>
          <a:p>
            <a:pPr marL="742950" lvl="1" indent="-285750">
              <a:buFont typeface="Arial" panose="020B0604020202020204" pitchFamily="34" charset="0"/>
              <a:buChar char="•"/>
            </a:pPr>
            <a:endParaRPr lang="es-AR" dirty="0"/>
          </a:p>
        </p:txBody>
      </p:sp>
      <p:sp>
        <p:nvSpPr>
          <p:cNvPr id="5" name="Espace réservé du numéro de diapositive 4">
            <a:extLst>
              <a:ext uri="{FF2B5EF4-FFF2-40B4-BE49-F238E27FC236}">
                <a16:creationId xmlns:a16="http://schemas.microsoft.com/office/drawing/2014/main" id="{FAD93120-1070-07DE-38AA-60EC49C7711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25</a:t>
            </a:fld>
            <a:endParaRPr lang="en-US" sz="1100">
              <a:solidFill>
                <a:schemeClr val="tx1">
                  <a:lumMod val="50000"/>
                  <a:lumOff val="50000"/>
                </a:schemeClr>
              </a:solidFill>
            </a:endParaRPr>
          </a:p>
        </p:txBody>
      </p:sp>
    </p:spTree>
    <p:extLst>
      <p:ext uri="{BB962C8B-B14F-4D97-AF65-F5344CB8AC3E}">
        <p14:creationId xmlns:p14="http://schemas.microsoft.com/office/powerpoint/2010/main" val="66658848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1E465869-182C-0AD0-A4D8-34AB5377BB1F}"/>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8662677-2987-83B9-FD1A-E6F0E23072E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EC3A56EC-A386-15BC-C4E0-FC6763B687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749709FE-A78E-A6BE-DA78-8222DA37B9B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70CDC970-1033-520F-C0C8-BA2BDD957E6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FF22B140-637E-C299-E830-F6A275B9D7F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44953D0E-538C-E65F-8715-0B1F02587055}"/>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Accumulation</a:t>
            </a:r>
            <a:r>
              <a:rPr lang="es-AR" sz="4000" dirty="0">
                <a:solidFill>
                  <a:schemeClr val="bg1"/>
                </a:solidFill>
              </a:rPr>
              <a:t> </a:t>
            </a:r>
            <a:r>
              <a:rPr lang="es-AR" sz="4000" dirty="0" err="1">
                <a:solidFill>
                  <a:schemeClr val="bg1"/>
                </a:solidFill>
              </a:rPr>
              <a:t>d’erreurs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AE10B7C0-48FB-2B2E-295E-D7798BA132E4}"/>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fusion de modalités peut introduire du bruit.</a:t>
            </a:r>
            <a:br>
              <a:rPr lang="fr-FR" dirty="0"/>
            </a:br>
            <a:r>
              <a:rPr lang="fr-FR" dirty="0"/>
              <a:t>On distingue deux types de bruit : interne et externe.</a:t>
            </a:r>
            <a:endParaRPr lang="es-AR" dirty="0"/>
          </a:p>
          <a:p>
            <a:pPr marL="285750" lvl="0" indent="-285750">
              <a:buFont typeface="Arial" panose="020B0604020202020204" pitchFamily="34" charset="0"/>
              <a:buChar char="•"/>
            </a:pPr>
            <a:r>
              <a:rPr lang="fr-FR" dirty="0"/>
              <a:t>Bruit interne ou bruit caractéristique : bruit intrinsèque aux données. </a:t>
            </a:r>
            <a:endParaRPr lang="es-AR" dirty="0"/>
          </a:p>
          <a:p>
            <a:pPr marL="285750" lvl="0" indent="-285750">
              <a:buFont typeface="Arial" panose="020B0604020202020204" pitchFamily="34" charset="0"/>
              <a:buChar char="•"/>
            </a:pPr>
            <a:r>
              <a:rPr lang="fr-FR" dirty="0"/>
              <a:t>Bruit externe : bruit généré lors de l’étape de fusion des données multimodales.</a:t>
            </a:r>
          </a:p>
          <a:p>
            <a:pPr lvl="0"/>
            <a:endParaRPr lang="es-AR" dirty="0"/>
          </a:p>
          <a:p>
            <a:r>
              <a:rPr lang="fr-FR" b="1" dirty="0"/>
              <a:t>Solution possible :</a:t>
            </a:r>
          </a:p>
          <a:p>
            <a:pPr marL="285750" indent="-285750">
              <a:buFont typeface="Arial" panose="020B0604020202020204" pitchFamily="34" charset="0"/>
              <a:buChar char="•"/>
            </a:pPr>
            <a:r>
              <a:rPr lang="fr-FR" dirty="0"/>
              <a:t>Choisir de meilleures méthodes d’alignement et de fusion</a:t>
            </a:r>
          </a:p>
          <a:p>
            <a:pPr marL="285750" indent="-285750">
              <a:buFont typeface="Arial" panose="020B0604020202020204" pitchFamily="34" charset="0"/>
              <a:buChar char="•"/>
            </a:pPr>
            <a:r>
              <a:rPr lang="fr-FR" dirty="0"/>
              <a:t>Utiliser la translation</a:t>
            </a:r>
            <a:endParaRPr lang="es-AR" dirty="0"/>
          </a:p>
        </p:txBody>
      </p:sp>
      <p:sp>
        <p:nvSpPr>
          <p:cNvPr id="5" name="Espace réservé du numéro de diapositive 4">
            <a:extLst>
              <a:ext uri="{FF2B5EF4-FFF2-40B4-BE49-F238E27FC236}">
                <a16:creationId xmlns:a16="http://schemas.microsoft.com/office/drawing/2014/main" id="{7DB018E5-5FE0-67F5-F871-6859B93E3683}"/>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26</a:t>
            </a:fld>
            <a:endParaRPr lang="en-US" sz="1100">
              <a:solidFill>
                <a:schemeClr val="tx1">
                  <a:lumMod val="50000"/>
                  <a:lumOff val="50000"/>
                </a:schemeClr>
              </a:solidFill>
            </a:endParaRPr>
          </a:p>
        </p:txBody>
      </p:sp>
    </p:spTree>
    <p:extLst>
      <p:ext uri="{BB962C8B-B14F-4D97-AF65-F5344CB8AC3E}">
        <p14:creationId xmlns:p14="http://schemas.microsoft.com/office/powerpoint/2010/main" val="24272092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59B0CD2A-8E6D-2DBB-6389-51011E910A23}"/>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DCF7D8CD-41B6-44ED-DB0B-200027560B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BEB649D1-F5A6-A58D-54E5-DE7B09F4311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94F123C3-9D97-9176-723A-81EBFA0B370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2F1EB907-CB4D-0490-8444-DD281BD92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35FD5B13-5DFE-E687-D310-D7C0410638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AB2B2AF8-27E9-4D0C-2086-9FEE61CCCEEC}"/>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Quantité</a:t>
            </a:r>
            <a:r>
              <a:rPr lang="es-AR" sz="4000" dirty="0">
                <a:solidFill>
                  <a:schemeClr val="bg1"/>
                </a:solidFill>
              </a:rPr>
              <a:t> de </a:t>
            </a:r>
            <a:r>
              <a:rPr lang="es-AR" sz="4000" dirty="0" err="1">
                <a:solidFill>
                  <a:schemeClr val="bg1"/>
                </a:solidFill>
              </a:rPr>
              <a:t>modalités</a:t>
            </a:r>
            <a:r>
              <a:rPr lang="es-AR" sz="4000" dirty="0">
                <a:solidFill>
                  <a:schemeClr val="bg1"/>
                </a:solidFill>
              </a:rPr>
              <a:t> </a:t>
            </a:r>
            <a:r>
              <a:rPr lang="en-US" sz="4000" b="1" kern="1200" dirty="0">
                <a:solidFill>
                  <a:srgbClr val="FFFFFF"/>
                </a:solidFill>
                <a:latin typeface="+mj-lt"/>
                <a:ea typeface="+mj-ea"/>
                <a:cs typeface="+mj-cs"/>
              </a:rPr>
              <a:t>:</a:t>
            </a:r>
          </a:p>
        </p:txBody>
      </p:sp>
      <p:sp>
        <p:nvSpPr>
          <p:cNvPr id="4" name="ZoneTexte 3">
            <a:extLst>
              <a:ext uri="{FF2B5EF4-FFF2-40B4-BE49-F238E27FC236}">
                <a16:creationId xmlns:a16="http://schemas.microsoft.com/office/drawing/2014/main" id="{56C6DEFA-50C4-CE09-0628-526BB66E9012}"/>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br>
              <a:rPr lang="fr-FR" dirty="0"/>
            </a:br>
            <a:r>
              <a:rPr lang="fr-FR" dirty="0"/>
              <a:t>La plupart des travaux de fusion multimodale se limitent à deux modalités, car l’ajout de modalités supplémentaires augmente fortement la dimension des caractéristiques et introduit davantage de bruit, et rendant les calculs plus complexes. Pourtant, certains domaines comme la conduite autonome </a:t>
            </a:r>
            <a:r>
              <a:rPr lang="fr-FR" dirty="0" err="1"/>
              <a:t>necessite</a:t>
            </a:r>
            <a:r>
              <a:rPr lang="fr-FR" dirty="0"/>
              <a:t>, l’utilisation de plus de modalité.</a:t>
            </a:r>
          </a:p>
          <a:p>
            <a:endParaRPr lang="es-AR" dirty="0"/>
          </a:p>
          <a:p>
            <a:r>
              <a:rPr lang="es-AR" b="1" dirty="0" err="1"/>
              <a:t>Solutions</a:t>
            </a:r>
            <a:r>
              <a:rPr lang="es-AR" b="1" dirty="0"/>
              <a:t> </a:t>
            </a:r>
            <a:r>
              <a:rPr lang="es-AR" b="1" dirty="0" err="1"/>
              <a:t>possibles</a:t>
            </a:r>
            <a:r>
              <a:rPr lang="es-AR" b="1" dirty="0"/>
              <a:t> :</a:t>
            </a:r>
            <a:endParaRPr lang="es-AR" dirty="0"/>
          </a:p>
          <a:p>
            <a:pPr marL="285750" lvl="0" indent="-285750">
              <a:buFont typeface="Arial" panose="020B0604020202020204" pitchFamily="34" charset="0"/>
              <a:buChar char="•"/>
            </a:pPr>
            <a:r>
              <a:rPr lang="fr-FR" dirty="0"/>
              <a:t>Réduction de dimension</a:t>
            </a:r>
            <a:endParaRPr lang="es-AR" dirty="0"/>
          </a:p>
          <a:p>
            <a:pPr marL="742950" lvl="1" indent="-285750">
              <a:buFont typeface="Arial" panose="020B0604020202020204" pitchFamily="34" charset="0"/>
              <a:buChar char="•"/>
            </a:pPr>
            <a:r>
              <a:rPr lang="fr-FR" dirty="0"/>
              <a:t>PCA </a:t>
            </a:r>
            <a:endParaRPr lang="es-AR" dirty="0"/>
          </a:p>
          <a:p>
            <a:pPr marL="742950" lvl="1" indent="-285750">
              <a:buFont typeface="Arial" panose="020B0604020202020204" pitchFamily="34" charset="0"/>
              <a:buChar char="•"/>
            </a:pPr>
            <a:r>
              <a:rPr lang="fr-FR" dirty="0"/>
              <a:t>GPLVM (</a:t>
            </a:r>
            <a:r>
              <a:rPr lang="fr-FR" dirty="0" err="1"/>
              <a:t>Gaussian</a:t>
            </a:r>
            <a:r>
              <a:rPr lang="fr-FR" dirty="0"/>
              <a:t> Process Latent Variable Model) </a:t>
            </a:r>
            <a:endParaRPr lang="es-AR" dirty="0"/>
          </a:p>
          <a:p>
            <a:pPr marL="285750" lvl="0" indent="-285750">
              <a:buFont typeface="Arial" panose="020B0604020202020204" pitchFamily="34" charset="0"/>
              <a:buChar char="•"/>
            </a:pPr>
            <a:r>
              <a:rPr lang="fr-FR" dirty="0"/>
              <a:t>Filtrage de caractéristiques </a:t>
            </a:r>
          </a:p>
          <a:p>
            <a:pPr marL="285750" lvl="0" indent="-285750">
              <a:buFont typeface="Arial" panose="020B0604020202020204" pitchFamily="34" charset="0"/>
              <a:buChar char="•"/>
            </a:pPr>
            <a:r>
              <a:rPr lang="fr-FR" dirty="0"/>
              <a:t>Clustering</a:t>
            </a:r>
            <a:endParaRPr lang="es-AR" dirty="0"/>
          </a:p>
        </p:txBody>
      </p:sp>
      <p:sp>
        <p:nvSpPr>
          <p:cNvPr id="5" name="Espace réservé du numéro de diapositive 4">
            <a:extLst>
              <a:ext uri="{FF2B5EF4-FFF2-40B4-BE49-F238E27FC236}">
                <a16:creationId xmlns:a16="http://schemas.microsoft.com/office/drawing/2014/main" id="{D67FC217-BB39-28B0-08FA-FD5D3BFF4205}"/>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27</a:t>
            </a:fld>
            <a:endParaRPr lang="en-US" sz="1100">
              <a:solidFill>
                <a:schemeClr val="tx1">
                  <a:lumMod val="50000"/>
                  <a:lumOff val="50000"/>
                </a:schemeClr>
              </a:solidFill>
            </a:endParaRPr>
          </a:p>
        </p:txBody>
      </p:sp>
    </p:spTree>
    <p:extLst>
      <p:ext uri="{BB962C8B-B14F-4D97-AF65-F5344CB8AC3E}">
        <p14:creationId xmlns:p14="http://schemas.microsoft.com/office/powerpoint/2010/main" val="51239761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9956481-9C05-C2EE-4200-B0B1877D0AC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490D6A23-E5B7-28C5-4D99-C98CAAAA19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0DA95082-9737-2E22-E612-9D8A27B3969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B211EB1D-644F-0A20-5605-D3866F908A0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E2913725-AD89-0A77-BC77-B357BA23AFF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5240E08C-EC2E-13C2-DC8F-EB7CABF8591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2401567-F394-572A-CCC9-BEC421F65B22}"/>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Garantie</a:t>
            </a:r>
            <a:r>
              <a:rPr lang="es-AR" sz="4000" dirty="0">
                <a:solidFill>
                  <a:schemeClr val="bg1"/>
                </a:solidFill>
              </a:rPr>
              <a:t> en </a:t>
            </a:r>
            <a:r>
              <a:rPr lang="es-AR" sz="4000" dirty="0" err="1">
                <a:solidFill>
                  <a:schemeClr val="bg1"/>
                </a:solidFill>
              </a:rPr>
              <a:t>temps</a:t>
            </a:r>
            <a:r>
              <a:rPr lang="es-AR" sz="4000" dirty="0">
                <a:solidFill>
                  <a:schemeClr val="bg1"/>
                </a:solidFill>
              </a:rPr>
              <a:t> </a:t>
            </a:r>
            <a:r>
              <a:rPr lang="es-AR" sz="4000" dirty="0" err="1">
                <a:solidFill>
                  <a:schemeClr val="bg1"/>
                </a:solidFill>
              </a:rPr>
              <a:t>réel</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BE67FC27-51B8-7818-777F-D2E28AD5329F}"/>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p>
          <a:p>
            <a:r>
              <a:rPr lang="fr-FR" dirty="0"/>
              <a:t>L’ajout de plusieurs modalités implique davantage de traitement et augmente potentiellement la complexité computationnelle. Le temps de réponse peut donc s’allonger, ce qui peut limiter l’utilisation de la fusion multimodale dans des applications en temps réel.</a:t>
            </a:r>
          </a:p>
          <a:p>
            <a:endParaRPr lang="fr-FR" dirty="0"/>
          </a:p>
          <a:p>
            <a:r>
              <a:rPr lang="fr-FR" b="1" dirty="0"/>
              <a:t>Solutions possibles :</a:t>
            </a:r>
          </a:p>
          <a:p>
            <a:pPr marL="285750" indent="-285750">
              <a:buFont typeface="Arial" panose="020B0604020202020204" pitchFamily="34" charset="0"/>
              <a:buChar char="•"/>
            </a:pPr>
            <a:r>
              <a:rPr lang="fr-FR" dirty="0"/>
              <a:t>Réduire la complexité computationnelle</a:t>
            </a:r>
          </a:p>
          <a:p>
            <a:pPr marL="742950" lvl="1" indent="-285750">
              <a:buFont typeface="Arial" panose="020B0604020202020204" pitchFamily="34" charset="0"/>
              <a:buChar char="•"/>
            </a:pPr>
            <a:r>
              <a:rPr lang="fr-FR" i="1" dirty="0" err="1"/>
              <a:t>Pruning</a:t>
            </a:r>
            <a:endParaRPr lang="fr-FR" dirty="0"/>
          </a:p>
          <a:p>
            <a:pPr marL="742950" lvl="1" indent="-285750">
              <a:buFont typeface="Arial" panose="020B0604020202020204" pitchFamily="34" charset="0"/>
              <a:buChar char="•"/>
            </a:pPr>
            <a:r>
              <a:rPr lang="fr-FR" i="1" dirty="0" err="1"/>
              <a:t>Quantization</a:t>
            </a:r>
            <a:endParaRPr lang="fr-FR" dirty="0"/>
          </a:p>
          <a:p>
            <a:pPr marL="285750" indent="-285750">
              <a:buFont typeface="Arial" panose="020B0604020202020204" pitchFamily="34" charset="0"/>
              <a:buChar char="•"/>
            </a:pPr>
            <a:r>
              <a:rPr lang="fr-FR" dirty="0"/>
              <a:t>Stratégies de compression</a:t>
            </a:r>
          </a:p>
        </p:txBody>
      </p:sp>
      <p:sp>
        <p:nvSpPr>
          <p:cNvPr id="5" name="Espace réservé du numéro de diapositive 4">
            <a:extLst>
              <a:ext uri="{FF2B5EF4-FFF2-40B4-BE49-F238E27FC236}">
                <a16:creationId xmlns:a16="http://schemas.microsoft.com/office/drawing/2014/main" id="{E519E10F-12DE-2BC4-91C9-7886FA768CAC}"/>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28</a:t>
            </a:fld>
            <a:endParaRPr lang="en-US" sz="1100">
              <a:solidFill>
                <a:schemeClr val="tx1">
                  <a:lumMod val="50000"/>
                  <a:lumOff val="50000"/>
                </a:schemeClr>
              </a:solidFill>
            </a:endParaRPr>
          </a:p>
        </p:txBody>
      </p:sp>
    </p:spTree>
    <p:extLst>
      <p:ext uri="{BB962C8B-B14F-4D97-AF65-F5344CB8AC3E}">
        <p14:creationId xmlns:p14="http://schemas.microsoft.com/office/powerpoint/2010/main" val="263364028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EDD6F20B-B41C-7872-9D06-CA6D052A7F44}"/>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FF70798C-740B-6008-ED3B-C80A3DB38F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6F67D5EA-1F6B-1BB7-3383-0D98C24BC94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14333281-8043-6C86-1DAC-1F85DD2B8D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B1A497E5-A508-96AE-BEA3-A80015E0FA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9987398F-CB4E-F98C-E12E-3231CAC1521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2C92EAF7-0D0A-5152-42F4-6353CF144739}"/>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es-AR" sz="4000" dirty="0" err="1">
                <a:solidFill>
                  <a:schemeClr val="bg1"/>
                </a:solidFill>
              </a:rPr>
              <a:t>Environnement</a:t>
            </a:r>
            <a:r>
              <a:rPr lang="es-AR" sz="4000" dirty="0">
                <a:solidFill>
                  <a:schemeClr val="bg1"/>
                </a:solidFill>
              </a:rPr>
              <a:t> </a:t>
            </a:r>
            <a:r>
              <a:rPr lang="es-AR" sz="4000" dirty="0" err="1">
                <a:solidFill>
                  <a:schemeClr val="bg1"/>
                </a:solidFill>
              </a:rPr>
              <a:t>dynamique</a:t>
            </a:r>
            <a:r>
              <a:rPr lang="es-AR" sz="4000" dirty="0">
                <a:solidFill>
                  <a:schemeClr val="bg1"/>
                </a:solidFill>
              </a:rPr>
              <a:t>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8315165D-A46F-6604-6BF6-5693A7789E6E}"/>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a:t>
            </a:r>
          </a:p>
          <a:p>
            <a:r>
              <a:rPr lang="fr-FR" dirty="0"/>
              <a:t>Même si les données restent de la même modalité, elles ne sont pas figées : elles évoluent au fil du temps, comme le vocabulaire. Dans ce genre de cas, il est nécessaire de réentraîner les modèles pour les conserver à jour. Cependant, cette approche est souvent très coûteuse et peut entraîner un risque de </a:t>
            </a:r>
            <a:r>
              <a:rPr lang="fr-FR" dirty="0" err="1"/>
              <a:t>catastrophic</a:t>
            </a:r>
            <a:r>
              <a:rPr lang="fr-FR" dirty="0"/>
              <a:t> </a:t>
            </a:r>
            <a:r>
              <a:rPr lang="fr-FR" dirty="0" err="1"/>
              <a:t>forgetting</a:t>
            </a:r>
            <a:r>
              <a:rPr lang="fr-FR" dirty="0"/>
              <a:t>.</a:t>
            </a:r>
          </a:p>
          <a:p>
            <a:endParaRPr lang="fr-FR" b="1" dirty="0"/>
          </a:p>
          <a:p>
            <a:r>
              <a:rPr lang="fr-FR" b="1" dirty="0"/>
              <a:t>Solutions possibles :</a:t>
            </a:r>
          </a:p>
          <a:p>
            <a:pPr marL="285750" indent="-285750">
              <a:buFont typeface="Arial" panose="020B0604020202020204" pitchFamily="34" charset="0"/>
              <a:buChar char="•"/>
            </a:pPr>
            <a:r>
              <a:rPr lang="fr-FR" dirty="0"/>
              <a:t>Intégration des données historiques</a:t>
            </a:r>
          </a:p>
          <a:p>
            <a:pPr marL="285750" indent="-285750">
              <a:buFont typeface="Arial" panose="020B0604020202020204" pitchFamily="34" charset="0"/>
              <a:buChar char="•"/>
            </a:pPr>
            <a:r>
              <a:rPr lang="fr-FR" dirty="0"/>
              <a:t>Implémentation d’une stratégie d’</a:t>
            </a:r>
            <a:r>
              <a:rPr lang="fr-FR" dirty="0" err="1"/>
              <a:t>incremental</a:t>
            </a:r>
            <a:r>
              <a:rPr lang="fr-FR" dirty="0"/>
              <a:t> </a:t>
            </a:r>
            <a:r>
              <a:rPr lang="fr-FR" dirty="0" err="1"/>
              <a:t>learning</a:t>
            </a:r>
            <a:endParaRPr lang="fr-FR" dirty="0"/>
          </a:p>
        </p:txBody>
      </p:sp>
      <p:sp>
        <p:nvSpPr>
          <p:cNvPr id="5" name="Espace réservé du numéro de diapositive 4">
            <a:extLst>
              <a:ext uri="{FF2B5EF4-FFF2-40B4-BE49-F238E27FC236}">
                <a16:creationId xmlns:a16="http://schemas.microsoft.com/office/drawing/2014/main" id="{AE6E3619-C238-D6AA-3494-5D83B004280F}"/>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29</a:t>
            </a:fld>
            <a:endParaRPr lang="en-US" sz="1100">
              <a:solidFill>
                <a:schemeClr val="tx1">
                  <a:lumMod val="50000"/>
                  <a:lumOff val="50000"/>
                </a:schemeClr>
              </a:solidFill>
            </a:endParaRPr>
          </a:p>
        </p:txBody>
      </p:sp>
    </p:spTree>
    <p:extLst>
      <p:ext uri="{BB962C8B-B14F-4D97-AF65-F5344CB8AC3E}">
        <p14:creationId xmlns:p14="http://schemas.microsoft.com/office/powerpoint/2010/main" val="375361076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D5D71013-BFAD-BB02-0D2C-046BBB56F2C9}"/>
            </a:ext>
          </a:extLst>
        </p:cNvPr>
        <p:cNvGrpSpPr/>
        <p:nvPr/>
      </p:nvGrpSpPr>
      <p:grpSpPr>
        <a:xfrm>
          <a:off x="0" y="0"/>
          <a:ext cx="0" cy="0"/>
          <a:chOff x="0" y="0"/>
          <a:chExt cx="0" cy="0"/>
        </a:xfrm>
      </p:grpSpPr>
      <p:sp useBgFill="1">
        <p:nvSpPr>
          <p:cNvPr id="46" name="Rectangle 45">
            <a:extLst>
              <a:ext uri="{FF2B5EF4-FFF2-40B4-BE49-F238E27FC236}">
                <a16:creationId xmlns:a16="http://schemas.microsoft.com/office/drawing/2014/main" id="{2709E9EC-FE21-5F25-65B0-D89B9BF0665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w="12700" cap="flat" cmpd="sng" algn="ctr">
            <a:noFill/>
            <a:prstDash val="solid"/>
            <a:miter lim="800000"/>
          </a:ln>
          <a:effectLst/>
          <a:extLst>
            <a:ext uri="{91240B29-F687-4F45-9708-019B960494DF}">
              <a14:hiddenLine xmlns:a14="http://schemas.microsoft.com/office/drawing/2010/main" w="12700" cap="flat" cmpd="sng" algn="ctr">
                <a:solidFill>
                  <a:schemeClr val="accent1">
                    <a:shade val="50000"/>
                  </a:schemeClr>
                </a:solidFill>
                <a:prstDash val="solid"/>
                <a:miter lim="800000"/>
              </a14:hiddenLine>
            </a:ext>
          </a:ex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Rectangle 47">
            <a:extLst>
              <a:ext uri="{FF2B5EF4-FFF2-40B4-BE49-F238E27FC236}">
                <a16:creationId xmlns:a16="http://schemas.microsoft.com/office/drawing/2014/main" id="{D9AE8251-E73F-509E-36D9-C2EDCE82CF5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1" y="-1"/>
            <a:ext cx="12191998" cy="1590742"/>
          </a:xfrm>
          <a:prstGeom prst="rect">
            <a:avLst/>
          </a:prstGeom>
          <a:gradFill>
            <a:gsLst>
              <a:gs pos="0">
                <a:srgbClr val="000000"/>
              </a:gs>
              <a:gs pos="100000">
                <a:schemeClr val="accent1">
                  <a:lumMod val="75000"/>
                </a:schemeClr>
              </a:gs>
            </a:gsLst>
            <a:lin ang="84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0" name="Rectangle 49">
            <a:extLst>
              <a:ext uri="{FF2B5EF4-FFF2-40B4-BE49-F238E27FC236}">
                <a16:creationId xmlns:a16="http://schemas.microsoft.com/office/drawing/2014/main" id="{F4F97546-29FC-1CCB-891C-4E2ECA96BC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10800000" flipH="1">
            <a:off x="-3" y="0"/>
            <a:ext cx="8115306" cy="1590742"/>
          </a:xfrm>
          <a:prstGeom prst="rect">
            <a:avLst/>
          </a:prstGeom>
          <a:gradFill>
            <a:gsLst>
              <a:gs pos="20000">
                <a:schemeClr val="accent1">
                  <a:alpha val="0"/>
                </a:schemeClr>
              </a:gs>
              <a:gs pos="100000">
                <a:schemeClr val="accent1">
                  <a:lumMod val="50000"/>
                  <a:alpha val="55000"/>
                </a:schemeClr>
              </a:gs>
            </a:gsLst>
            <a:lin ang="13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a:extLst>
              <a:ext uri="{FF2B5EF4-FFF2-40B4-BE49-F238E27FC236}">
                <a16:creationId xmlns:a16="http://schemas.microsoft.com/office/drawing/2014/main" id="{ACB4FABC-A6DB-0A21-4604-20E4655BAAB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8115299" y="-1"/>
            <a:ext cx="4076698" cy="1590742"/>
          </a:xfrm>
          <a:prstGeom prst="rect">
            <a:avLst/>
          </a:prstGeom>
          <a:gradFill>
            <a:gsLst>
              <a:gs pos="0">
                <a:schemeClr val="accent1">
                  <a:alpha val="66000"/>
                </a:schemeClr>
              </a:gs>
              <a:gs pos="100000">
                <a:srgbClr val="000000">
                  <a:alpha val="30000"/>
                </a:srgbClr>
              </a:gs>
            </a:gsLst>
            <a:lin ang="132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4" name="Rectangle 53">
            <a:extLst>
              <a:ext uri="{FF2B5EF4-FFF2-40B4-BE49-F238E27FC236}">
                <a16:creationId xmlns:a16="http://schemas.microsoft.com/office/drawing/2014/main" id="{C6E0FA15-5697-01FC-D593-9D661C2075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59350" y="-1"/>
            <a:ext cx="11732646" cy="1597433"/>
          </a:xfrm>
          <a:prstGeom prst="rect">
            <a:avLst/>
          </a:prstGeom>
          <a:gradFill>
            <a:gsLst>
              <a:gs pos="50000">
                <a:srgbClr val="000000">
                  <a:alpha val="0"/>
                </a:srgbClr>
              </a:gs>
              <a:gs pos="99000">
                <a:schemeClr val="accent1">
                  <a:lumMod val="50000"/>
                  <a:alpha val="52000"/>
                </a:schemeClr>
              </a:gs>
            </a:gsLst>
            <a:lin ang="16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re 1">
            <a:extLst>
              <a:ext uri="{FF2B5EF4-FFF2-40B4-BE49-F238E27FC236}">
                <a16:creationId xmlns:a16="http://schemas.microsoft.com/office/drawing/2014/main" id="{1B1F636E-1E33-C876-0828-499E043B06DB}"/>
              </a:ext>
            </a:extLst>
          </p:cNvPr>
          <p:cNvSpPr>
            <a:spLocks noGrp="1"/>
          </p:cNvSpPr>
          <p:nvPr>
            <p:ph type="title"/>
          </p:nvPr>
        </p:nvSpPr>
        <p:spPr>
          <a:xfrm>
            <a:off x="1371599" y="294538"/>
            <a:ext cx="9895951" cy="1033669"/>
          </a:xfrm>
        </p:spPr>
        <p:txBody>
          <a:bodyPr vert="horz" lIns="91440" tIns="45720" rIns="91440" bIns="45720" rtlCol="0" anchor="ctr">
            <a:normAutofit/>
          </a:bodyPr>
          <a:lstStyle/>
          <a:p>
            <a:r>
              <a:rPr lang="fr-FR" sz="4000" dirty="0">
                <a:solidFill>
                  <a:schemeClr val="bg1"/>
                </a:solidFill>
              </a:rPr>
              <a:t>Synchronisation temporelle </a:t>
            </a:r>
            <a:r>
              <a:rPr lang="en-US" sz="4000" b="1" kern="1200" dirty="0">
                <a:solidFill>
                  <a:schemeClr val="bg1"/>
                </a:solidFill>
                <a:latin typeface="+mj-lt"/>
                <a:ea typeface="+mj-ea"/>
                <a:cs typeface="+mj-cs"/>
              </a:rPr>
              <a:t>:</a:t>
            </a:r>
          </a:p>
        </p:txBody>
      </p:sp>
      <p:sp>
        <p:nvSpPr>
          <p:cNvPr id="4" name="ZoneTexte 3">
            <a:extLst>
              <a:ext uri="{FF2B5EF4-FFF2-40B4-BE49-F238E27FC236}">
                <a16:creationId xmlns:a16="http://schemas.microsoft.com/office/drawing/2014/main" id="{C376C462-6A7E-ECA0-4F02-F2CFD133AD59}"/>
              </a:ext>
            </a:extLst>
          </p:cNvPr>
          <p:cNvSpPr txBox="1"/>
          <p:nvPr/>
        </p:nvSpPr>
        <p:spPr>
          <a:xfrm>
            <a:off x="1371599" y="2318197"/>
            <a:ext cx="9724031" cy="3683358"/>
          </a:xfrm>
          <a:prstGeom prst="rect">
            <a:avLst/>
          </a:prstGeom>
        </p:spPr>
        <p:txBody>
          <a:bodyPr vert="horz" lIns="91440" tIns="45720" rIns="91440" bIns="45720" rtlCol="0" anchor="ctr">
            <a:normAutofit/>
          </a:bodyPr>
          <a:lstStyle/>
          <a:p>
            <a:r>
              <a:rPr lang="fr-FR" b="1" dirty="0"/>
              <a:t>Défis :</a:t>
            </a:r>
            <a:endParaRPr lang="es-AR" b="1" dirty="0"/>
          </a:p>
          <a:p>
            <a:r>
              <a:rPr lang="fr-FR" dirty="0"/>
              <a:t>La synchronisation temporelle consiste à s’assurer que les données multimodales fusionnées sont correctement alignées dans le temps et dans l’espace. Pour les longues séquences il est difficile de capturer les associations sémantiques entre modalités. </a:t>
            </a:r>
            <a:endParaRPr lang="es-AR" dirty="0"/>
          </a:p>
          <a:p>
            <a:r>
              <a:rPr lang="fr-FR" dirty="0"/>
              <a:t>La collecte des données multimodales peu présenter un désalignement dû au décalage temporel entre les capteurs. </a:t>
            </a:r>
          </a:p>
          <a:p>
            <a:endParaRPr lang="es-AR" dirty="0"/>
          </a:p>
          <a:p>
            <a:r>
              <a:rPr lang="fr-FR" b="1" dirty="0"/>
              <a:t>Solutions possibles :</a:t>
            </a:r>
            <a:endParaRPr lang="es-AR" b="1" dirty="0"/>
          </a:p>
          <a:p>
            <a:pPr marL="285750" lvl="0" indent="-285750">
              <a:buFont typeface="Arial" panose="020B0604020202020204" pitchFamily="34" charset="0"/>
              <a:buChar char="•"/>
            </a:pPr>
            <a:r>
              <a:rPr lang="fr-FR" dirty="0"/>
              <a:t>Mesures de similarité </a:t>
            </a:r>
          </a:p>
          <a:p>
            <a:pPr marL="285750" lvl="0" indent="-285750">
              <a:buFont typeface="Arial" panose="020B0604020202020204" pitchFamily="34" charset="0"/>
              <a:buChar char="•"/>
            </a:pPr>
            <a:r>
              <a:rPr lang="fr-FR" dirty="0"/>
              <a:t>Graphes de connaissances </a:t>
            </a:r>
          </a:p>
          <a:p>
            <a:pPr marL="285750" lvl="0" indent="-285750">
              <a:buFont typeface="Arial" panose="020B0604020202020204" pitchFamily="34" charset="0"/>
              <a:buChar char="•"/>
            </a:pPr>
            <a:r>
              <a:rPr lang="fr-FR" dirty="0"/>
              <a:t>Mécanisme de mise en cache pour gérer la latence des données.</a:t>
            </a:r>
            <a:endParaRPr lang="es-AR" dirty="0"/>
          </a:p>
        </p:txBody>
      </p:sp>
      <p:sp>
        <p:nvSpPr>
          <p:cNvPr id="5" name="Espace réservé du numéro de diapositive 4">
            <a:extLst>
              <a:ext uri="{FF2B5EF4-FFF2-40B4-BE49-F238E27FC236}">
                <a16:creationId xmlns:a16="http://schemas.microsoft.com/office/drawing/2014/main" id="{9C1D2BC6-A921-346B-61EE-142A208945D9}"/>
              </a:ext>
            </a:extLst>
          </p:cNvPr>
          <p:cNvSpPr>
            <a:spLocks noGrp="1"/>
          </p:cNvSpPr>
          <p:nvPr>
            <p:ph type="sldNum" sz="quarter" idx="12"/>
          </p:nvPr>
        </p:nvSpPr>
        <p:spPr>
          <a:xfrm>
            <a:off x="11704320" y="6455431"/>
            <a:ext cx="445913" cy="365125"/>
          </a:xfrm>
        </p:spPr>
        <p:txBody>
          <a:bodyPr vert="horz" lIns="91440" tIns="45720" rIns="91440" bIns="45720" rtlCol="0" anchor="ctr">
            <a:normAutofit/>
          </a:bodyPr>
          <a:lstStyle/>
          <a:p>
            <a:pPr>
              <a:spcAft>
                <a:spcPts val="600"/>
              </a:spcAft>
            </a:pPr>
            <a:fld id="{BBC07E23-5D66-4BDA-857C-D8615BC30D33}" type="slidenum">
              <a:rPr lang="en-US" sz="1100">
                <a:solidFill>
                  <a:schemeClr val="tx1">
                    <a:lumMod val="50000"/>
                    <a:lumOff val="50000"/>
                  </a:schemeClr>
                </a:solidFill>
              </a:rPr>
              <a:pPr>
                <a:spcAft>
                  <a:spcPts val="600"/>
                </a:spcAft>
              </a:pPr>
              <a:t>30</a:t>
            </a:fld>
            <a:endParaRPr lang="en-US" sz="1100">
              <a:solidFill>
                <a:schemeClr val="tx1">
                  <a:lumMod val="50000"/>
                  <a:lumOff val="50000"/>
                </a:schemeClr>
              </a:solidFill>
            </a:endParaRPr>
          </a:p>
        </p:txBody>
      </p:sp>
    </p:spTree>
    <p:extLst>
      <p:ext uri="{BB962C8B-B14F-4D97-AF65-F5344CB8AC3E}">
        <p14:creationId xmlns:p14="http://schemas.microsoft.com/office/powerpoint/2010/main" val="251493758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73FCB4D-5791-BDAD-9D64-F3CE4D60456E}"/>
              </a:ext>
            </a:extLst>
          </p:cNvPr>
          <p:cNvSpPr>
            <a:spLocks noGrp="1"/>
          </p:cNvSpPr>
          <p:nvPr>
            <p:ph type="title"/>
          </p:nvPr>
        </p:nvSpPr>
        <p:spPr/>
        <p:txBody>
          <a:bodyPr/>
          <a:lstStyle/>
          <a:p>
            <a:r>
              <a:rPr lang="fr-FR" dirty="0"/>
              <a:t>Sources:</a:t>
            </a:r>
            <a:endParaRPr lang="es-AR" dirty="0"/>
          </a:p>
        </p:txBody>
      </p:sp>
      <p:sp>
        <p:nvSpPr>
          <p:cNvPr id="3" name="Espace réservé du contenu 2">
            <a:extLst>
              <a:ext uri="{FF2B5EF4-FFF2-40B4-BE49-F238E27FC236}">
                <a16:creationId xmlns:a16="http://schemas.microsoft.com/office/drawing/2014/main" id="{E6FF6EA4-8A67-DB1D-5EB1-7E17095F9270}"/>
              </a:ext>
            </a:extLst>
          </p:cNvPr>
          <p:cNvSpPr>
            <a:spLocks noGrp="1"/>
          </p:cNvSpPr>
          <p:nvPr>
            <p:ph idx="1"/>
          </p:nvPr>
        </p:nvSpPr>
        <p:spPr/>
        <p:txBody>
          <a:bodyPr>
            <a:normAutofit/>
          </a:bodyPr>
          <a:lstStyle/>
          <a:p>
            <a:r>
              <a:rPr lang="en-US" sz="1600" dirty="0"/>
              <a:t>A Comprehensive Survey on Deep Learning Multi-Modal Fusion: Methods, Technologies and Applications </a:t>
            </a:r>
            <a:r>
              <a:rPr lang="es-AR" sz="1600" dirty="0" err="1"/>
              <a:t>Tianzhe</a:t>
            </a:r>
            <a:r>
              <a:rPr lang="es-AR" sz="1600" dirty="0"/>
              <a:t> </a:t>
            </a:r>
            <a:r>
              <a:rPr lang="es-AR" sz="1600" dirty="0" err="1"/>
              <a:t>Jiao</a:t>
            </a:r>
            <a:r>
              <a:rPr lang="es-AR" sz="1600" dirty="0"/>
              <a:t>, </a:t>
            </a:r>
            <a:r>
              <a:rPr lang="es-AR" sz="1600" dirty="0" err="1"/>
              <a:t>Chaopeng</a:t>
            </a:r>
            <a:r>
              <a:rPr lang="es-AR" sz="1600" dirty="0"/>
              <a:t> </a:t>
            </a:r>
            <a:r>
              <a:rPr lang="es-AR" sz="1600" dirty="0" err="1"/>
              <a:t>Guo</a:t>
            </a:r>
            <a:r>
              <a:rPr lang="es-AR" sz="1600" dirty="0"/>
              <a:t>, </a:t>
            </a:r>
            <a:r>
              <a:rPr lang="es-AR" sz="1600" dirty="0" err="1"/>
              <a:t>Xiaoyue</a:t>
            </a:r>
            <a:r>
              <a:rPr lang="es-AR" sz="1600" dirty="0"/>
              <a:t> Feng, </a:t>
            </a:r>
            <a:r>
              <a:rPr lang="es-AR" sz="1600" dirty="0" err="1"/>
              <a:t>Yuming</a:t>
            </a:r>
            <a:r>
              <a:rPr lang="es-AR" sz="1600" dirty="0"/>
              <a:t> Chen and Jie </a:t>
            </a:r>
            <a:r>
              <a:rPr lang="es-AR" sz="1600" dirty="0" err="1"/>
              <a:t>Song</a:t>
            </a:r>
            <a:r>
              <a:rPr lang="es-AR" sz="1600" dirty="0"/>
              <a:t> 2024</a:t>
            </a:r>
          </a:p>
          <a:p>
            <a:r>
              <a:rPr lang="en-US" sz="1600" dirty="0"/>
              <a:t>Multimodal Machine Learning: A Survey and Taxonomy Tadas Baltrusaitis, Chaitanya Ahuja, and Louis-Philippe Morency 2017</a:t>
            </a:r>
          </a:p>
          <a:p>
            <a:r>
              <a:rPr lang="es-AR" sz="1600" dirty="0"/>
              <a:t>Multimodal </a:t>
            </a:r>
            <a:r>
              <a:rPr lang="es-AR" sz="1600" dirty="0" err="1"/>
              <a:t>Co-learning</a:t>
            </a:r>
            <a:r>
              <a:rPr lang="es-AR" sz="1600" dirty="0"/>
              <a:t>: </a:t>
            </a:r>
            <a:r>
              <a:rPr lang="es-AR" sz="1600" dirty="0" err="1"/>
              <a:t>Challenges</a:t>
            </a:r>
            <a:r>
              <a:rPr lang="es-AR" sz="1600" dirty="0"/>
              <a:t>, </a:t>
            </a:r>
            <a:r>
              <a:rPr lang="es-AR" sz="1600" dirty="0" err="1"/>
              <a:t>Applications</a:t>
            </a:r>
            <a:r>
              <a:rPr lang="es-AR" sz="1600" dirty="0"/>
              <a:t> </a:t>
            </a:r>
            <a:r>
              <a:rPr lang="es-AR" sz="1600" dirty="0" err="1"/>
              <a:t>with</a:t>
            </a:r>
            <a:r>
              <a:rPr lang="es-AR" sz="1600" dirty="0"/>
              <a:t> </a:t>
            </a:r>
            <a:r>
              <a:rPr lang="es-AR" sz="1600" dirty="0" err="1"/>
              <a:t>Datasets</a:t>
            </a:r>
            <a:r>
              <a:rPr lang="es-AR" sz="1600" dirty="0"/>
              <a:t>, </a:t>
            </a:r>
            <a:r>
              <a:rPr lang="es-AR" sz="1600" dirty="0" err="1"/>
              <a:t>Recent</a:t>
            </a:r>
            <a:r>
              <a:rPr lang="es-AR" sz="1600" dirty="0"/>
              <a:t> </a:t>
            </a:r>
            <a:r>
              <a:rPr lang="es-AR" sz="1600" dirty="0" err="1"/>
              <a:t>Advances</a:t>
            </a:r>
            <a:r>
              <a:rPr lang="es-AR" sz="1600" dirty="0"/>
              <a:t> and Future </a:t>
            </a:r>
            <a:r>
              <a:rPr lang="es-AR" sz="1600" dirty="0" err="1"/>
              <a:t>Directions</a:t>
            </a:r>
            <a:r>
              <a:rPr lang="es-AR" sz="1600" dirty="0"/>
              <a:t> Anil </a:t>
            </a:r>
            <a:r>
              <a:rPr lang="es-AR" sz="1600" dirty="0" err="1"/>
              <a:t>Rahatea</a:t>
            </a:r>
            <a:r>
              <a:rPr lang="es-AR" sz="1600" dirty="0"/>
              <a:t> , </a:t>
            </a:r>
            <a:r>
              <a:rPr lang="es-AR" sz="1600" dirty="0" err="1"/>
              <a:t>Rahee</a:t>
            </a:r>
            <a:r>
              <a:rPr lang="es-AR" sz="1600" dirty="0"/>
              <a:t> </a:t>
            </a:r>
            <a:r>
              <a:rPr lang="es-AR" sz="1600" dirty="0" err="1"/>
              <a:t>Walambea</a:t>
            </a:r>
            <a:r>
              <a:rPr lang="es-AR" sz="1600" dirty="0"/>
              <a:t>, b, </a:t>
            </a:r>
            <a:r>
              <a:rPr lang="es-AR" sz="1600" dirty="0" err="1"/>
              <a:t>Sheela</a:t>
            </a:r>
            <a:r>
              <a:rPr lang="es-AR" sz="1600" dirty="0"/>
              <a:t> </a:t>
            </a:r>
            <a:r>
              <a:rPr lang="es-AR" sz="1600" dirty="0" err="1"/>
              <a:t>Ramannac</a:t>
            </a:r>
            <a:r>
              <a:rPr lang="es-AR" sz="1600" dirty="0"/>
              <a:t> , </a:t>
            </a:r>
            <a:r>
              <a:rPr lang="es-AR" sz="1600" dirty="0" err="1"/>
              <a:t>Ketan</a:t>
            </a:r>
            <a:r>
              <a:rPr lang="es-AR" sz="1600" dirty="0"/>
              <a:t> </a:t>
            </a:r>
            <a:r>
              <a:rPr lang="es-AR" sz="1600" dirty="0" err="1"/>
              <a:t>Kotechaa</a:t>
            </a:r>
            <a:r>
              <a:rPr lang="es-AR" sz="1600" dirty="0"/>
              <a:t> 2022 </a:t>
            </a:r>
          </a:p>
          <a:p>
            <a:r>
              <a:rPr lang="es-AR" sz="1600" dirty="0">
                <a:hlinkClick r:id="rId2">
                  <a:extLst>
                    <a:ext uri="{A12FA001-AC4F-418D-AE19-62706E023703}">
                      <ahyp:hlinkClr xmlns:ahyp="http://schemas.microsoft.com/office/drawing/2018/hyperlinkcolor" val="tx"/>
                    </a:ext>
                  </a:extLst>
                </a:hlinkClick>
              </a:rPr>
              <a:t>https://www.youtube.com/watch?v=kixc1mh55yY</a:t>
            </a:r>
            <a:endParaRPr lang="es-AR" sz="1600" dirty="0"/>
          </a:p>
          <a:p>
            <a:r>
              <a:rPr lang="es-AR" sz="1600" dirty="0"/>
              <a:t>https://www.youtube.com/watch?v=xcOMHwjNLaA</a:t>
            </a:r>
          </a:p>
          <a:p>
            <a:endParaRPr lang="es-AR" sz="1600" dirty="0"/>
          </a:p>
        </p:txBody>
      </p:sp>
      <p:sp>
        <p:nvSpPr>
          <p:cNvPr id="4" name="Espace réservé du numéro de diapositive 3">
            <a:extLst>
              <a:ext uri="{FF2B5EF4-FFF2-40B4-BE49-F238E27FC236}">
                <a16:creationId xmlns:a16="http://schemas.microsoft.com/office/drawing/2014/main" id="{EF68CB79-5CD9-AB4A-7239-D9C964CF7CB0}"/>
              </a:ext>
            </a:extLst>
          </p:cNvPr>
          <p:cNvSpPr>
            <a:spLocks noGrp="1"/>
          </p:cNvSpPr>
          <p:nvPr>
            <p:ph type="sldNum" sz="quarter" idx="12"/>
          </p:nvPr>
        </p:nvSpPr>
        <p:spPr/>
        <p:txBody>
          <a:bodyPr/>
          <a:lstStyle/>
          <a:p>
            <a:fld id="{BBC07E23-5D66-4BDA-857C-D8615BC30D33}" type="slidenum">
              <a:rPr lang="fr-FR" smtClean="0"/>
              <a:t>31</a:t>
            </a:fld>
            <a:endParaRPr lang="fr-FR"/>
          </a:p>
        </p:txBody>
      </p:sp>
    </p:spTree>
    <p:extLst>
      <p:ext uri="{BB962C8B-B14F-4D97-AF65-F5344CB8AC3E}">
        <p14:creationId xmlns:p14="http://schemas.microsoft.com/office/powerpoint/2010/main" val="446004295"/>
      </p:ext>
    </p:extLst>
  </p:cSld>
  <p:clrMapOvr>
    <a:masterClrMapping/>
  </p:clrMapOvr>
</p:sld>
</file>

<file path=ppt/theme/theme1.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Thèm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9580</TotalTime>
  <Words>2475</Words>
  <Application>Microsoft Office PowerPoint</Application>
  <PresentationFormat>Grand écran</PresentationFormat>
  <Paragraphs>366</Paragraphs>
  <Slides>31</Slides>
  <Notes>27</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31</vt:i4>
      </vt:variant>
    </vt:vector>
  </HeadingPairs>
  <TitlesOfParts>
    <vt:vector size="35" baseType="lpstr">
      <vt:lpstr>Aptos</vt:lpstr>
      <vt:lpstr>Aptos Display</vt:lpstr>
      <vt:lpstr>Arial</vt:lpstr>
      <vt:lpstr>Thème Office</vt:lpstr>
      <vt:lpstr>Introduction aux modèles multimodaux</vt:lpstr>
      <vt:lpstr>Sommaire:</vt:lpstr>
      <vt:lpstr>Modalité</vt:lpstr>
      <vt:lpstr>Les modèles multimodaux : </vt:lpstr>
      <vt:lpstr>Domaines d’applications</vt:lpstr>
      <vt:lpstr>Les Outils des modèles multimodaux</vt:lpstr>
      <vt:lpstr>La fusion</vt:lpstr>
      <vt:lpstr>Les méthodes de fusion</vt:lpstr>
      <vt:lpstr>Model unimodal </vt:lpstr>
      <vt:lpstr>Early  Fusion</vt:lpstr>
      <vt:lpstr>Deep  Fusion</vt:lpstr>
      <vt:lpstr>Late  Fusion</vt:lpstr>
      <vt:lpstr>Hybrid  Fusion</vt:lpstr>
      <vt:lpstr>Technologies de Fusion</vt:lpstr>
      <vt:lpstr>Data Representation:</vt:lpstr>
      <vt:lpstr>Joint Representation</vt:lpstr>
      <vt:lpstr>Coordinated Representation</vt:lpstr>
      <vt:lpstr>Data Translation</vt:lpstr>
      <vt:lpstr>Data Alignment</vt:lpstr>
      <vt:lpstr>Présentation PowerPoint</vt:lpstr>
      <vt:lpstr>Le Co-learning</vt:lpstr>
      <vt:lpstr>Présentation PowerPoint</vt:lpstr>
      <vt:lpstr>Présentation PowerPoint</vt:lpstr>
      <vt:lpstr>Qualité des données :</vt:lpstr>
      <vt:lpstr>Perte d’information :</vt:lpstr>
      <vt:lpstr>Accumulation d’erreurs :</vt:lpstr>
      <vt:lpstr>Quantité de modalités :</vt:lpstr>
      <vt:lpstr>Garantie en temps réel :</vt:lpstr>
      <vt:lpstr>Environnement dynamique :</vt:lpstr>
      <vt:lpstr>Synchronisation temporelle :</vt:lpstr>
      <vt:lpstr>Sources: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Robin Mougne</dc:creator>
  <cp:lastModifiedBy>MOUGNE Robin</cp:lastModifiedBy>
  <cp:revision>36</cp:revision>
  <dcterms:created xsi:type="dcterms:W3CDTF">2025-09-05T12:51:10Z</dcterms:created>
  <dcterms:modified xsi:type="dcterms:W3CDTF">2026-01-26T14:59:59Z</dcterms:modified>
</cp:coreProperties>
</file>