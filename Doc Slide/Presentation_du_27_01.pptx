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305" r:id="rId2"/>
    <p:sldId id="301" r:id="rId3"/>
    <p:sldId id="264" r:id="rId4"/>
    <p:sldId id="302" r:id="rId5"/>
    <p:sldId id="308" r:id="rId6"/>
    <p:sldId id="265" r:id="rId7"/>
    <p:sldId id="333" r:id="rId8"/>
    <p:sldId id="266" r:id="rId9"/>
    <p:sldId id="304" r:id="rId10"/>
    <p:sldId id="267" r:id="rId11"/>
    <p:sldId id="271" r:id="rId12"/>
    <p:sldId id="270" r:id="rId13"/>
    <p:sldId id="269" r:id="rId14"/>
    <p:sldId id="272" r:id="rId15"/>
    <p:sldId id="275" r:id="rId16"/>
    <p:sldId id="276" r:id="rId17"/>
    <p:sldId id="317" r:id="rId18"/>
    <p:sldId id="318" r:id="rId19"/>
    <p:sldId id="259" r:id="rId20"/>
    <p:sldId id="299" r:id="rId21"/>
    <p:sldId id="321" r:id="rId22"/>
    <p:sldId id="322" r:id="rId23"/>
    <p:sldId id="323" r:id="rId24"/>
    <p:sldId id="325" r:id="rId25"/>
    <p:sldId id="324" r:id="rId26"/>
    <p:sldId id="327" r:id="rId27"/>
    <p:sldId id="328" r:id="rId28"/>
    <p:sldId id="329" r:id="rId29"/>
    <p:sldId id="300" r:id="rId3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Style moyen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Style clair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55811" autoAdjust="0"/>
  </p:normalViewPr>
  <p:slideViewPr>
    <p:cSldViewPr snapToGrid="0">
      <p:cViewPr varScale="1">
        <p:scale>
          <a:sx n="61" d="100"/>
          <a:sy n="61" d="100"/>
        </p:scale>
        <p:origin x="2454" y="78"/>
      </p:cViewPr>
      <p:guideLst/>
    </p:cSldViewPr>
  </p:slideViewPr>
  <p:outlineViewPr>
    <p:cViewPr>
      <p:scale>
        <a:sx n="33" d="100"/>
        <a:sy n="33" d="100"/>
      </p:scale>
      <p:origin x="0" y="-1059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ata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9DE1E8-BA3B-4A9F-AE11-05D3F709E2B7}"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12531E2C-1B08-4B1F-AE32-5C3FFE036941}">
      <dgm:prSet/>
      <dgm:spPr>
        <a:solidFill>
          <a:schemeClr val="accent1"/>
        </a:solidFill>
      </dgm:spPr>
      <dgm:t>
        <a:bodyPr/>
        <a:lstStyle/>
        <a:p>
          <a:r>
            <a:rPr lang="fr-FR" dirty="0"/>
            <a:t>Une modalité est un type de donnée utilisé pour représenter une information.</a:t>
          </a:r>
          <a:endParaRPr lang="en-US" dirty="0"/>
        </a:p>
      </dgm:t>
    </dgm:pt>
    <dgm:pt modelId="{FA218412-3091-45D5-8F33-C61CE0F252A8}" type="parTrans" cxnId="{A915841E-E784-441A-A124-764FD02DA831}">
      <dgm:prSet/>
      <dgm:spPr/>
      <dgm:t>
        <a:bodyPr/>
        <a:lstStyle/>
        <a:p>
          <a:endParaRPr lang="en-US"/>
        </a:p>
      </dgm:t>
    </dgm:pt>
    <dgm:pt modelId="{4BD47C9F-8CAB-4B12-B541-EBD476D40C71}" type="sibTrans" cxnId="{A915841E-E784-441A-A124-764FD02DA831}">
      <dgm:prSet/>
      <dgm:spPr/>
      <dgm:t>
        <a:bodyPr/>
        <a:lstStyle/>
        <a:p>
          <a:endParaRPr lang="en-US"/>
        </a:p>
      </dgm:t>
    </dgm:pt>
    <dgm:pt modelId="{E309DDA9-FEC9-41A6-B92B-547368FDB2BF}">
      <dgm:prSet/>
      <dgm:spPr/>
      <dgm:t>
        <a:bodyPr/>
        <a:lstStyle/>
        <a:p>
          <a:r>
            <a:rPr lang="fr-FR"/>
            <a:t>Les type de formats :</a:t>
          </a:r>
          <a:endParaRPr lang="en-US"/>
        </a:p>
      </dgm:t>
    </dgm:pt>
    <dgm:pt modelId="{3B1BDA1F-BA6F-4393-99B7-D5B2CD4D81C0}" type="parTrans" cxnId="{69E0DA9B-E126-432E-B818-8F63914AB37F}">
      <dgm:prSet/>
      <dgm:spPr/>
      <dgm:t>
        <a:bodyPr/>
        <a:lstStyle/>
        <a:p>
          <a:endParaRPr lang="en-US"/>
        </a:p>
      </dgm:t>
    </dgm:pt>
    <dgm:pt modelId="{C8BC13DC-6385-40F1-A20E-DEE04A249D47}" type="sibTrans" cxnId="{69E0DA9B-E126-432E-B818-8F63914AB37F}">
      <dgm:prSet/>
      <dgm:spPr/>
      <dgm:t>
        <a:bodyPr/>
        <a:lstStyle/>
        <a:p>
          <a:endParaRPr lang="en-US"/>
        </a:p>
      </dgm:t>
    </dgm:pt>
    <dgm:pt modelId="{F24AEDFE-8A3F-4A31-A969-CB6EA90AEEE2}">
      <dgm:prSet/>
      <dgm:spPr/>
      <dgm:t>
        <a:bodyPr/>
        <a:lstStyle/>
        <a:p>
          <a:r>
            <a:rPr lang="fr-FR"/>
            <a:t>Image</a:t>
          </a:r>
          <a:endParaRPr lang="en-US"/>
        </a:p>
      </dgm:t>
    </dgm:pt>
    <dgm:pt modelId="{AC98155F-0E84-4880-9A64-FB1149BBD23D}" type="parTrans" cxnId="{B7FD1541-E467-4D6D-9A0C-DCDC1935E1D1}">
      <dgm:prSet/>
      <dgm:spPr/>
      <dgm:t>
        <a:bodyPr/>
        <a:lstStyle/>
        <a:p>
          <a:endParaRPr lang="en-US"/>
        </a:p>
      </dgm:t>
    </dgm:pt>
    <dgm:pt modelId="{B110C6D6-CA9B-485C-B3B4-D4D052E5227B}" type="sibTrans" cxnId="{B7FD1541-E467-4D6D-9A0C-DCDC1935E1D1}">
      <dgm:prSet/>
      <dgm:spPr/>
      <dgm:t>
        <a:bodyPr/>
        <a:lstStyle/>
        <a:p>
          <a:endParaRPr lang="en-US"/>
        </a:p>
      </dgm:t>
    </dgm:pt>
    <dgm:pt modelId="{55F5EB5D-E9E5-4C80-AAAC-298B630FF56C}">
      <dgm:prSet/>
      <dgm:spPr/>
      <dgm:t>
        <a:bodyPr/>
        <a:lstStyle/>
        <a:p>
          <a:r>
            <a:rPr lang="fr-FR"/>
            <a:t>Textuel</a:t>
          </a:r>
          <a:endParaRPr lang="en-US"/>
        </a:p>
      </dgm:t>
    </dgm:pt>
    <dgm:pt modelId="{45F02F2B-85EB-47D0-972B-53D2458F3E90}" type="parTrans" cxnId="{7E90782C-F23B-4E1C-91FB-A3AC2F720D46}">
      <dgm:prSet/>
      <dgm:spPr/>
      <dgm:t>
        <a:bodyPr/>
        <a:lstStyle/>
        <a:p>
          <a:endParaRPr lang="en-US"/>
        </a:p>
      </dgm:t>
    </dgm:pt>
    <dgm:pt modelId="{075EDECA-C0B4-4FB8-B600-8C5AF604C224}" type="sibTrans" cxnId="{7E90782C-F23B-4E1C-91FB-A3AC2F720D46}">
      <dgm:prSet/>
      <dgm:spPr/>
      <dgm:t>
        <a:bodyPr/>
        <a:lstStyle/>
        <a:p>
          <a:endParaRPr lang="en-US"/>
        </a:p>
      </dgm:t>
    </dgm:pt>
    <dgm:pt modelId="{A2AB8FDA-CE02-4D05-A33A-1D6257F25985}">
      <dgm:prSet/>
      <dgm:spPr/>
      <dgm:t>
        <a:bodyPr/>
        <a:lstStyle/>
        <a:p>
          <a:r>
            <a:rPr lang="fr-FR"/>
            <a:t>Audio</a:t>
          </a:r>
          <a:endParaRPr lang="en-US"/>
        </a:p>
      </dgm:t>
    </dgm:pt>
    <dgm:pt modelId="{96A683CA-6712-4166-BCDB-91CCE0877595}" type="parTrans" cxnId="{03C7D7A2-5E92-49FA-A0B3-CB74D34CC3BD}">
      <dgm:prSet/>
      <dgm:spPr/>
      <dgm:t>
        <a:bodyPr/>
        <a:lstStyle/>
        <a:p>
          <a:endParaRPr lang="en-US"/>
        </a:p>
      </dgm:t>
    </dgm:pt>
    <dgm:pt modelId="{5B521C7F-94B6-4723-BD75-1E7776B83D23}" type="sibTrans" cxnId="{03C7D7A2-5E92-49FA-A0B3-CB74D34CC3BD}">
      <dgm:prSet/>
      <dgm:spPr/>
      <dgm:t>
        <a:bodyPr/>
        <a:lstStyle/>
        <a:p>
          <a:endParaRPr lang="en-US"/>
        </a:p>
      </dgm:t>
    </dgm:pt>
    <dgm:pt modelId="{B2931212-D433-4D0B-992F-73F98DF26157}">
      <dgm:prSet/>
      <dgm:spPr/>
      <dgm:t>
        <a:bodyPr/>
        <a:lstStyle/>
        <a:p>
          <a:r>
            <a:rPr lang="fr-FR"/>
            <a:t>Vidéo</a:t>
          </a:r>
          <a:endParaRPr lang="en-US"/>
        </a:p>
      </dgm:t>
    </dgm:pt>
    <dgm:pt modelId="{FF1AFD5D-3D63-4ED4-BF6A-9E245BCAD408}" type="parTrans" cxnId="{7E48942E-6FE5-4990-A24A-74C530B7CA4B}">
      <dgm:prSet/>
      <dgm:spPr/>
      <dgm:t>
        <a:bodyPr/>
        <a:lstStyle/>
        <a:p>
          <a:endParaRPr lang="en-US"/>
        </a:p>
      </dgm:t>
    </dgm:pt>
    <dgm:pt modelId="{796A44CD-41E9-44B1-8AD0-AD14F3D0092B}" type="sibTrans" cxnId="{7E48942E-6FE5-4990-A24A-74C530B7CA4B}">
      <dgm:prSet/>
      <dgm:spPr/>
      <dgm:t>
        <a:bodyPr/>
        <a:lstStyle/>
        <a:p>
          <a:endParaRPr lang="en-US"/>
        </a:p>
      </dgm:t>
    </dgm:pt>
    <dgm:pt modelId="{7F0CD33F-7236-4F5A-87CD-E175C7544EA5}">
      <dgm:prSet/>
      <dgm:spPr/>
      <dgm:t>
        <a:bodyPr/>
        <a:lstStyle/>
        <a:p>
          <a:r>
            <a:rPr lang="fr-FR"/>
            <a:t>…</a:t>
          </a:r>
          <a:endParaRPr lang="en-US"/>
        </a:p>
      </dgm:t>
    </dgm:pt>
    <dgm:pt modelId="{1F0B095D-F32B-49D7-85AF-159D71F0BADF}" type="parTrans" cxnId="{38E16C4D-3F9F-4206-A399-6BA6424AEB77}">
      <dgm:prSet/>
      <dgm:spPr/>
      <dgm:t>
        <a:bodyPr/>
        <a:lstStyle/>
        <a:p>
          <a:endParaRPr lang="en-US"/>
        </a:p>
      </dgm:t>
    </dgm:pt>
    <dgm:pt modelId="{2345A3AA-DB7D-4D20-9C65-C968B2523D2B}" type="sibTrans" cxnId="{38E16C4D-3F9F-4206-A399-6BA6424AEB77}">
      <dgm:prSet/>
      <dgm:spPr/>
      <dgm:t>
        <a:bodyPr/>
        <a:lstStyle/>
        <a:p>
          <a:endParaRPr lang="en-US"/>
        </a:p>
      </dgm:t>
    </dgm:pt>
    <dgm:pt modelId="{CE6C132D-AC03-4AB7-98DA-7888C9AE244B}" type="pres">
      <dgm:prSet presAssocID="{169DE1E8-BA3B-4A9F-AE11-05D3F709E2B7}" presName="Name0" presStyleCnt="0">
        <dgm:presLayoutVars>
          <dgm:dir/>
          <dgm:animLvl val="lvl"/>
          <dgm:resizeHandles val="exact"/>
        </dgm:presLayoutVars>
      </dgm:prSet>
      <dgm:spPr/>
    </dgm:pt>
    <dgm:pt modelId="{AAF313C8-F53C-442D-9539-D0229135551F}" type="pres">
      <dgm:prSet presAssocID="{E309DDA9-FEC9-41A6-B92B-547368FDB2BF}" presName="boxAndChildren" presStyleCnt="0"/>
      <dgm:spPr/>
    </dgm:pt>
    <dgm:pt modelId="{D6BCD3E8-2236-4F24-97D5-C9526DDC77B0}" type="pres">
      <dgm:prSet presAssocID="{E309DDA9-FEC9-41A6-B92B-547368FDB2BF}" presName="parentTextBox" presStyleLbl="node1" presStyleIdx="0" presStyleCnt="2"/>
      <dgm:spPr/>
    </dgm:pt>
    <dgm:pt modelId="{4832B079-7EB7-4923-BE49-5420F6BB08F5}" type="pres">
      <dgm:prSet presAssocID="{E309DDA9-FEC9-41A6-B92B-547368FDB2BF}" presName="entireBox" presStyleLbl="node1" presStyleIdx="0" presStyleCnt="2"/>
      <dgm:spPr/>
    </dgm:pt>
    <dgm:pt modelId="{DC97A7DA-3204-4951-84AE-FCEAFB42A1B3}" type="pres">
      <dgm:prSet presAssocID="{E309DDA9-FEC9-41A6-B92B-547368FDB2BF}" presName="descendantBox" presStyleCnt="0"/>
      <dgm:spPr/>
    </dgm:pt>
    <dgm:pt modelId="{2C9BF001-01CE-4FE9-BD09-1DD1A5F9278C}" type="pres">
      <dgm:prSet presAssocID="{F24AEDFE-8A3F-4A31-A969-CB6EA90AEEE2}" presName="childTextBox" presStyleLbl="fgAccFollowNode1" presStyleIdx="0" presStyleCnt="5">
        <dgm:presLayoutVars>
          <dgm:bulletEnabled val="1"/>
        </dgm:presLayoutVars>
      </dgm:prSet>
      <dgm:spPr/>
    </dgm:pt>
    <dgm:pt modelId="{515F2632-F7E2-471A-BEEE-24ABEF5F443E}" type="pres">
      <dgm:prSet presAssocID="{55F5EB5D-E9E5-4C80-AAAC-298B630FF56C}" presName="childTextBox" presStyleLbl="fgAccFollowNode1" presStyleIdx="1" presStyleCnt="5">
        <dgm:presLayoutVars>
          <dgm:bulletEnabled val="1"/>
        </dgm:presLayoutVars>
      </dgm:prSet>
      <dgm:spPr/>
    </dgm:pt>
    <dgm:pt modelId="{1C3E0C68-0369-47F8-BC89-69D3ECA1CD82}" type="pres">
      <dgm:prSet presAssocID="{A2AB8FDA-CE02-4D05-A33A-1D6257F25985}" presName="childTextBox" presStyleLbl="fgAccFollowNode1" presStyleIdx="2" presStyleCnt="5">
        <dgm:presLayoutVars>
          <dgm:bulletEnabled val="1"/>
        </dgm:presLayoutVars>
      </dgm:prSet>
      <dgm:spPr/>
    </dgm:pt>
    <dgm:pt modelId="{9214643E-FC2E-486F-80BF-198EE34F2555}" type="pres">
      <dgm:prSet presAssocID="{B2931212-D433-4D0B-992F-73F98DF26157}" presName="childTextBox" presStyleLbl="fgAccFollowNode1" presStyleIdx="3" presStyleCnt="5">
        <dgm:presLayoutVars>
          <dgm:bulletEnabled val="1"/>
        </dgm:presLayoutVars>
      </dgm:prSet>
      <dgm:spPr/>
    </dgm:pt>
    <dgm:pt modelId="{5D5DD105-941C-4D3B-B8F3-18A43B985575}" type="pres">
      <dgm:prSet presAssocID="{7F0CD33F-7236-4F5A-87CD-E175C7544EA5}" presName="childTextBox" presStyleLbl="fgAccFollowNode1" presStyleIdx="4" presStyleCnt="5">
        <dgm:presLayoutVars>
          <dgm:bulletEnabled val="1"/>
        </dgm:presLayoutVars>
      </dgm:prSet>
      <dgm:spPr/>
    </dgm:pt>
    <dgm:pt modelId="{F42154A5-BC48-4B05-BFB2-A6E6B5F08B19}" type="pres">
      <dgm:prSet presAssocID="{4BD47C9F-8CAB-4B12-B541-EBD476D40C71}" presName="sp" presStyleCnt="0"/>
      <dgm:spPr/>
    </dgm:pt>
    <dgm:pt modelId="{B1DF71AA-C85E-42A1-BA52-2D690336BAF8}" type="pres">
      <dgm:prSet presAssocID="{12531E2C-1B08-4B1F-AE32-5C3FFE036941}" presName="arrowAndChildren" presStyleCnt="0"/>
      <dgm:spPr/>
    </dgm:pt>
    <dgm:pt modelId="{22910CFA-8A4B-4CEB-B3D7-B4DB9D9953CD}" type="pres">
      <dgm:prSet presAssocID="{12531E2C-1B08-4B1F-AE32-5C3FFE036941}" presName="parentTextArrow" presStyleLbl="node1" presStyleIdx="1" presStyleCnt="2"/>
      <dgm:spPr/>
    </dgm:pt>
  </dgm:ptLst>
  <dgm:cxnLst>
    <dgm:cxn modelId="{A915841E-E784-441A-A124-764FD02DA831}" srcId="{169DE1E8-BA3B-4A9F-AE11-05D3F709E2B7}" destId="{12531E2C-1B08-4B1F-AE32-5C3FFE036941}" srcOrd="0" destOrd="0" parTransId="{FA218412-3091-45D5-8F33-C61CE0F252A8}" sibTransId="{4BD47C9F-8CAB-4B12-B541-EBD476D40C71}"/>
    <dgm:cxn modelId="{7E90782C-F23B-4E1C-91FB-A3AC2F720D46}" srcId="{E309DDA9-FEC9-41A6-B92B-547368FDB2BF}" destId="{55F5EB5D-E9E5-4C80-AAAC-298B630FF56C}" srcOrd="1" destOrd="0" parTransId="{45F02F2B-85EB-47D0-972B-53D2458F3E90}" sibTransId="{075EDECA-C0B4-4FB8-B600-8C5AF604C224}"/>
    <dgm:cxn modelId="{7E48942E-6FE5-4990-A24A-74C530B7CA4B}" srcId="{E309DDA9-FEC9-41A6-B92B-547368FDB2BF}" destId="{B2931212-D433-4D0B-992F-73F98DF26157}" srcOrd="3" destOrd="0" parTransId="{FF1AFD5D-3D63-4ED4-BF6A-9E245BCAD408}" sibTransId="{796A44CD-41E9-44B1-8AD0-AD14F3D0092B}"/>
    <dgm:cxn modelId="{B7FD1541-E467-4D6D-9A0C-DCDC1935E1D1}" srcId="{E309DDA9-FEC9-41A6-B92B-547368FDB2BF}" destId="{F24AEDFE-8A3F-4A31-A969-CB6EA90AEEE2}" srcOrd="0" destOrd="0" parTransId="{AC98155F-0E84-4880-9A64-FB1149BBD23D}" sibTransId="{B110C6D6-CA9B-485C-B3B4-D4D052E5227B}"/>
    <dgm:cxn modelId="{38E16C4D-3F9F-4206-A399-6BA6424AEB77}" srcId="{E309DDA9-FEC9-41A6-B92B-547368FDB2BF}" destId="{7F0CD33F-7236-4F5A-87CD-E175C7544EA5}" srcOrd="4" destOrd="0" parTransId="{1F0B095D-F32B-49D7-85AF-159D71F0BADF}" sibTransId="{2345A3AA-DB7D-4D20-9C65-C968B2523D2B}"/>
    <dgm:cxn modelId="{F3217186-2576-40CD-81D0-B148BA6B6892}" type="presOf" srcId="{7F0CD33F-7236-4F5A-87CD-E175C7544EA5}" destId="{5D5DD105-941C-4D3B-B8F3-18A43B985575}" srcOrd="0" destOrd="0" presId="urn:microsoft.com/office/officeart/2005/8/layout/process4"/>
    <dgm:cxn modelId="{F0887388-178D-4422-994C-306CCF2E968F}" type="presOf" srcId="{55F5EB5D-E9E5-4C80-AAAC-298B630FF56C}" destId="{515F2632-F7E2-471A-BEEE-24ABEF5F443E}" srcOrd="0" destOrd="0" presId="urn:microsoft.com/office/officeart/2005/8/layout/process4"/>
    <dgm:cxn modelId="{E6778789-0F24-4E4A-9C16-E9A18415DCD6}" type="presOf" srcId="{F24AEDFE-8A3F-4A31-A969-CB6EA90AEEE2}" destId="{2C9BF001-01CE-4FE9-BD09-1DD1A5F9278C}" srcOrd="0" destOrd="0" presId="urn:microsoft.com/office/officeart/2005/8/layout/process4"/>
    <dgm:cxn modelId="{67B49597-FB85-431C-A1BF-01D7A03AF8E7}" type="presOf" srcId="{E309DDA9-FEC9-41A6-B92B-547368FDB2BF}" destId="{4832B079-7EB7-4923-BE49-5420F6BB08F5}" srcOrd="1" destOrd="0" presId="urn:microsoft.com/office/officeart/2005/8/layout/process4"/>
    <dgm:cxn modelId="{69E0DA9B-E126-432E-B818-8F63914AB37F}" srcId="{169DE1E8-BA3B-4A9F-AE11-05D3F709E2B7}" destId="{E309DDA9-FEC9-41A6-B92B-547368FDB2BF}" srcOrd="1" destOrd="0" parTransId="{3B1BDA1F-BA6F-4393-99B7-D5B2CD4D81C0}" sibTransId="{C8BC13DC-6385-40F1-A20E-DEE04A249D47}"/>
    <dgm:cxn modelId="{2AE10F9D-BCCD-42CF-9C18-5889B523D2F4}" type="presOf" srcId="{B2931212-D433-4D0B-992F-73F98DF26157}" destId="{9214643E-FC2E-486F-80BF-198EE34F2555}" srcOrd="0" destOrd="0" presId="urn:microsoft.com/office/officeart/2005/8/layout/process4"/>
    <dgm:cxn modelId="{03C7D7A2-5E92-49FA-A0B3-CB74D34CC3BD}" srcId="{E309DDA9-FEC9-41A6-B92B-547368FDB2BF}" destId="{A2AB8FDA-CE02-4D05-A33A-1D6257F25985}" srcOrd="2" destOrd="0" parTransId="{96A683CA-6712-4166-BCDB-91CCE0877595}" sibTransId="{5B521C7F-94B6-4723-BD75-1E7776B83D23}"/>
    <dgm:cxn modelId="{FBCAD6BD-E299-41CB-A7E4-47052F17D339}" type="presOf" srcId="{E309DDA9-FEC9-41A6-B92B-547368FDB2BF}" destId="{D6BCD3E8-2236-4F24-97D5-C9526DDC77B0}" srcOrd="0" destOrd="0" presId="urn:microsoft.com/office/officeart/2005/8/layout/process4"/>
    <dgm:cxn modelId="{97E6FAC1-3EAA-4F7E-A67B-1AC7CEDD5D0D}" type="presOf" srcId="{12531E2C-1B08-4B1F-AE32-5C3FFE036941}" destId="{22910CFA-8A4B-4CEB-B3D7-B4DB9D9953CD}" srcOrd="0" destOrd="0" presId="urn:microsoft.com/office/officeart/2005/8/layout/process4"/>
    <dgm:cxn modelId="{774691C4-EB0D-4644-83BE-5D856859EF4C}" type="presOf" srcId="{A2AB8FDA-CE02-4D05-A33A-1D6257F25985}" destId="{1C3E0C68-0369-47F8-BC89-69D3ECA1CD82}" srcOrd="0" destOrd="0" presId="urn:microsoft.com/office/officeart/2005/8/layout/process4"/>
    <dgm:cxn modelId="{B5A767C5-34FF-4611-9E80-515D2D33B48B}" type="presOf" srcId="{169DE1E8-BA3B-4A9F-AE11-05D3F709E2B7}" destId="{CE6C132D-AC03-4AB7-98DA-7888C9AE244B}" srcOrd="0" destOrd="0" presId="urn:microsoft.com/office/officeart/2005/8/layout/process4"/>
    <dgm:cxn modelId="{F90620AC-8D89-4926-8FB0-D652489E0B02}" type="presParOf" srcId="{CE6C132D-AC03-4AB7-98DA-7888C9AE244B}" destId="{AAF313C8-F53C-442D-9539-D0229135551F}" srcOrd="0" destOrd="0" presId="urn:microsoft.com/office/officeart/2005/8/layout/process4"/>
    <dgm:cxn modelId="{E88D2312-3329-4869-974E-7A5E0BBFCFCA}" type="presParOf" srcId="{AAF313C8-F53C-442D-9539-D0229135551F}" destId="{D6BCD3E8-2236-4F24-97D5-C9526DDC77B0}" srcOrd="0" destOrd="0" presId="urn:microsoft.com/office/officeart/2005/8/layout/process4"/>
    <dgm:cxn modelId="{EAB09498-E2C3-41A3-9A03-0A08A79D43B0}" type="presParOf" srcId="{AAF313C8-F53C-442D-9539-D0229135551F}" destId="{4832B079-7EB7-4923-BE49-5420F6BB08F5}" srcOrd="1" destOrd="0" presId="urn:microsoft.com/office/officeart/2005/8/layout/process4"/>
    <dgm:cxn modelId="{2B57AB0E-B2BF-4C31-85FC-597E6EB3233D}" type="presParOf" srcId="{AAF313C8-F53C-442D-9539-D0229135551F}" destId="{DC97A7DA-3204-4951-84AE-FCEAFB42A1B3}" srcOrd="2" destOrd="0" presId="urn:microsoft.com/office/officeart/2005/8/layout/process4"/>
    <dgm:cxn modelId="{200417D9-BDE9-4E75-8C8C-D25BF74025B3}" type="presParOf" srcId="{DC97A7DA-3204-4951-84AE-FCEAFB42A1B3}" destId="{2C9BF001-01CE-4FE9-BD09-1DD1A5F9278C}" srcOrd="0" destOrd="0" presId="urn:microsoft.com/office/officeart/2005/8/layout/process4"/>
    <dgm:cxn modelId="{AA430DB1-9080-43A6-9939-E04166906CE0}" type="presParOf" srcId="{DC97A7DA-3204-4951-84AE-FCEAFB42A1B3}" destId="{515F2632-F7E2-471A-BEEE-24ABEF5F443E}" srcOrd="1" destOrd="0" presId="urn:microsoft.com/office/officeart/2005/8/layout/process4"/>
    <dgm:cxn modelId="{918EED2F-6768-45A4-8B03-A812098EB3D4}" type="presParOf" srcId="{DC97A7DA-3204-4951-84AE-FCEAFB42A1B3}" destId="{1C3E0C68-0369-47F8-BC89-69D3ECA1CD82}" srcOrd="2" destOrd="0" presId="urn:microsoft.com/office/officeart/2005/8/layout/process4"/>
    <dgm:cxn modelId="{0E959F73-F497-421B-B9B0-52F6ABD62AB6}" type="presParOf" srcId="{DC97A7DA-3204-4951-84AE-FCEAFB42A1B3}" destId="{9214643E-FC2E-486F-80BF-198EE34F2555}" srcOrd="3" destOrd="0" presId="urn:microsoft.com/office/officeart/2005/8/layout/process4"/>
    <dgm:cxn modelId="{555A448C-FA93-41A1-9E41-29D266201A00}" type="presParOf" srcId="{DC97A7DA-3204-4951-84AE-FCEAFB42A1B3}" destId="{5D5DD105-941C-4D3B-B8F3-18A43B985575}" srcOrd="4" destOrd="0" presId="urn:microsoft.com/office/officeart/2005/8/layout/process4"/>
    <dgm:cxn modelId="{3899768A-987B-4176-B525-A5494AC50DE3}" type="presParOf" srcId="{CE6C132D-AC03-4AB7-98DA-7888C9AE244B}" destId="{F42154A5-BC48-4B05-BFB2-A6E6B5F08B19}" srcOrd="1" destOrd="0" presId="urn:microsoft.com/office/officeart/2005/8/layout/process4"/>
    <dgm:cxn modelId="{8D164B16-9756-4421-8FD5-298921E9179C}" type="presParOf" srcId="{CE6C132D-AC03-4AB7-98DA-7888C9AE244B}" destId="{B1DF71AA-C85E-42A1-BA52-2D690336BAF8}" srcOrd="2" destOrd="0" presId="urn:microsoft.com/office/officeart/2005/8/layout/process4"/>
    <dgm:cxn modelId="{DACD8A2D-7ED2-4D6F-94AF-DA8C5B1EC9AB}" type="presParOf" srcId="{B1DF71AA-C85E-42A1-BA52-2D690336BAF8}" destId="{22910CFA-8A4B-4CEB-B3D7-B4DB9D9953CD}"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082FB90-8E17-4762-B140-F6B849BD1E86}" type="doc">
      <dgm:prSet loTypeId="urn:microsoft.com/office/officeart/2018/5/layout/CenteredIconLabelDescriptionList" loCatId="icon" qsTypeId="urn:microsoft.com/office/officeart/2005/8/quickstyle/simple1" qsCatId="simple" csTypeId="urn:microsoft.com/office/officeart/2018/5/colors/Iconchunking_neutralbg_colorful2" csCatId="colorful" phldr="1"/>
      <dgm:spPr/>
      <dgm:t>
        <a:bodyPr/>
        <a:lstStyle/>
        <a:p>
          <a:endParaRPr lang="en-US"/>
        </a:p>
      </dgm:t>
    </dgm:pt>
    <dgm:pt modelId="{BBF14D75-902B-4568-B9B3-539B8621A601}">
      <dgm:prSet/>
      <dgm:spPr/>
      <dgm:t>
        <a:bodyPr/>
        <a:lstStyle/>
        <a:p>
          <a:pPr>
            <a:defRPr b="1"/>
          </a:pPr>
          <a:r>
            <a:rPr lang="fr-FR"/>
            <a:t>Voiture Autonome</a:t>
          </a:r>
          <a:endParaRPr lang="en-US"/>
        </a:p>
      </dgm:t>
    </dgm:pt>
    <dgm:pt modelId="{AA9D51BA-3C0F-48B9-9AAB-4B29FF967CCF}" type="parTrans" cxnId="{1A4F8E78-4748-42F9-A91D-406EA099A346}">
      <dgm:prSet/>
      <dgm:spPr/>
      <dgm:t>
        <a:bodyPr/>
        <a:lstStyle/>
        <a:p>
          <a:endParaRPr lang="en-US"/>
        </a:p>
      </dgm:t>
    </dgm:pt>
    <dgm:pt modelId="{F427E2BA-6F53-44EE-92A5-3158C1DA64EC}" type="sibTrans" cxnId="{1A4F8E78-4748-42F9-A91D-406EA099A346}">
      <dgm:prSet/>
      <dgm:spPr/>
      <dgm:t>
        <a:bodyPr/>
        <a:lstStyle/>
        <a:p>
          <a:endParaRPr lang="en-US"/>
        </a:p>
      </dgm:t>
    </dgm:pt>
    <dgm:pt modelId="{57F2DFC8-B891-4FAF-8A22-E5EA33A69FB3}">
      <dgm:prSet custT="1"/>
      <dgm:spPr/>
      <dgm:t>
        <a:bodyPr/>
        <a:lstStyle/>
        <a:p>
          <a:r>
            <a:rPr lang="fr-FR" sz="1400" kern="1200" dirty="0" err="1">
              <a:solidFill>
                <a:prstClr val="black">
                  <a:hueOff val="0"/>
                  <a:satOff val="0"/>
                  <a:lumOff val="0"/>
                  <a:alphaOff val="0"/>
                </a:prstClr>
              </a:solidFill>
              <a:latin typeface="Aptos" panose="02110004020202020204"/>
              <a:ea typeface="+mn-ea"/>
              <a:cs typeface="+mn-cs"/>
            </a:rPr>
            <a:t>LiDAR</a:t>
          </a:r>
          <a:r>
            <a:rPr lang="fr-FR" sz="1400" kern="1200" dirty="0">
              <a:solidFill>
                <a:prstClr val="black">
                  <a:hueOff val="0"/>
                  <a:satOff val="0"/>
                  <a:lumOff val="0"/>
                  <a:alphaOff val="0"/>
                </a:prstClr>
              </a:solidFill>
              <a:latin typeface="Aptos" panose="02110004020202020204"/>
              <a:ea typeface="+mn-ea"/>
              <a:cs typeface="+mn-cs"/>
            </a:rPr>
            <a:t> et Vidéo/Images</a:t>
          </a:r>
          <a:endParaRPr lang="en-US" sz="1400" kern="1200" dirty="0"/>
        </a:p>
      </dgm:t>
    </dgm:pt>
    <dgm:pt modelId="{D81828A4-4484-4733-A5F1-D315664B3D56}" type="parTrans" cxnId="{FB6B4651-1012-47C5-84FF-1EAB58BD0453}">
      <dgm:prSet/>
      <dgm:spPr/>
      <dgm:t>
        <a:bodyPr/>
        <a:lstStyle/>
        <a:p>
          <a:endParaRPr lang="en-US"/>
        </a:p>
      </dgm:t>
    </dgm:pt>
    <dgm:pt modelId="{B767BE7E-27C8-4FCA-A31F-58C9F6C72225}" type="sibTrans" cxnId="{FB6B4651-1012-47C5-84FF-1EAB58BD0453}">
      <dgm:prSet/>
      <dgm:spPr/>
      <dgm:t>
        <a:bodyPr/>
        <a:lstStyle/>
        <a:p>
          <a:endParaRPr lang="en-US"/>
        </a:p>
      </dgm:t>
    </dgm:pt>
    <dgm:pt modelId="{DA834FA3-2192-42C4-943A-01AB7D711F4A}">
      <dgm:prSet/>
      <dgm:spPr/>
      <dgm:t>
        <a:bodyPr/>
        <a:lstStyle/>
        <a:p>
          <a:pPr>
            <a:defRPr b="1"/>
          </a:pPr>
          <a:r>
            <a:rPr lang="fr-FR"/>
            <a:t>Secteur médical</a:t>
          </a:r>
          <a:endParaRPr lang="en-US"/>
        </a:p>
      </dgm:t>
    </dgm:pt>
    <dgm:pt modelId="{040E4373-7921-42DD-B80F-020388EEEB64}" type="parTrans" cxnId="{12CCAA41-B4D6-4429-9AB0-722C086440E0}">
      <dgm:prSet/>
      <dgm:spPr/>
      <dgm:t>
        <a:bodyPr/>
        <a:lstStyle/>
        <a:p>
          <a:endParaRPr lang="en-US"/>
        </a:p>
      </dgm:t>
    </dgm:pt>
    <dgm:pt modelId="{3D529D6C-B47D-4041-B446-87FADEAF2F47}" type="sibTrans" cxnId="{12CCAA41-B4D6-4429-9AB0-722C086440E0}">
      <dgm:prSet/>
      <dgm:spPr/>
      <dgm:t>
        <a:bodyPr/>
        <a:lstStyle/>
        <a:p>
          <a:endParaRPr lang="en-US"/>
        </a:p>
      </dgm:t>
    </dgm:pt>
    <dgm:pt modelId="{33279163-7296-4EE6-9DC8-447C109CF3B9}">
      <dgm:prSet/>
      <dgm:spPr/>
      <dgm:t>
        <a:bodyPr/>
        <a:lstStyle/>
        <a:p>
          <a:r>
            <a:rPr lang="fr-FR"/>
            <a:t>Détection des cancers / annotations d’images</a:t>
          </a:r>
          <a:endParaRPr lang="en-US"/>
        </a:p>
      </dgm:t>
    </dgm:pt>
    <dgm:pt modelId="{8F192068-421A-4F6E-868A-C6ED1EF9CB87}" type="parTrans" cxnId="{B93B7BDC-A314-4845-AB3A-18289F7C6C0D}">
      <dgm:prSet/>
      <dgm:spPr/>
      <dgm:t>
        <a:bodyPr/>
        <a:lstStyle/>
        <a:p>
          <a:endParaRPr lang="en-US"/>
        </a:p>
      </dgm:t>
    </dgm:pt>
    <dgm:pt modelId="{2E922866-9FDB-4C87-8238-C789A6776950}" type="sibTrans" cxnId="{B93B7BDC-A314-4845-AB3A-18289F7C6C0D}">
      <dgm:prSet/>
      <dgm:spPr/>
      <dgm:t>
        <a:bodyPr/>
        <a:lstStyle/>
        <a:p>
          <a:endParaRPr lang="en-US"/>
        </a:p>
      </dgm:t>
    </dgm:pt>
    <dgm:pt modelId="{6CA537FA-E78D-4221-BC71-2556B4678700}">
      <dgm:prSet/>
      <dgm:spPr/>
      <dgm:t>
        <a:bodyPr/>
        <a:lstStyle/>
        <a:p>
          <a:pPr>
            <a:defRPr b="1"/>
          </a:pPr>
          <a:r>
            <a:rPr lang="fr-FR" dirty="0"/>
            <a:t>LLM</a:t>
          </a:r>
          <a:endParaRPr lang="en-US" dirty="0"/>
        </a:p>
      </dgm:t>
    </dgm:pt>
    <dgm:pt modelId="{08170838-3CFC-4BE2-A040-186974674E78}" type="parTrans" cxnId="{E0574DE1-F215-4A0F-B709-AA46A75DD9BF}">
      <dgm:prSet/>
      <dgm:spPr/>
      <dgm:t>
        <a:bodyPr/>
        <a:lstStyle/>
        <a:p>
          <a:endParaRPr lang="en-US"/>
        </a:p>
      </dgm:t>
    </dgm:pt>
    <dgm:pt modelId="{9C7B13DF-62F7-4C6C-8B27-7BCDB22AE37B}" type="sibTrans" cxnId="{E0574DE1-F215-4A0F-B709-AA46A75DD9BF}">
      <dgm:prSet/>
      <dgm:spPr/>
      <dgm:t>
        <a:bodyPr/>
        <a:lstStyle/>
        <a:p>
          <a:endParaRPr lang="en-US"/>
        </a:p>
      </dgm:t>
    </dgm:pt>
    <dgm:pt modelId="{DBF2B927-9C2B-494B-BDFC-E079203C06ED}">
      <dgm:prSet/>
      <dgm:spPr/>
      <dgm:t>
        <a:bodyPr/>
        <a:lstStyle/>
        <a:p>
          <a:r>
            <a:rPr lang="fr-FR" dirty="0"/>
            <a:t>Photo + texte</a:t>
          </a:r>
          <a:endParaRPr lang="en-US" dirty="0"/>
        </a:p>
      </dgm:t>
    </dgm:pt>
    <dgm:pt modelId="{72AF7CB1-4EA4-4840-AB74-CBC6B61FFAB3}" type="parTrans" cxnId="{844D3160-B24C-4D22-BB5A-3C23552F9643}">
      <dgm:prSet/>
      <dgm:spPr/>
      <dgm:t>
        <a:bodyPr/>
        <a:lstStyle/>
        <a:p>
          <a:endParaRPr lang="en-US"/>
        </a:p>
      </dgm:t>
    </dgm:pt>
    <dgm:pt modelId="{A49B415B-9C6B-4083-A331-75BE65AF7533}" type="sibTrans" cxnId="{844D3160-B24C-4D22-BB5A-3C23552F9643}">
      <dgm:prSet/>
      <dgm:spPr/>
      <dgm:t>
        <a:bodyPr/>
        <a:lstStyle/>
        <a:p>
          <a:endParaRPr lang="en-US"/>
        </a:p>
      </dgm:t>
    </dgm:pt>
    <dgm:pt modelId="{7BF2F4FE-8F04-48E7-9189-138165C3195F}">
      <dgm:prSet/>
      <dgm:spPr/>
      <dgm:t>
        <a:bodyPr/>
        <a:lstStyle/>
        <a:p>
          <a:pPr>
            <a:defRPr b="1"/>
          </a:pPr>
          <a:r>
            <a:rPr lang="fr-FR"/>
            <a:t>Analyse de sentiments</a:t>
          </a:r>
          <a:endParaRPr lang="en-US"/>
        </a:p>
      </dgm:t>
    </dgm:pt>
    <dgm:pt modelId="{21817804-E6F5-451B-BF06-1A2FA12C94C8}" type="parTrans" cxnId="{B522C2A4-4582-454C-9CEA-E1BB2A34A5C1}">
      <dgm:prSet/>
      <dgm:spPr/>
      <dgm:t>
        <a:bodyPr/>
        <a:lstStyle/>
        <a:p>
          <a:endParaRPr lang="en-US"/>
        </a:p>
      </dgm:t>
    </dgm:pt>
    <dgm:pt modelId="{212ECEEE-AFE1-4DC4-BE9A-7D0DB35739AB}" type="sibTrans" cxnId="{B522C2A4-4582-454C-9CEA-E1BB2A34A5C1}">
      <dgm:prSet/>
      <dgm:spPr/>
      <dgm:t>
        <a:bodyPr/>
        <a:lstStyle/>
        <a:p>
          <a:endParaRPr lang="en-US"/>
        </a:p>
      </dgm:t>
    </dgm:pt>
    <dgm:pt modelId="{8C1C4057-975D-47C0-A99F-D576D92FB8DF}">
      <dgm:prSet/>
      <dgm:spPr/>
      <dgm:t>
        <a:bodyPr/>
        <a:lstStyle/>
        <a:p>
          <a:r>
            <a:rPr lang="en-US" dirty="0"/>
            <a:t>Image audio </a:t>
          </a:r>
          <a:r>
            <a:rPr lang="en-US" dirty="0" err="1"/>
            <a:t>texte</a:t>
          </a:r>
          <a:endParaRPr lang="en-US" dirty="0"/>
        </a:p>
      </dgm:t>
    </dgm:pt>
    <dgm:pt modelId="{12E677AE-10C9-437E-91E3-B1AE1242DE32}" type="parTrans" cxnId="{E09C1688-D40C-4FD0-8EB1-7BF1DF170E01}">
      <dgm:prSet/>
      <dgm:spPr/>
      <dgm:t>
        <a:bodyPr/>
        <a:lstStyle/>
        <a:p>
          <a:endParaRPr lang="en-US"/>
        </a:p>
      </dgm:t>
    </dgm:pt>
    <dgm:pt modelId="{AF0743DC-424E-41C4-9B1E-C3504B9EA0C0}" type="sibTrans" cxnId="{E09C1688-D40C-4FD0-8EB1-7BF1DF170E01}">
      <dgm:prSet/>
      <dgm:spPr/>
      <dgm:t>
        <a:bodyPr/>
        <a:lstStyle/>
        <a:p>
          <a:endParaRPr lang="en-US"/>
        </a:p>
      </dgm:t>
    </dgm:pt>
    <dgm:pt modelId="{D02DB561-8BD0-4F16-9E3F-81F0D877785B}" type="pres">
      <dgm:prSet presAssocID="{0082FB90-8E17-4762-B140-F6B849BD1E86}" presName="root" presStyleCnt="0">
        <dgm:presLayoutVars>
          <dgm:dir/>
          <dgm:resizeHandles val="exact"/>
        </dgm:presLayoutVars>
      </dgm:prSet>
      <dgm:spPr/>
    </dgm:pt>
    <dgm:pt modelId="{A721F7CB-EE89-4EC9-9A71-77BA5CF70DC9}" type="pres">
      <dgm:prSet presAssocID="{BBF14D75-902B-4568-B9B3-539B8621A601}" presName="compNode" presStyleCnt="0"/>
      <dgm:spPr/>
    </dgm:pt>
    <dgm:pt modelId="{4DB12116-E00E-4707-B808-A12391D022AB}" type="pres">
      <dgm:prSet presAssocID="{BBF14D75-902B-4568-B9B3-539B8621A601}"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oiture"/>
        </a:ext>
      </dgm:extLst>
    </dgm:pt>
    <dgm:pt modelId="{4F35CFF1-313F-4440-887D-16ACA0D9A66F}" type="pres">
      <dgm:prSet presAssocID="{BBF14D75-902B-4568-B9B3-539B8621A601}" presName="iconSpace" presStyleCnt="0"/>
      <dgm:spPr/>
    </dgm:pt>
    <dgm:pt modelId="{04C1D8EA-9D4B-43F6-A334-424802B4382B}" type="pres">
      <dgm:prSet presAssocID="{BBF14D75-902B-4568-B9B3-539B8621A601}" presName="parTx" presStyleLbl="revTx" presStyleIdx="0" presStyleCnt="8">
        <dgm:presLayoutVars>
          <dgm:chMax val="0"/>
          <dgm:chPref val="0"/>
        </dgm:presLayoutVars>
      </dgm:prSet>
      <dgm:spPr/>
    </dgm:pt>
    <dgm:pt modelId="{3D7259D1-5680-41CD-B67E-8E932B74D4E3}" type="pres">
      <dgm:prSet presAssocID="{BBF14D75-902B-4568-B9B3-539B8621A601}" presName="txSpace" presStyleCnt="0"/>
      <dgm:spPr/>
    </dgm:pt>
    <dgm:pt modelId="{9F867B80-316D-4DA5-9779-9854DD9886C7}" type="pres">
      <dgm:prSet presAssocID="{BBF14D75-902B-4568-B9B3-539B8621A601}" presName="desTx" presStyleLbl="revTx" presStyleIdx="1" presStyleCnt="8">
        <dgm:presLayoutVars/>
      </dgm:prSet>
      <dgm:spPr/>
    </dgm:pt>
    <dgm:pt modelId="{BD21AF74-64E3-460B-A152-693B0F6F7F25}" type="pres">
      <dgm:prSet presAssocID="{F427E2BA-6F53-44EE-92A5-3158C1DA64EC}" presName="sibTrans" presStyleCnt="0"/>
      <dgm:spPr/>
    </dgm:pt>
    <dgm:pt modelId="{A4B6CAF6-7238-408F-BBFE-A19A8A33D047}" type="pres">
      <dgm:prSet presAssocID="{DA834FA3-2192-42C4-943A-01AB7D711F4A}" presName="compNode" presStyleCnt="0"/>
      <dgm:spPr/>
    </dgm:pt>
    <dgm:pt modelId="{60342116-F6C5-4B11-A6F0-506B9648470D}" type="pres">
      <dgm:prSet presAssocID="{DA834FA3-2192-42C4-943A-01AB7D711F4A}"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téthoscope"/>
        </a:ext>
      </dgm:extLst>
    </dgm:pt>
    <dgm:pt modelId="{2A4DAD89-489B-4B7D-8780-C3C00EBD0E8D}" type="pres">
      <dgm:prSet presAssocID="{DA834FA3-2192-42C4-943A-01AB7D711F4A}" presName="iconSpace" presStyleCnt="0"/>
      <dgm:spPr/>
    </dgm:pt>
    <dgm:pt modelId="{39BE24BE-0A4D-4122-AF08-EAD8D0EE3B6E}" type="pres">
      <dgm:prSet presAssocID="{DA834FA3-2192-42C4-943A-01AB7D711F4A}" presName="parTx" presStyleLbl="revTx" presStyleIdx="2" presStyleCnt="8">
        <dgm:presLayoutVars>
          <dgm:chMax val="0"/>
          <dgm:chPref val="0"/>
        </dgm:presLayoutVars>
      </dgm:prSet>
      <dgm:spPr/>
    </dgm:pt>
    <dgm:pt modelId="{2AC319DE-859E-4E82-A295-5C9A4BA3ABB2}" type="pres">
      <dgm:prSet presAssocID="{DA834FA3-2192-42C4-943A-01AB7D711F4A}" presName="txSpace" presStyleCnt="0"/>
      <dgm:spPr/>
    </dgm:pt>
    <dgm:pt modelId="{E3CAACF9-D7F5-4384-A9E7-459C7B6EACC4}" type="pres">
      <dgm:prSet presAssocID="{DA834FA3-2192-42C4-943A-01AB7D711F4A}" presName="desTx" presStyleLbl="revTx" presStyleIdx="3" presStyleCnt="8">
        <dgm:presLayoutVars/>
      </dgm:prSet>
      <dgm:spPr/>
    </dgm:pt>
    <dgm:pt modelId="{585146C5-BE2C-4B29-9927-2D481EC00E2B}" type="pres">
      <dgm:prSet presAssocID="{3D529D6C-B47D-4041-B446-87FADEAF2F47}" presName="sibTrans" presStyleCnt="0"/>
      <dgm:spPr/>
    </dgm:pt>
    <dgm:pt modelId="{A2F1B13F-B0EE-4046-B0ED-28919C850DE9}" type="pres">
      <dgm:prSet presAssocID="{6CA537FA-E78D-4221-BC71-2556B4678700}" presName="compNode" presStyleCnt="0"/>
      <dgm:spPr/>
    </dgm:pt>
    <dgm:pt modelId="{6EF7DE9F-65B9-45C5-8268-6F1EB7BF6F3F}" type="pres">
      <dgm:prSet presAssocID="{6CA537FA-E78D-4221-BC71-2556B4678700}"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Appareil photo"/>
        </a:ext>
      </dgm:extLst>
    </dgm:pt>
    <dgm:pt modelId="{040F4AE7-10FC-4937-AAE3-5B07CD2DBBC0}" type="pres">
      <dgm:prSet presAssocID="{6CA537FA-E78D-4221-BC71-2556B4678700}" presName="iconSpace" presStyleCnt="0"/>
      <dgm:spPr/>
    </dgm:pt>
    <dgm:pt modelId="{17A69C89-895D-4B7E-8106-AA7901D6E924}" type="pres">
      <dgm:prSet presAssocID="{6CA537FA-E78D-4221-BC71-2556B4678700}" presName="parTx" presStyleLbl="revTx" presStyleIdx="4" presStyleCnt="8">
        <dgm:presLayoutVars>
          <dgm:chMax val="0"/>
          <dgm:chPref val="0"/>
        </dgm:presLayoutVars>
      </dgm:prSet>
      <dgm:spPr/>
    </dgm:pt>
    <dgm:pt modelId="{AEF400F5-FC6A-433B-A6C5-484DC00BAE0E}" type="pres">
      <dgm:prSet presAssocID="{6CA537FA-E78D-4221-BC71-2556B4678700}" presName="txSpace" presStyleCnt="0"/>
      <dgm:spPr/>
    </dgm:pt>
    <dgm:pt modelId="{91BE0AF3-2E39-423D-A683-B9950D1F9598}" type="pres">
      <dgm:prSet presAssocID="{6CA537FA-E78D-4221-BC71-2556B4678700}" presName="desTx" presStyleLbl="revTx" presStyleIdx="5" presStyleCnt="8">
        <dgm:presLayoutVars/>
      </dgm:prSet>
      <dgm:spPr/>
    </dgm:pt>
    <dgm:pt modelId="{630212A5-E29F-4719-909D-08DB7DD2DE83}" type="pres">
      <dgm:prSet presAssocID="{9C7B13DF-62F7-4C6C-8B27-7BCDB22AE37B}" presName="sibTrans" presStyleCnt="0"/>
      <dgm:spPr/>
    </dgm:pt>
    <dgm:pt modelId="{E957A3E8-00F8-4DC7-8694-F51FD366E81C}" type="pres">
      <dgm:prSet presAssocID="{7BF2F4FE-8F04-48E7-9189-138165C3195F}" presName="compNode" presStyleCnt="0"/>
      <dgm:spPr/>
    </dgm:pt>
    <dgm:pt modelId="{E717C28D-5F83-497D-8E4B-642D28C9CCE8}" type="pres">
      <dgm:prSet presAssocID="{7BF2F4FE-8F04-48E7-9189-138165C3195F}"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miling Face with No Fill"/>
        </a:ext>
      </dgm:extLst>
    </dgm:pt>
    <dgm:pt modelId="{BD7DE52B-A36E-47D5-8DB3-6A67727ED864}" type="pres">
      <dgm:prSet presAssocID="{7BF2F4FE-8F04-48E7-9189-138165C3195F}" presName="iconSpace" presStyleCnt="0"/>
      <dgm:spPr/>
    </dgm:pt>
    <dgm:pt modelId="{50435921-FE07-498B-BCA8-C35147196199}" type="pres">
      <dgm:prSet presAssocID="{7BF2F4FE-8F04-48E7-9189-138165C3195F}" presName="parTx" presStyleLbl="revTx" presStyleIdx="6" presStyleCnt="8">
        <dgm:presLayoutVars>
          <dgm:chMax val="0"/>
          <dgm:chPref val="0"/>
        </dgm:presLayoutVars>
      </dgm:prSet>
      <dgm:spPr/>
    </dgm:pt>
    <dgm:pt modelId="{BD4D422D-AF41-445E-8524-4DE3FAE182DF}" type="pres">
      <dgm:prSet presAssocID="{7BF2F4FE-8F04-48E7-9189-138165C3195F}" presName="txSpace" presStyleCnt="0"/>
      <dgm:spPr/>
    </dgm:pt>
    <dgm:pt modelId="{20CB5D7F-AC7E-483C-8FBF-A4491D924A09}" type="pres">
      <dgm:prSet presAssocID="{7BF2F4FE-8F04-48E7-9189-138165C3195F}" presName="desTx" presStyleLbl="revTx" presStyleIdx="7" presStyleCnt="8">
        <dgm:presLayoutVars/>
      </dgm:prSet>
      <dgm:spPr/>
    </dgm:pt>
  </dgm:ptLst>
  <dgm:cxnLst>
    <dgm:cxn modelId="{B464FF19-0BC5-4ED5-B9D9-50DB5A7F51DF}" type="presOf" srcId="{33279163-7296-4EE6-9DC8-447C109CF3B9}" destId="{E3CAACF9-D7F5-4384-A9E7-459C7B6EACC4}" srcOrd="0" destOrd="0" presId="urn:microsoft.com/office/officeart/2018/5/layout/CenteredIconLabelDescriptionList"/>
    <dgm:cxn modelId="{E76AF739-C850-4285-9D78-A70D0F72C310}" type="presOf" srcId="{BBF14D75-902B-4568-B9B3-539B8621A601}" destId="{04C1D8EA-9D4B-43F6-A334-424802B4382B}" srcOrd="0" destOrd="0" presId="urn:microsoft.com/office/officeart/2018/5/layout/CenteredIconLabelDescriptionList"/>
    <dgm:cxn modelId="{0D71CD5E-A66E-4CAF-A17F-C1FEB13AE097}" type="presOf" srcId="{7BF2F4FE-8F04-48E7-9189-138165C3195F}" destId="{50435921-FE07-498B-BCA8-C35147196199}" srcOrd="0" destOrd="0" presId="urn:microsoft.com/office/officeart/2018/5/layout/CenteredIconLabelDescriptionList"/>
    <dgm:cxn modelId="{844D3160-B24C-4D22-BB5A-3C23552F9643}" srcId="{6CA537FA-E78D-4221-BC71-2556B4678700}" destId="{DBF2B927-9C2B-494B-BDFC-E079203C06ED}" srcOrd="0" destOrd="0" parTransId="{72AF7CB1-4EA4-4840-AB74-CBC6B61FFAB3}" sibTransId="{A49B415B-9C6B-4083-A331-75BE65AF7533}"/>
    <dgm:cxn modelId="{12CCAA41-B4D6-4429-9AB0-722C086440E0}" srcId="{0082FB90-8E17-4762-B140-F6B849BD1E86}" destId="{DA834FA3-2192-42C4-943A-01AB7D711F4A}" srcOrd="1" destOrd="0" parTransId="{040E4373-7921-42DD-B80F-020388EEEB64}" sibTransId="{3D529D6C-B47D-4041-B446-87FADEAF2F47}"/>
    <dgm:cxn modelId="{62CD6066-79B8-4321-A3D3-191DF04B64E3}" type="presOf" srcId="{6CA537FA-E78D-4221-BC71-2556B4678700}" destId="{17A69C89-895D-4B7E-8106-AA7901D6E924}" srcOrd="0" destOrd="0" presId="urn:microsoft.com/office/officeart/2018/5/layout/CenteredIconLabelDescriptionList"/>
    <dgm:cxn modelId="{AB92976C-BB6C-41C0-AC49-C4DBD1EF5FA0}" type="presOf" srcId="{0082FB90-8E17-4762-B140-F6B849BD1E86}" destId="{D02DB561-8BD0-4F16-9E3F-81F0D877785B}" srcOrd="0" destOrd="0" presId="urn:microsoft.com/office/officeart/2018/5/layout/CenteredIconLabelDescriptionList"/>
    <dgm:cxn modelId="{FB6B4651-1012-47C5-84FF-1EAB58BD0453}" srcId="{BBF14D75-902B-4568-B9B3-539B8621A601}" destId="{57F2DFC8-B891-4FAF-8A22-E5EA33A69FB3}" srcOrd="0" destOrd="0" parTransId="{D81828A4-4484-4733-A5F1-D315664B3D56}" sibTransId="{B767BE7E-27C8-4FCA-A31F-58C9F6C72225}"/>
    <dgm:cxn modelId="{1A4F8E78-4748-42F9-A91D-406EA099A346}" srcId="{0082FB90-8E17-4762-B140-F6B849BD1E86}" destId="{BBF14D75-902B-4568-B9B3-539B8621A601}" srcOrd="0" destOrd="0" parTransId="{AA9D51BA-3C0F-48B9-9AAB-4B29FF967CCF}" sibTransId="{F427E2BA-6F53-44EE-92A5-3158C1DA64EC}"/>
    <dgm:cxn modelId="{E09C1688-D40C-4FD0-8EB1-7BF1DF170E01}" srcId="{7BF2F4FE-8F04-48E7-9189-138165C3195F}" destId="{8C1C4057-975D-47C0-A99F-D576D92FB8DF}" srcOrd="0" destOrd="0" parTransId="{12E677AE-10C9-437E-91E3-B1AE1242DE32}" sibTransId="{AF0743DC-424E-41C4-9B1E-C3504B9EA0C0}"/>
    <dgm:cxn modelId="{B522C2A4-4582-454C-9CEA-E1BB2A34A5C1}" srcId="{0082FB90-8E17-4762-B140-F6B849BD1E86}" destId="{7BF2F4FE-8F04-48E7-9189-138165C3195F}" srcOrd="3" destOrd="0" parTransId="{21817804-E6F5-451B-BF06-1A2FA12C94C8}" sibTransId="{212ECEEE-AFE1-4DC4-BE9A-7D0DB35739AB}"/>
    <dgm:cxn modelId="{5FA931A7-F22A-4BC8-9965-066E1B8A75D9}" type="presOf" srcId="{8C1C4057-975D-47C0-A99F-D576D92FB8DF}" destId="{20CB5D7F-AC7E-483C-8FBF-A4491D924A09}" srcOrd="0" destOrd="0" presId="urn:microsoft.com/office/officeart/2018/5/layout/CenteredIconLabelDescriptionList"/>
    <dgm:cxn modelId="{9FDEE9D3-4F04-445D-B1EE-A0218B83CCE6}" type="presOf" srcId="{57F2DFC8-B891-4FAF-8A22-E5EA33A69FB3}" destId="{9F867B80-316D-4DA5-9779-9854DD9886C7}" srcOrd="0" destOrd="0" presId="urn:microsoft.com/office/officeart/2018/5/layout/CenteredIconLabelDescriptionList"/>
    <dgm:cxn modelId="{B93B7BDC-A314-4845-AB3A-18289F7C6C0D}" srcId="{DA834FA3-2192-42C4-943A-01AB7D711F4A}" destId="{33279163-7296-4EE6-9DC8-447C109CF3B9}" srcOrd="0" destOrd="0" parTransId="{8F192068-421A-4F6E-868A-C6ED1EF9CB87}" sibTransId="{2E922866-9FDB-4C87-8238-C789A6776950}"/>
    <dgm:cxn modelId="{E0574DE1-F215-4A0F-B709-AA46A75DD9BF}" srcId="{0082FB90-8E17-4762-B140-F6B849BD1E86}" destId="{6CA537FA-E78D-4221-BC71-2556B4678700}" srcOrd="2" destOrd="0" parTransId="{08170838-3CFC-4BE2-A040-186974674E78}" sibTransId="{9C7B13DF-62F7-4C6C-8B27-7BCDB22AE37B}"/>
    <dgm:cxn modelId="{99547AE9-6F22-4C4A-8450-2CE535F91920}" type="presOf" srcId="{DA834FA3-2192-42C4-943A-01AB7D711F4A}" destId="{39BE24BE-0A4D-4122-AF08-EAD8D0EE3B6E}" srcOrd="0" destOrd="0" presId="urn:microsoft.com/office/officeart/2018/5/layout/CenteredIconLabelDescriptionList"/>
    <dgm:cxn modelId="{624FACF4-EB9D-44B3-9BDB-62179C96CEC4}" type="presOf" srcId="{DBF2B927-9C2B-494B-BDFC-E079203C06ED}" destId="{91BE0AF3-2E39-423D-A683-B9950D1F9598}" srcOrd="0" destOrd="0" presId="urn:microsoft.com/office/officeart/2018/5/layout/CenteredIconLabelDescriptionList"/>
    <dgm:cxn modelId="{2C758B06-0503-4414-8B99-2790715C47AC}" type="presParOf" srcId="{D02DB561-8BD0-4F16-9E3F-81F0D877785B}" destId="{A721F7CB-EE89-4EC9-9A71-77BA5CF70DC9}" srcOrd="0" destOrd="0" presId="urn:microsoft.com/office/officeart/2018/5/layout/CenteredIconLabelDescriptionList"/>
    <dgm:cxn modelId="{85767500-908B-4C52-B713-7FF317E62D0F}" type="presParOf" srcId="{A721F7CB-EE89-4EC9-9A71-77BA5CF70DC9}" destId="{4DB12116-E00E-4707-B808-A12391D022AB}" srcOrd="0" destOrd="0" presId="urn:microsoft.com/office/officeart/2018/5/layout/CenteredIconLabelDescriptionList"/>
    <dgm:cxn modelId="{DA784549-1987-4BDD-87BB-178F8F813B1F}" type="presParOf" srcId="{A721F7CB-EE89-4EC9-9A71-77BA5CF70DC9}" destId="{4F35CFF1-313F-4440-887D-16ACA0D9A66F}" srcOrd="1" destOrd="0" presId="urn:microsoft.com/office/officeart/2018/5/layout/CenteredIconLabelDescriptionList"/>
    <dgm:cxn modelId="{0FB30AF4-4A5E-4AF3-A6DB-E0478931A2E3}" type="presParOf" srcId="{A721F7CB-EE89-4EC9-9A71-77BA5CF70DC9}" destId="{04C1D8EA-9D4B-43F6-A334-424802B4382B}" srcOrd="2" destOrd="0" presId="urn:microsoft.com/office/officeart/2018/5/layout/CenteredIconLabelDescriptionList"/>
    <dgm:cxn modelId="{60F3DC33-C9CE-4E17-AEFB-D09314046A33}" type="presParOf" srcId="{A721F7CB-EE89-4EC9-9A71-77BA5CF70DC9}" destId="{3D7259D1-5680-41CD-B67E-8E932B74D4E3}" srcOrd="3" destOrd="0" presId="urn:microsoft.com/office/officeart/2018/5/layout/CenteredIconLabelDescriptionList"/>
    <dgm:cxn modelId="{7DA1C768-C888-4F2E-850A-013DA808E6DC}" type="presParOf" srcId="{A721F7CB-EE89-4EC9-9A71-77BA5CF70DC9}" destId="{9F867B80-316D-4DA5-9779-9854DD9886C7}" srcOrd="4" destOrd="0" presId="urn:microsoft.com/office/officeart/2018/5/layout/CenteredIconLabelDescriptionList"/>
    <dgm:cxn modelId="{E02949C9-E118-4B99-8431-A7A347852B3D}" type="presParOf" srcId="{D02DB561-8BD0-4F16-9E3F-81F0D877785B}" destId="{BD21AF74-64E3-460B-A152-693B0F6F7F25}" srcOrd="1" destOrd="0" presId="urn:microsoft.com/office/officeart/2018/5/layout/CenteredIconLabelDescriptionList"/>
    <dgm:cxn modelId="{C93BAC9D-17FA-4919-AA92-81DD7D37D934}" type="presParOf" srcId="{D02DB561-8BD0-4F16-9E3F-81F0D877785B}" destId="{A4B6CAF6-7238-408F-BBFE-A19A8A33D047}" srcOrd="2" destOrd="0" presId="urn:microsoft.com/office/officeart/2018/5/layout/CenteredIconLabelDescriptionList"/>
    <dgm:cxn modelId="{6FB43FDC-C0E2-4711-B200-80B1774DFD8B}" type="presParOf" srcId="{A4B6CAF6-7238-408F-BBFE-A19A8A33D047}" destId="{60342116-F6C5-4B11-A6F0-506B9648470D}" srcOrd="0" destOrd="0" presId="urn:microsoft.com/office/officeart/2018/5/layout/CenteredIconLabelDescriptionList"/>
    <dgm:cxn modelId="{439165F3-A011-4982-9EF3-9B5BB607043C}" type="presParOf" srcId="{A4B6CAF6-7238-408F-BBFE-A19A8A33D047}" destId="{2A4DAD89-489B-4B7D-8780-C3C00EBD0E8D}" srcOrd="1" destOrd="0" presId="urn:microsoft.com/office/officeart/2018/5/layout/CenteredIconLabelDescriptionList"/>
    <dgm:cxn modelId="{A0412A27-3390-48FB-85A8-9D438EA23DD6}" type="presParOf" srcId="{A4B6CAF6-7238-408F-BBFE-A19A8A33D047}" destId="{39BE24BE-0A4D-4122-AF08-EAD8D0EE3B6E}" srcOrd="2" destOrd="0" presId="urn:microsoft.com/office/officeart/2018/5/layout/CenteredIconLabelDescriptionList"/>
    <dgm:cxn modelId="{0EC1C9DB-CB7F-440E-B02A-8977F1B7FF92}" type="presParOf" srcId="{A4B6CAF6-7238-408F-BBFE-A19A8A33D047}" destId="{2AC319DE-859E-4E82-A295-5C9A4BA3ABB2}" srcOrd="3" destOrd="0" presId="urn:microsoft.com/office/officeart/2018/5/layout/CenteredIconLabelDescriptionList"/>
    <dgm:cxn modelId="{9BE775B4-DDAD-48B4-A957-F02B970914EA}" type="presParOf" srcId="{A4B6CAF6-7238-408F-BBFE-A19A8A33D047}" destId="{E3CAACF9-D7F5-4384-A9E7-459C7B6EACC4}" srcOrd="4" destOrd="0" presId="urn:microsoft.com/office/officeart/2018/5/layout/CenteredIconLabelDescriptionList"/>
    <dgm:cxn modelId="{3FF45A50-07D4-4AE1-B1A6-624C490EDB58}" type="presParOf" srcId="{D02DB561-8BD0-4F16-9E3F-81F0D877785B}" destId="{585146C5-BE2C-4B29-9927-2D481EC00E2B}" srcOrd="3" destOrd="0" presId="urn:microsoft.com/office/officeart/2018/5/layout/CenteredIconLabelDescriptionList"/>
    <dgm:cxn modelId="{A4C782B9-6BBC-43E6-B2B2-0FB722511BBC}" type="presParOf" srcId="{D02DB561-8BD0-4F16-9E3F-81F0D877785B}" destId="{A2F1B13F-B0EE-4046-B0ED-28919C850DE9}" srcOrd="4" destOrd="0" presId="urn:microsoft.com/office/officeart/2018/5/layout/CenteredIconLabelDescriptionList"/>
    <dgm:cxn modelId="{D3E0C238-4605-48B9-B24F-0B681E11026E}" type="presParOf" srcId="{A2F1B13F-B0EE-4046-B0ED-28919C850DE9}" destId="{6EF7DE9F-65B9-45C5-8268-6F1EB7BF6F3F}" srcOrd="0" destOrd="0" presId="urn:microsoft.com/office/officeart/2018/5/layout/CenteredIconLabelDescriptionList"/>
    <dgm:cxn modelId="{8D807112-8FB6-4253-9A32-9EBF1C78B083}" type="presParOf" srcId="{A2F1B13F-B0EE-4046-B0ED-28919C850DE9}" destId="{040F4AE7-10FC-4937-AAE3-5B07CD2DBBC0}" srcOrd="1" destOrd="0" presId="urn:microsoft.com/office/officeart/2018/5/layout/CenteredIconLabelDescriptionList"/>
    <dgm:cxn modelId="{7655014B-C9D7-46C5-8DC6-BD967AA74697}" type="presParOf" srcId="{A2F1B13F-B0EE-4046-B0ED-28919C850DE9}" destId="{17A69C89-895D-4B7E-8106-AA7901D6E924}" srcOrd="2" destOrd="0" presId="urn:microsoft.com/office/officeart/2018/5/layout/CenteredIconLabelDescriptionList"/>
    <dgm:cxn modelId="{5B967E08-5EE0-4885-A771-E8B304B72464}" type="presParOf" srcId="{A2F1B13F-B0EE-4046-B0ED-28919C850DE9}" destId="{AEF400F5-FC6A-433B-A6C5-484DC00BAE0E}" srcOrd="3" destOrd="0" presId="urn:microsoft.com/office/officeart/2018/5/layout/CenteredIconLabelDescriptionList"/>
    <dgm:cxn modelId="{969FD5AF-39BB-4EBD-96D4-2E5540490266}" type="presParOf" srcId="{A2F1B13F-B0EE-4046-B0ED-28919C850DE9}" destId="{91BE0AF3-2E39-423D-A683-B9950D1F9598}" srcOrd="4" destOrd="0" presId="urn:microsoft.com/office/officeart/2018/5/layout/CenteredIconLabelDescriptionList"/>
    <dgm:cxn modelId="{F735A484-C4A4-4F78-BE00-B6470D9D0247}" type="presParOf" srcId="{D02DB561-8BD0-4F16-9E3F-81F0D877785B}" destId="{630212A5-E29F-4719-909D-08DB7DD2DE83}" srcOrd="5" destOrd="0" presId="urn:microsoft.com/office/officeart/2018/5/layout/CenteredIconLabelDescriptionList"/>
    <dgm:cxn modelId="{2545725A-D2CC-4103-A8E1-91C1D2988C16}" type="presParOf" srcId="{D02DB561-8BD0-4F16-9E3F-81F0D877785B}" destId="{E957A3E8-00F8-4DC7-8694-F51FD366E81C}" srcOrd="6" destOrd="0" presId="urn:microsoft.com/office/officeart/2018/5/layout/CenteredIconLabelDescriptionList"/>
    <dgm:cxn modelId="{F148BE8A-D8C4-4D00-822D-F2795133C61B}" type="presParOf" srcId="{E957A3E8-00F8-4DC7-8694-F51FD366E81C}" destId="{E717C28D-5F83-497D-8E4B-642D28C9CCE8}" srcOrd="0" destOrd="0" presId="urn:microsoft.com/office/officeart/2018/5/layout/CenteredIconLabelDescriptionList"/>
    <dgm:cxn modelId="{93831CE1-5662-49C6-90D7-8EBF01369FC2}" type="presParOf" srcId="{E957A3E8-00F8-4DC7-8694-F51FD366E81C}" destId="{BD7DE52B-A36E-47D5-8DB3-6A67727ED864}" srcOrd="1" destOrd="0" presId="urn:microsoft.com/office/officeart/2018/5/layout/CenteredIconLabelDescriptionList"/>
    <dgm:cxn modelId="{28D02A26-4744-4DC9-8D4E-77731FF3B6C0}" type="presParOf" srcId="{E957A3E8-00F8-4DC7-8694-F51FD366E81C}" destId="{50435921-FE07-498B-BCA8-C35147196199}" srcOrd="2" destOrd="0" presId="urn:microsoft.com/office/officeart/2018/5/layout/CenteredIconLabelDescriptionList"/>
    <dgm:cxn modelId="{70E04CA7-7D6A-485E-AD3F-30124215909B}" type="presParOf" srcId="{E957A3E8-00F8-4DC7-8694-F51FD366E81C}" destId="{BD4D422D-AF41-445E-8524-4DE3FAE182DF}" srcOrd="3" destOrd="0" presId="urn:microsoft.com/office/officeart/2018/5/layout/CenteredIconLabelDescriptionList"/>
    <dgm:cxn modelId="{D0FC19D1-0BE8-4671-B2BC-F8E247982CB9}" type="presParOf" srcId="{E957A3E8-00F8-4DC7-8694-F51FD366E81C}" destId="{20CB5D7F-AC7E-483C-8FBF-A4491D924A09}"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0527C63-637A-47B6-9930-5B1ADF837775}" type="doc">
      <dgm:prSet loTypeId="urn:microsoft.com/office/officeart/2018/2/layout/Icon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3AC5D597-481A-4C98-A575-0F05414DA7C3}">
      <dgm:prSet/>
      <dgm:spPr/>
      <dgm:t>
        <a:bodyPr/>
        <a:lstStyle/>
        <a:p>
          <a:r>
            <a:rPr lang="fr-FR" b="1" dirty="0"/>
            <a:t>Fusion</a:t>
          </a:r>
          <a:r>
            <a:rPr lang="fr-FR" dirty="0"/>
            <a:t> </a:t>
          </a:r>
          <a:endParaRPr lang="en-US" dirty="0"/>
        </a:p>
      </dgm:t>
    </dgm:pt>
    <dgm:pt modelId="{C20A4F57-6BC4-4A9D-BE4E-ADDEB8E25348}" type="parTrans" cxnId="{CF1649E2-6D7B-47EE-B1E6-276B951FC6DF}">
      <dgm:prSet/>
      <dgm:spPr/>
      <dgm:t>
        <a:bodyPr/>
        <a:lstStyle/>
        <a:p>
          <a:endParaRPr lang="en-US"/>
        </a:p>
      </dgm:t>
    </dgm:pt>
    <dgm:pt modelId="{0E7221D1-324D-4FB6-B8B1-13F60970C3AE}" type="sibTrans" cxnId="{CF1649E2-6D7B-47EE-B1E6-276B951FC6DF}">
      <dgm:prSet/>
      <dgm:spPr/>
      <dgm:t>
        <a:bodyPr/>
        <a:lstStyle/>
        <a:p>
          <a:endParaRPr lang="en-US"/>
        </a:p>
      </dgm:t>
    </dgm:pt>
    <dgm:pt modelId="{E8D4B822-EC9B-4AA8-9A41-BB029713E7EA}">
      <dgm:prSet/>
      <dgm:spPr/>
      <dgm:t>
        <a:bodyPr/>
        <a:lstStyle/>
        <a:p>
          <a:r>
            <a:rPr lang="fr-FR" b="1" i="0" baseline="0" dirty="0" err="1"/>
            <a:t>Representation</a:t>
          </a:r>
          <a:r>
            <a:rPr lang="fr-FR" b="0" i="0" baseline="0" dirty="0"/>
            <a:t> </a:t>
          </a:r>
          <a:endParaRPr lang="en-US" dirty="0"/>
        </a:p>
      </dgm:t>
    </dgm:pt>
    <dgm:pt modelId="{793A2D8B-482C-483C-8C97-2052FAFD3358}" type="parTrans" cxnId="{C6DD3067-5C7B-4F32-9691-6494F58F54EC}">
      <dgm:prSet/>
      <dgm:spPr/>
      <dgm:t>
        <a:bodyPr/>
        <a:lstStyle/>
        <a:p>
          <a:endParaRPr lang="en-US"/>
        </a:p>
      </dgm:t>
    </dgm:pt>
    <dgm:pt modelId="{4076CB6E-E0FB-405A-B4D2-A87422E458D3}" type="sibTrans" cxnId="{C6DD3067-5C7B-4F32-9691-6494F58F54EC}">
      <dgm:prSet/>
      <dgm:spPr/>
      <dgm:t>
        <a:bodyPr/>
        <a:lstStyle/>
        <a:p>
          <a:endParaRPr lang="en-US"/>
        </a:p>
      </dgm:t>
    </dgm:pt>
    <dgm:pt modelId="{1366E4AC-3A3A-4200-8A36-1304F8472F76}">
      <dgm:prSet/>
      <dgm:spPr/>
      <dgm:t>
        <a:bodyPr/>
        <a:lstStyle/>
        <a:p>
          <a:r>
            <a:rPr lang="fr-FR" b="1" i="0" baseline="0" dirty="0"/>
            <a:t>Translation</a:t>
          </a:r>
          <a:r>
            <a:rPr lang="fr-FR" b="0" i="0" baseline="0" dirty="0"/>
            <a:t> </a:t>
          </a:r>
          <a:endParaRPr lang="en-US" dirty="0"/>
        </a:p>
      </dgm:t>
    </dgm:pt>
    <dgm:pt modelId="{60FC05CA-CF2E-4A9A-8CB5-E43356E57D1E}" type="parTrans" cxnId="{994FA51E-F9AF-439D-8945-DE87DAA54F0D}">
      <dgm:prSet/>
      <dgm:spPr/>
      <dgm:t>
        <a:bodyPr/>
        <a:lstStyle/>
        <a:p>
          <a:endParaRPr lang="en-US"/>
        </a:p>
      </dgm:t>
    </dgm:pt>
    <dgm:pt modelId="{32714EF9-D79C-42CE-8ABC-6056F365A420}" type="sibTrans" cxnId="{994FA51E-F9AF-439D-8945-DE87DAA54F0D}">
      <dgm:prSet/>
      <dgm:spPr/>
      <dgm:t>
        <a:bodyPr/>
        <a:lstStyle/>
        <a:p>
          <a:endParaRPr lang="en-US"/>
        </a:p>
      </dgm:t>
    </dgm:pt>
    <dgm:pt modelId="{AE731D34-2FB4-4F2D-867D-ECFE465B2E2C}">
      <dgm:prSet/>
      <dgm:spPr/>
      <dgm:t>
        <a:bodyPr/>
        <a:lstStyle/>
        <a:p>
          <a:r>
            <a:rPr lang="en-US" b="1" dirty="0">
              <a:solidFill>
                <a:schemeClr val="tx1"/>
              </a:solidFill>
            </a:rPr>
            <a:t>Alignment</a:t>
          </a:r>
          <a:r>
            <a:rPr lang="fr-FR" b="0" i="0" baseline="0" dirty="0"/>
            <a:t> </a:t>
          </a:r>
          <a:endParaRPr lang="en-US" dirty="0"/>
        </a:p>
      </dgm:t>
    </dgm:pt>
    <dgm:pt modelId="{5D6EDA61-D412-4877-B487-DC0C4E8C9989}" type="parTrans" cxnId="{3D3C3548-5F8A-4946-845C-B796EAF912A6}">
      <dgm:prSet/>
      <dgm:spPr/>
      <dgm:t>
        <a:bodyPr/>
        <a:lstStyle/>
        <a:p>
          <a:endParaRPr lang="en-US"/>
        </a:p>
      </dgm:t>
    </dgm:pt>
    <dgm:pt modelId="{903ABB12-44FB-448F-ABA0-BCF94FB3BC57}" type="sibTrans" cxnId="{3D3C3548-5F8A-4946-845C-B796EAF912A6}">
      <dgm:prSet/>
      <dgm:spPr/>
      <dgm:t>
        <a:bodyPr/>
        <a:lstStyle/>
        <a:p>
          <a:endParaRPr lang="en-US"/>
        </a:p>
      </dgm:t>
    </dgm:pt>
    <dgm:pt modelId="{BF6BD076-2E0C-42A4-B6FE-E7C7672D199B}">
      <dgm:prSet/>
      <dgm:spPr/>
      <dgm:t>
        <a:bodyPr/>
        <a:lstStyle/>
        <a:p>
          <a:r>
            <a:rPr lang="fr-FR" b="1" i="0" baseline="0" dirty="0"/>
            <a:t>Co-Learning</a:t>
          </a:r>
          <a:endParaRPr lang="en-US" dirty="0"/>
        </a:p>
      </dgm:t>
    </dgm:pt>
    <dgm:pt modelId="{6C223CB5-8594-437C-9A0E-9D83EAF07F44}" type="parTrans" cxnId="{3302CB3D-B5A6-430D-AB45-CEAE0E46ACE6}">
      <dgm:prSet/>
      <dgm:spPr/>
      <dgm:t>
        <a:bodyPr/>
        <a:lstStyle/>
        <a:p>
          <a:endParaRPr lang="en-US"/>
        </a:p>
      </dgm:t>
    </dgm:pt>
    <dgm:pt modelId="{FC1D5E44-3463-48DF-BA62-0EA2F8E5A11A}" type="sibTrans" cxnId="{3302CB3D-B5A6-430D-AB45-CEAE0E46ACE6}">
      <dgm:prSet/>
      <dgm:spPr/>
      <dgm:t>
        <a:bodyPr/>
        <a:lstStyle/>
        <a:p>
          <a:endParaRPr lang="en-US"/>
        </a:p>
      </dgm:t>
    </dgm:pt>
    <dgm:pt modelId="{FDED81C0-AD38-4337-B50C-9B43E2A72CFE}" type="pres">
      <dgm:prSet presAssocID="{90527C63-637A-47B6-9930-5B1ADF837775}" presName="root" presStyleCnt="0">
        <dgm:presLayoutVars>
          <dgm:dir/>
          <dgm:resizeHandles val="exact"/>
        </dgm:presLayoutVars>
      </dgm:prSet>
      <dgm:spPr/>
    </dgm:pt>
    <dgm:pt modelId="{D09DE903-2802-47E8-B021-68B5AB8FB992}" type="pres">
      <dgm:prSet presAssocID="{3AC5D597-481A-4C98-A575-0F05414DA7C3}" presName="compNode" presStyleCnt="0"/>
      <dgm:spPr/>
    </dgm:pt>
    <dgm:pt modelId="{C1AECE2B-2273-4143-8305-E4D351ED2994}" type="pres">
      <dgm:prSet presAssocID="{3AC5D597-481A-4C98-A575-0F05414DA7C3}"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tome"/>
        </a:ext>
      </dgm:extLst>
    </dgm:pt>
    <dgm:pt modelId="{7417F7C8-F1C9-413D-837E-C9A750559281}" type="pres">
      <dgm:prSet presAssocID="{3AC5D597-481A-4C98-A575-0F05414DA7C3}" presName="spaceRect" presStyleCnt="0"/>
      <dgm:spPr/>
    </dgm:pt>
    <dgm:pt modelId="{C709DBD9-5D6D-4237-B6C8-B66DBCEBA4AF}" type="pres">
      <dgm:prSet presAssocID="{3AC5D597-481A-4C98-A575-0F05414DA7C3}" presName="textRect" presStyleLbl="revTx" presStyleIdx="0" presStyleCnt="5">
        <dgm:presLayoutVars>
          <dgm:chMax val="1"/>
          <dgm:chPref val="1"/>
        </dgm:presLayoutVars>
      </dgm:prSet>
      <dgm:spPr/>
    </dgm:pt>
    <dgm:pt modelId="{A31DB54D-75AD-4E91-B81D-B3F2A5532A3E}" type="pres">
      <dgm:prSet presAssocID="{0E7221D1-324D-4FB6-B8B1-13F60970C3AE}" presName="sibTrans" presStyleCnt="0"/>
      <dgm:spPr/>
    </dgm:pt>
    <dgm:pt modelId="{A1918E05-B36E-45E8-9FFA-A4C8F0DD43EB}" type="pres">
      <dgm:prSet presAssocID="{E8D4B822-EC9B-4AA8-9A41-BB029713E7EA}" presName="compNode" presStyleCnt="0"/>
      <dgm:spPr/>
    </dgm:pt>
    <dgm:pt modelId="{EDD65A80-8423-4DF1-8E79-6EDF70057F8A}" type="pres">
      <dgm:prSet presAssocID="{E8D4B822-EC9B-4AA8-9A41-BB029713E7EA}"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953522F8-31EE-40F1-A4C8-538EF10DB982}" type="pres">
      <dgm:prSet presAssocID="{E8D4B822-EC9B-4AA8-9A41-BB029713E7EA}" presName="spaceRect" presStyleCnt="0"/>
      <dgm:spPr/>
    </dgm:pt>
    <dgm:pt modelId="{5C99234B-9CF4-4102-A132-90645053C218}" type="pres">
      <dgm:prSet presAssocID="{E8D4B822-EC9B-4AA8-9A41-BB029713E7EA}" presName="textRect" presStyleLbl="revTx" presStyleIdx="1" presStyleCnt="5">
        <dgm:presLayoutVars>
          <dgm:chMax val="1"/>
          <dgm:chPref val="1"/>
        </dgm:presLayoutVars>
      </dgm:prSet>
      <dgm:spPr/>
    </dgm:pt>
    <dgm:pt modelId="{6EDB8033-8BDF-4E6D-BA13-57E36D75502C}" type="pres">
      <dgm:prSet presAssocID="{4076CB6E-E0FB-405A-B4D2-A87422E458D3}" presName="sibTrans" presStyleCnt="0"/>
      <dgm:spPr/>
    </dgm:pt>
    <dgm:pt modelId="{9F57A237-0E93-4837-8EE4-9CC954C1E63F}" type="pres">
      <dgm:prSet presAssocID="{1366E4AC-3A3A-4200-8A36-1304F8472F76}" presName="compNode" presStyleCnt="0"/>
      <dgm:spPr/>
    </dgm:pt>
    <dgm:pt modelId="{3EF79444-47EA-47DA-AE09-DD57D8E9623F}" type="pres">
      <dgm:prSet presAssocID="{1366E4AC-3A3A-4200-8A36-1304F8472F76}"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ocument"/>
        </a:ext>
      </dgm:extLst>
    </dgm:pt>
    <dgm:pt modelId="{67CF3264-7F9F-46A0-BA56-4301BBD114DE}" type="pres">
      <dgm:prSet presAssocID="{1366E4AC-3A3A-4200-8A36-1304F8472F76}" presName="spaceRect" presStyleCnt="0"/>
      <dgm:spPr/>
    </dgm:pt>
    <dgm:pt modelId="{352143A5-8353-4652-BB68-409B3B0CE23D}" type="pres">
      <dgm:prSet presAssocID="{1366E4AC-3A3A-4200-8A36-1304F8472F76}" presName="textRect" presStyleLbl="revTx" presStyleIdx="2" presStyleCnt="5">
        <dgm:presLayoutVars>
          <dgm:chMax val="1"/>
          <dgm:chPref val="1"/>
        </dgm:presLayoutVars>
      </dgm:prSet>
      <dgm:spPr/>
    </dgm:pt>
    <dgm:pt modelId="{B99319D3-FFBB-4E6B-9631-1BFADF2DCE49}" type="pres">
      <dgm:prSet presAssocID="{32714EF9-D79C-42CE-8ABC-6056F365A420}" presName="sibTrans" presStyleCnt="0"/>
      <dgm:spPr/>
    </dgm:pt>
    <dgm:pt modelId="{275CE9D9-56E7-45BB-8CB2-86DBE006AAE2}" type="pres">
      <dgm:prSet presAssocID="{AE731D34-2FB4-4F2D-867D-ECFE465B2E2C}" presName="compNode" presStyleCnt="0"/>
      <dgm:spPr/>
    </dgm:pt>
    <dgm:pt modelId="{7FA499EB-A690-47AE-877C-1F6C506686C9}" type="pres">
      <dgm:prSet presAssocID="{AE731D34-2FB4-4F2D-867D-ECFE465B2E2C}"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oignée de main"/>
        </a:ext>
      </dgm:extLst>
    </dgm:pt>
    <dgm:pt modelId="{775E2A32-8112-4E7E-88D7-F6D4DD2CF500}" type="pres">
      <dgm:prSet presAssocID="{AE731D34-2FB4-4F2D-867D-ECFE465B2E2C}" presName="spaceRect" presStyleCnt="0"/>
      <dgm:spPr/>
    </dgm:pt>
    <dgm:pt modelId="{0CE6B2CE-5C63-42C8-AB97-2BD91D6255CF}" type="pres">
      <dgm:prSet presAssocID="{AE731D34-2FB4-4F2D-867D-ECFE465B2E2C}" presName="textRect" presStyleLbl="revTx" presStyleIdx="3" presStyleCnt="5">
        <dgm:presLayoutVars>
          <dgm:chMax val="1"/>
          <dgm:chPref val="1"/>
        </dgm:presLayoutVars>
      </dgm:prSet>
      <dgm:spPr/>
    </dgm:pt>
    <dgm:pt modelId="{ED7622D9-2EAF-4205-A1AF-70E071E2B8F4}" type="pres">
      <dgm:prSet presAssocID="{903ABB12-44FB-448F-ABA0-BCF94FB3BC57}" presName="sibTrans" presStyleCnt="0"/>
      <dgm:spPr/>
    </dgm:pt>
    <dgm:pt modelId="{50A1885E-3C13-45BE-B168-AD130D266356}" type="pres">
      <dgm:prSet presAssocID="{BF6BD076-2E0C-42A4-B6FE-E7C7672D199B}" presName="compNode" presStyleCnt="0"/>
      <dgm:spPr/>
    </dgm:pt>
    <dgm:pt modelId="{96CFD845-DAFC-4FB3-BB8D-D7DDB2659D25}" type="pres">
      <dgm:prSet presAssocID="{BF6BD076-2E0C-42A4-B6FE-E7C7672D199B}"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lasse"/>
        </a:ext>
      </dgm:extLst>
    </dgm:pt>
    <dgm:pt modelId="{BD5FEB2A-F5FE-46A0-80FF-1DDAC9F8F940}" type="pres">
      <dgm:prSet presAssocID="{BF6BD076-2E0C-42A4-B6FE-E7C7672D199B}" presName="spaceRect" presStyleCnt="0"/>
      <dgm:spPr/>
    </dgm:pt>
    <dgm:pt modelId="{9847FA4E-43E5-4878-91F1-1A5FDF3FE69D}" type="pres">
      <dgm:prSet presAssocID="{BF6BD076-2E0C-42A4-B6FE-E7C7672D199B}" presName="textRect" presStyleLbl="revTx" presStyleIdx="4" presStyleCnt="5">
        <dgm:presLayoutVars>
          <dgm:chMax val="1"/>
          <dgm:chPref val="1"/>
        </dgm:presLayoutVars>
      </dgm:prSet>
      <dgm:spPr/>
    </dgm:pt>
  </dgm:ptLst>
  <dgm:cxnLst>
    <dgm:cxn modelId="{1E72CC03-E202-4E55-BC48-F2E1184646E0}" type="presOf" srcId="{BF6BD076-2E0C-42A4-B6FE-E7C7672D199B}" destId="{9847FA4E-43E5-4878-91F1-1A5FDF3FE69D}" srcOrd="0" destOrd="0" presId="urn:microsoft.com/office/officeart/2018/2/layout/IconLabelList"/>
    <dgm:cxn modelId="{994FA51E-F9AF-439D-8945-DE87DAA54F0D}" srcId="{90527C63-637A-47B6-9930-5B1ADF837775}" destId="{1366E4AC-3A3A-4200-8A36-1304F8472F76}" srcOrd="2" destOrd="0" parTransId="{60FC05CA-CF2E-4A9A-8CB5-E43356E57D1E}" sibTransId="{32714EF9-D79C-42CE-8ABC-6056F365A420}"/>
    <dgm:cxn modelId="{3302CB3D-B5A6-430D-AB45-CEAE0E46ACE6}" srcId="{90527C63-637A-47B6-9930-5B1ADF837775}" destId="{BF6BD076-2E0C-42A4-B6FE-E7C7672D199B}" srcOrd="4" destOrd="0" parTransId="{6C223CB5-8594-437C-9A0E-9D83EAF07F44}" sibTransId="{FC1D5E44-3463-48DF-BA62-0EA2F8E5A11A}"/>
    <dgm:cxn modelId="{C6DD3067-5C7B-4F32-9691-6494F58F54EC}" srcId="{90527C63-637A-47B6-9930-5B1ADF837775}" destId="{E8D4B822-EC9B-4AA8-9A41-BB029713E7EA}" srcOrd="1" destOrd="0" parTransId="{793A2D8B-482C-483C-8C97-2052FAFD3358}" sibTransId="{4076CB6E-E0FB-405A-B4D2-A87422E458D3}"/>
    <dgm:cxn modelId="{3D3C3548-5F8A-4946-845C-B796EAF912A6}" srcId="{90527C63-637A-47B6-9930-5B1ADF837775}" destId="{AE731D34-2FB4-4F2D-867D-ECFE465B2E2C}" srcOrd="3" destOrd="0" parTransId="{5D6EDA61-D412-4877-B487-DC0C4E8C9989}" sibTransId="{903ABB12-44FB-448F-ABA0-BCF94FB3BC57}"/>
    <dgm:cxn modelId="{F948D051-9399-41A8-BB4D-51C58760A0A6}" type="presOf" srcId="{3AC5D597-481A-4C98-A575-0F05414DA7C3}" destId="{C709DBD9-5D6D-4237-B6C8-B66DBCEBA4AF}" srcOrd="0" destOrd="0" presId="urn:microsoft.com/office/officeart/2018/2/layout/IconLabelList"/>
    <dgm:cxn modelId="{CA919C88-C0C1-4066-A3C3-8FE21A3C4E06}" type="presOf" srcId="{AE731D34-2FB4-4F2D-867D-ECFE465B2E2C}" destId="{0CE6B2CE-5C63-42C8-AB97-2BD91D6255CF}" srcOrd="0" destOrd="0" presId="urn:microsoft.com/office/officeart/2018/2/layout/IconLabelList"/>
    <dgm:cxn modelId="{EBCFAF88-0562-4BFF-9A01-45458BAA289B}" type="presOf" srcId="{E8D4B822-EC9B-4AA8-9A41-BB029713E7EA}" destId="{5C99234B-9CF4-4102-A132-90645053C218}" srcOrd="0" destOrd="0" presId="urn:microsoft.com/office/officeart/2018/2/layout/IconLabelList"/>
    <dgm:cxn modelId="{B6B5C3CD-A7ED-433A-9460-9BADFA174E20}" type="presOf" srcId="{90527C63-637A-47B6-9930-5B1ADF837775}" destId="{FDED81C0-AD38-4337-B50C-9B43E2A72CFE}" srcOrd="0" destOrd="0" presId="urn:microsoft.com/office/officeart/2018/2/layout/IconLabelList"/>
    <dgm:cxn modelId="{CF1649E2-6D7B-47EE-B1E6-276B951FC6DF}" srcId="{90527C63-637A-47B6-9930-5B1ADF837775}" destId="{3AC5D597-481A-4C98-A575-0F05414DA7C3}" srcOrd="0" destOrd="0" parTransId="{C20A4F57-6BC4-4A9D-BE4E-ADDEB8E25348}" sibTransId="{0E7221D1-324D-4FB6-B8B1-13F60970C3AE}"/>
    <dgm:cxn modelId="{4B83EFF6-F7DB-4F7D-BCB1-A2B03DFBE687}" type="presOf" srcId="{1366E4AC-3A3A-4200-8A36-1304F8472F76}" destId="{352143A5-8353-4652-BB68-409B3B0CE23D}" srcOrd="0" destOrd="0" presId="urn:microsoft.com/office/officeart/2018/2/layout/IconLabelList"/>
    <dgm:cxn modelId="{4E12E286-EDA6-4396-B501-092573E3095D}" type="presParOf" srcId="{FDED81C0-AD38-4337-B50C-9B43E2A72CFE}" destId="{D09DE903-2802-47E8-B021-68B5AB8FB992}" srcOrd="0" destOrd="0" presId="urn:microsoft.com/office/officeart/2018/2/layout/IconLabelList"/>
    <dgm:cxn modelId="{812C9EC2-8868-4B4B-9F69-05EE6154F9DA}" type="presParOf" srcId="{D09DE903-2802-47E8-B021-68B5AB8FB992}" destId="{C1AECE2B-2273-4143-8305-E4D351ED2994}" srcOrd="0" destOrd="0" presId="urn:microsoft.com/office/officeart/2018/2/layout/IconLabelList"/>
    <dgm:cxn modelId="{A632A178-BC92-4EDA-85E6-A288C7C19A14}" type="presParOf" srcId="{D09DE903-2802-47E8-B021-68B5AB8FB992}" destId="{7417F7C8-F1C9-413D-837E-C9A750559281}" srcOrd="1" destOrd="0" presId="urn:microsoft.com/office/officeart/2018/2/layout/IconLabelList"/>
    <dgm:cxn modelId="{D24F70A2-AB5A-481A-96DF-2DE8A1922073}" type="presParOf" srcId="{D09DE903-2802-47E8-B021-68B5AB8FB992}" destId="{C709DBD9-5D6D-4237-B6C8-B66DBCEBA4AF}" srcOrd="2" destOrd="0" presId="urn:microsoft.com/office/officeart/2018/2/layout/IconLabelList"/>
    <dgm:cxn modelId="{9E033598-BCB3-4481-9436-63A014F913C8}" type="presParOf" srcId="{FDED81C0-AD38-4337-B50C-9B43E2A72CFE}" destId="{A31DB54D-75AD-4E91-B81D-B3F2A5532A3E}" srcOrd="1" destOrd="0" presId="urn:microsoft.com/office/officeart/2018/2/layout/IconLabelList"/>
    <dgm:cxn modelId="{ED7C82A4-1F0B-4987-9D94-A16E08D956CB}" type="presParOf" srcId="{FDED81C0-AD38-4337-B50C-9B43E2A72CFE}" destId="{A1918E05-B36E-45E8-9FFA-A4C8F0DD43EB}" srcOrd="2" destOrd="0" presId="urn:microsoft.com/office/officeart/2018/2/layout/IconLabelList"/>
    <dgm:cxn modelId="{1EC3F6CC-18D9-473F-98F3-5F0F49CFADEE}" type="presParOf" srcId="{A1918E05-B36E-45E8-9FFA-A4C8F0DD43EB}" destId="{EDD65A80-8423-4DF1-8E79-6EDF70057F8A}" srcOrd="0" destOrd="0" presId="urn:microsoft.com/office/officeart/2018/2/layout/IconLabelList"/>
    <dgm:cxn modelId="{5DD63E66-638F-49CA-AA3E-7CF22FA00E7D}" type="presParOf" srcId="{A1918E05-B36E-45E8-9FFA-A4C8F0DD43EB}" destId="{953522F8-31EE-40F1-A4C8-538EF10DB982}" srcOrd="1" destOrd="0" presId="urn:microsoft.com/office/officeart/2018/2/layout/IconLabelList"/>
    <dgm:cxn modelId="{9F41194A-6B01-4B96-A969-8D718EE463DE}" type="presParOf" srcId="{A1918E05-B36E-45E8-9FFA-A4C8F0DD43EB}" destId="{5C99234B-9CF4-4102-A132-90645053C218}" srcOrd="2" destOrd="0" presId="urn:microsoft.com/office/officeart/2018/2/layout/IconLabelList"/>
    <dgm:cxn modelId="{4A5F1C5C-9EED-4896-85F2-B962698BB30B}" type="presParOf" srcId="{FDED81C0-AD38-4337-B50C-9B43E2A72CFE}" destId="{6EDB8033-8BDF-4E6D-BA13-57E36D75502C}" srcOrd="3" destOrd="0" presId="urn:microsoft.com/office/officeart/2018/2/layout/IconLabelList"/>
    <dgm:cxn modelId="{E5C34A34-3D59-4329-9347-7E5F03EDFF17}" type="presParOf" srcId="{FDED81C0-AD38-4337-B50C-9B43E2A72CFE}" destId="{9F57A237-0E93-4837-8EE4-9CC954C1E63F}" srcOrd="4" destOrd="0" presId="urn:microsoft.com/office/officeart/2018/2/layout/IconLabelList"/>
    <dgm:cxn modelId="{FD94378F-1984-4D71-A93D-964EEF6C74DF}" type="presParOf" srcId="{9F57A237-0E93-4837-8EE4-9CC954C1E63F}" destId="{3EF79444-47EA-47DA-AE09-DD57D8E9623F}" srcOrd="0" destOrd="0" presId="urn:microsoft.com/office/officeart/2018/2/layout/IconLabelList"/>
    <dgm:cxn modelId="{C99699EB-D7B8-4EDB-AFE9-3CC5964AE654}" type="presParOf" srcId="{9F57A237-0E93-4837-8EE4-9CC954C1E63F}" destId="{67CF3264-7F9F-46A0-BA56-4301BBD114DE}" srcOrd="1" destOrd="0" presId="urn:microsoft.com/office/officeart/2018/2/layout/IconLabelList"/>
    <dgm:cxn modelId="{45617A68-B053-4EEE-B274-B4E8A33857C4}" type="presParOf" srcId="{9F57A237-0E93-4837-8EE4-9CC954C1E63F}" destId="{352143A5-8353-4652-BB68-409B3B0CE23D}" srcOrd="2" destOrd="0" presId="urn:microsoft.com/office/officeart/2018/2/layout/IconLabelList"/>
    <dgm:cxn modelId="{E6250374-368C-44A5-A961-633E68CCAC4D}" type="presParOf" srcId="{FDED81C0-AD38-4337-B50C-9B43E2A72CFE}" destId="{B99319D3-FFBB-4E6B-9631-1BFADF2DCE49}" srcOrd="5" destOrd="0" presId="urn:microsoft.com/office/officeart/2018/2/layout/IconLabelList"/>
    <dgm:cxn modelId="{4877AC67-4644-4844-86F8-3FD973381A69}" type="presParOf" srcId="{FDED81C0-AD38-4337-B50C-9B43E2A72CFE}" destId="{275CE9D9-56E7-45BB-8CB2-86DBE006AAE2}" srcOrd="6" destOrd="0" presId="urn:microsoft.com/office/officeart/2018/2/layout/IconLabelList"/>
    <dgm:cxn modelId="{6393135E-1A98-4D33-B3AB-502F46F5759A}" type="presParOf" srcId="{275CE9D9-56E7-45BB-8CB2-86DBE006AAE2}" destId="{7FA499EB-A690-47AE-877C-1F6C506686C9}" srcOrd="0" destOrd="0" presId="urn:microsoft.com/office/officeart/2018/2/layout/IconLabelList"/>
    <dgm:cxn modelId="{DD59259D-DF12-4F99-9E8D-B628FBA10066}" type="presParOf" srcId="{275CE9D9-56E7-45BB-8CB2-86DBE006AAE2}" destId="{775E2A32-8112-4E7E-88D7-F6D4DD2CF500}" srcOrd="1" destOrd="0" presId="urn:microsoft.com/office/officeart/2018/2/layout/IconLabelList"/>
    <dgm:cxn modelId="{BAF1B56F-4C5E-4C99-9A96-37BD919910B3}" type="presParOf" srcId="{275CE9D9-56E7-45BB-8CB2-86DBE006AAE2}" destId="{0CE6B2CE-5C63-42C8-AB97-2BD91D6255CF}" srcOrd="2" destOrd="0" presId="urn:microsoft.com/office/officeart/2018/2/layout/IconLabelList"/>
    <dgm:cxn modelId="{B371D448-7BBC-4EA4-BA4A-1E9E54DEFA9E}" type="presParOf" srcId="{FDED81C0-AD38-4337-B50C-9B43E2A72CFE}" destId="{ED7622D9-2EAF-4205-A1AF-70E071E2B8F4}" srcOrd="7" destOrd="0" presId="urn:microsoft.com/office/officeart/2018/2/layout/IconLabelList"/>
    <dgm:cxn modelId="{6301BB57-60DE-45DE-909B-748E922FFDBB}" type="presParOf" srcId="{FDED81C0-AD38-4337-B50C-9B43E2A72CFE}" destId="{50A1885E-3C13-45BE-B168-AD130D266356}" srcOrd="8" destOrd="0" presId="urn:microsoft.com/office/officeart/2018/2/layout/IconLabelList"/>
    <dgm:cxn modelId="{617FAB38-0B16-43EE-A42A-F158995701FD}" type="presParOf" srcId="{50A1885E-3C13-45BE-B168-AD130D266356}" destId="{96CFD845-DAFC-4FB3-BB8D-D7DDB2659D25}" srcOrd="0" destOrd="0" presId="urn:microsoft.com/office/officeart/2018/2/layout/IconLabelList"/>
    <dgm:cxn modelId="{C10A5DC7-532C-4935-98FB-180B8BD40B17}" type="presParOf" srcId="{50A1885E-3C13-45BE-B168-AD130D266356}" destId="{BD5FEB2A-F5FE-46A0-80FF-1DDAC9F8F940}" srcOrd="1" destOrd="0" presId="urn:microsoft.com/office/officeart/2018/2/layout/IconLabelList"/>
    <dgm:cxn modelId="{2AA4D504-F135-4D6C-9C66-65AB0FFB2FCF}" type="presParOf" srcId="{50A1885E-3C13-45BE-B168-AD130D266356}" destId="{9847FA4E-43E5-4878-91F1-1A5FDF3FE69D}"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951726A-FF3F-419E-9A3E-CE140793AAC0}"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82D9FC36-07CB-46D0-BE4A-47A85B456B54}">
      <dgm:prSet/>
      <dgm:spPr/>
      <dgm:t>
        <a:bodyPr/>
        <a:lstStyle/>
        <a:p>
          <a:r>
            <a:rPr lang="fr-FR" dirty="0" err="1"/>
            <a:t>Early</a:t>
          </a:r>
          <a:r>
            <a:rPr lang="fr-FR" dirty="0"/>
            <a:t> fusion</a:t>
          </a:r>
          <a:endParaRPr lang="en-US" dirty="0"/>
        </a:p>
      </dgm:t>
    </dgm:pt>
    <dgm:pt modelId="{B8613EC4-33D8-4EE9-8174-B0FC23AED90C}" type="parTrans" cxnId="{168957A4-4E5C-49C0-9B38-2BC44BC30F92}">
      <dgm:prSet/>
      <dgm:spPr/>
      <dgm:t>
        <a:bodyPr/>
        <a:lstStyle/>
        <a:p>
          <a:endParaRPr lang="en-US"/>
        </a:p>
      </dgm:t>
    </dgm:pt>
    <dgm:pt modelId="{45554102-6225-4A5A-90EE-C76533E13D70}" type="sibTrans" cxnId="{168957A4-4E5C-49C0-9B38-2BC44BC30F92}">
      <dgm:prSet/>
      <dgm:spPr/>
      <dgm:t>
        <a:bodyPr/>
        <a:lstStyle/>
        <a:p>
          <a:endParaRPr lang="en-US"/>
        </a:p>
      </dgm:t>
    </dgm:pt>
    <dgm:pt modelId="{84969002-9A31-4375-8385-AF986C5D94C6}">
      <dgm:prSet/>
      <dgm:spPr/>
      <dgm:t>
        <a:bodyPr/>
        <a:lstStyle/>
        <a:p>
          <a:r>
            <a:rPr lang="fr-FR"/>
            <a:t>Deep fusion</a:t>
          </a:r>
          <a:endParaRPr lang="en-US"/>
        </a:p>
      </dgm:t>
    </dgm:pt>
    <dgm:pt modelId="{DFDB667E-59F4-483C-9B0E-550B2CA94D10}" type="parTrans" cxnId="{A8EA95DD-0795-4F6D-9E76-3A00A24C44D6}">
      <dgm:prSet/>
      <dgm:spPr/>
      <dgm:t>
        <a:bodyPr/>
        <a:lstStyle/>
        <a:p>
          <a:endParaRPr lang="en-US"/>
        </a:p>
      </dgm:t>
    </dgm:pt>
    <dgm:pt modelId="{159DE00C-DF93-4DB1-A9C2-40A3C73A5A56}" type="sibTrans" cxnId="{A8EA95DD-0795-4F6D-9E76-3A00A24C44D6}">
      <dgm:prSet/>
      <dgm:spPr/>
      <dgm:t>
        <a:bodyPr/>
        <a:lstStyle/>
        <a:p>
          <a:endParaRPr lang="en-US"/>
        </a:p>
      </dgm:t>
    </dgm:pt>
    <dgm:pt modelId="{68E3D228-412F-4E8B-913F-0DCFC5CB2D3F}">
      <dgm:prSet/>
      <dgm:spPr/>
      <dgm:t>
        <a:bodyPr/>
        <a:lstStyle/>
        <a:p>
          <a:r>
            <a:rPr lang="fr-FR" dirty="0" err="1"/>
            <a:t>Late</a:t>
          </a:r>
          <a:r>
            <a:rPr lang="fr-FR" dirty="0"/>
            <a:t> fusion</a:t>
          </a:r>
          <a:endParaRPr lang="en-US" dirty="0"/>
        </a:p>
      </dgm:t>
    </dgm:pt>
    <dgm:pt modelId="{156096D1-C6F4-4CDC-920D-4B9967DB5AB5}" type="parTrans" cxnId="{6BB0F3AF-D272-4C64-BE93-D07D2D61C789}">
      <dgm:prSet/>
      <dgm:spPr/>
      <dgm:t>
        <a:bodyPr/>
        <a:lstStyle/>
        <a:p>
          <a:endParaRPr lang="en-US"/>
        </a:p>
      </dgm:t>
    </dgm:pt>
    <dgm:pt modelId="{547E8BE8-337B-4D01-AFEC-02AF3AAEF94E}" type="sibTrans" cxnId="{6BB0F3AF-D272-4C64-BE93-D07D2D61C789}">
      <dgm:prSet/>
      <dgm:spPr/>
      <dgm:t>
        <a:bodyPr/>
        <a:lstStyle/>
        <a:p>
          <a:endParaRPr lang="en-US"/>
        </a:p>
      </dgm:t>
    </dgm:pt>
    <dgm:pt modelId="{A1F02760-E29F-48FC-99F8-5B9A5D8D1903}">
      <dgm:prSet/>
      <dgm:spPr/>
      <dgm:t>
        <a:bodyPr/>
        <a:lstStyle/>
        <a:p>
          <a:r>
            <a:rPr lang="fr-FR"/>
            <a:t>Hybrid fusion </a:t>
          </a:r>
          <a:endParaRPr lang="en-US"/>
        </a:p>
      </dgm:t>
    </dgm:pt>
    <dgm:pt modelId="{D9D37E8E-6657-4129-80F7-A13CA553BE5E}" type="parTrans" cxnId="{65825B8C-226E-434B-B363-A4038A5488DA}">
      <dgm:prSet/>
      <dgm:spPr/>
      <dgm:t>
        <a:bodyPr/>
        <a:lstStyle/>
        <a:p>
          <a:endParaRPr lang="en-US"/>
        </a:p>
      </dgm:t>
    </dgm:pt>
    <dgm:pt modelId="{DFE4193E-75BF-4E03-8650-65814CCEE3B0}" type="sibTrans" cxnId="{65825B8C-226E-434B-B363-A4038A5488DA}">
      <dgm:prSet/>
      <dgm:spPr/>
      <dgm:t>
        <a:bodyPr/>
        <a:lstStyle/>
        <a:p>
          <a:endParaRPr lang="en-US"/>
        </a:p>
      </dgm:t>
    </dgm:pt>
    <dgm:pt modelId="{37CC7249-069B-428A-826F-345CA149D792}" type="pres">
      <dgm:prSet presAssocID="{8951726A-FF3F-419E-9A3E-CE140793AAC0}" presName="hierChild1" presStyleCnt="0">
        <dgm:presLayoutVars>
          <dgm:chPref val="1"/>
          <dgm:dir/>
          <dgm:animOne val="branch"/>
          <dgm:animLvl val="lvl"/>
          <dgm:resizeHandles/>
        </dgm:presLayoutVars>
      </dgm:prSet>
      <dgm:spPr/>
    </dgm:pt>
    <dgm:pt modelId="{9F5FEE07-4748-4C0A-A6AA-70B121667880}" type="pres">
      <dgm:prSet presAssocID="{82D9FC36-07CB-46D0-BE4A-47A85B456B54}" presName="hierRoot1" presStyleCnt="0"/>
      <dgm:spPr/>
    </dgm:pt>
    <dgm:pt modelId="{43F08F3E-4D65-4D4B-B9DE-6586E8C56AE5}" type="pres">
      <dgm:prSet presAssocID="{82D9FC36-07CB-46D0-BE4A-47A85B456B54}" presName="composite" presStyleCnt="0"/>
      <dgm:spPr/>
    </dgm:pt>
    <dgm:pt modelId="{804B9820-C6E7-40C3-A8A9-4077E82E1BE3}" type="pres">
      <dgm:prSet presAssocID="{82D9FC36-07CB-46D0-BE4A-47A85B456B54}" presName="background" presStyleLbl="node0" presStyleIdx="0" presStyleCnt="4"/>
      <dgm:spPr/>
    </dgm:pt>
    <dgm:pt modelId="{CF909D03-147D-4B99-A308-985C86BA825E}" type="pres">
      <dgm:prSet presAssocID="{82D9FC36-07CB-46D0-BE4A-47A85B456B54}" presName="text" presStyleLbl="fgAcc0" presStyleIdx="0" presStyleCnt="4">
        <dgm:presLayoutVars>
          <dgm:chPref val="3"/>
        </dgm:presLayoutVars>
      </dgm:prSet>
      <dgm:spPr/>
    </dgm:pt>
    <dgm:pt modelId="{02430493-D60C-44CA-BEB9-6DBBF3CAB397}" type="pres">
      <dgm:prSet presAssocID="{82D9FC36-07CB-46D0-BE4A-47A85B456B54}" presName="hierChild2" presStyleCnt="0"/>
      <dgm:spPr/>
    </dgm:pt>
    <dgm:pt modelId="{D401358E-3876-48B7-BD4D-96BECD25D888}" type="pres">
      <dgm:prSet presAssocID="{84969002-9A31-4375-8385-AF986C5D94C6}" presName="hierRoot1" presStyleCnt="0"/>
      <dgm:spPr/>
    </dgm:pt>
    <dgm:pt modelId="{0FE25ED0-5EC9-4EA8-9157-1F133C31D004}" type="pres">
      <dgm:prSet presAssocID="{84969002-9A31-4375-8385-AF986C5D94C6}" presName="composite" presStyleCnt="0"/>
      <dgm:spPr/>
    </dgm:pt>
    <dgm:pt modelId="{6E200CAE-02F4-435A-9F5F-8DF8FDD57B96}" type="pres">
      <dgm:prSet presAssocID="{84969002-9A31-4375-8385-AF986C5D94C6}" presName="background" presStyleLbl="node0" presStyleIdx="1" presStyleCnt="4"/>
      <dgm:spPr/>
    </dgm:pt>
    <dgm:pt modelId="{4E73F807-594E-445B-A3C2-798643BA863A}" type="pres">
      <dgm:prSet presAssocID="{84969002-9A31-4375-8385-AF986C5D94C6}" presName="text" presStyleLbl="fgAcc0" presStyleIdx="1" presStyleCnt="4">
        <dgm:presLayoutVars>
          <dgm:chPref val="3"/>
        </dgm:presLayoutVars>
      </dgm:prSet>
      <dgm:spPr/>
    </dgm:pt>
    <dgm:pt modelId="{5395F02F-1DFF-448D-B092-18A1E8F41156}" type="pres">
      <dgm:prSet presAssocID="{84969002-9A31-4375-8385-AF986C5D94C6}" presName="hierChild2" presStyleCnt="0"/>
      <dgm:spPr/>
    </dgm:pt>
    <dgm:pt modelId="{7500DB02-92ED-4D54-99D3-3DDD8A8D455A}" type="pres">
      <dgm:prSet presAssocID="{68E3D228-412F-4E8B-913F-0DCFC5CB2D3F}" presName="hierRoot1" presStyleCnt="0"/>
      <dgm:spPr/>
    </dgm:pt>
    <dgm:pt modelId="{1A481D06-7AD5-47E1-9C01-4E69BB071E0D}" type="pres">
      <dgm:prSet presAssocID="{68E3D228-412F-4E8B-913F-0DCFC5CB2D3F}" presName="composite" presStyleCnt="0"/>
      <dgm:spPr/>
    </dgm:pt>
    <dgm:pt modelId="{D7478AB1-966C-4088-8B4A-DB1B22BAD9AA}" type="pres">
      <dgm:prSet presAssocID="{68E3D228-412F-4E8B-913F-0DCFC5CB2D3F}" presName="background" presStyleLbl="node0" presStyleIdx="2" presStyleCnt="4"/>
      <dgm:spPr/>
    </dgm:pt>
    <dgm:pt modelId="{4401BF02-69BF-48E1-A46E-6A96A31B9220}" type="pres">
      <dgm:prSet presAssocID="{68E3D228-412F-4E8B-913F-0DCFC5CB2D3F}" presName="text" presStyleLbl="fgAcc0" presStyleIdx="2" presStyleCnt="4">
        <dgm:presLayoutVars>
          <dgm:chPref val="3"/>
        </dgm:presLayoutVars>
      </dgm:prSet>
      <dgm:spPr/>
    </dgm:pt>
    <dgm:pt modelId="{ED372F10-22DD-4A47-8B92-3E7FE41C5B63}" type="pres">
      <dgm:prSet presAssocID="{68E3D228-412F-4E8B-913F-0DCFC5CB2D3F}" presName="hierChild2" presStyleCnt="0"/>
      <dgm:spPr/>
    </dgm:pt>
    <dgm:pt modelId="{215F4B01-CE58-4182-9F3D-866AB44B7594}" type="pres">
      <dgm:prSet presAssocID="{A1F02760-E29F-48FC-99F8-5B9A5D8D1903}" presName="hierRoot1" presStyleCnt="0"/>
      <dgm:spPr/>
    </dgm:pt>
    <dgm:pt modelId="{E4A31AA2-1C74-424E-B98E-81C89EF3BDAE}" type="pres">
      <dgm:prSet presAssocID="{A1F02760-E29F-48FC-99F8-5B9A5D8D1903}" presName="composite" presStyleCnt="0"/>
      <dgm:spPr/>
    </dgm:pt>
    <dgm:pt modelId="{33D76180-5F3B-41E8-83B5-CC336F994BA3}" type="pres">
      <dgm:prSet presAssocID="{A1F02760-E29F-48FC-99F8-5B9A5D8D1903}" presName="background" presStyleLbl="node0" presStyleIdx="3" presStyleCnt="4"/>
      <dgm:spPr/>
    </dgm:pt>
    <dgm:pt modelId="{63FE338A-937A-4BAD-8783-FA5A337BD25A}" type="pres">
      <dgm:prSet presAssocID="{A1F02760-E29F-48FC-99F8-5B9A5D8D1903}" presName="text" presStyleLbl="fgAcc0" presStyleIdx="3" presStyleCnt="4">
        <dgm:presLayoutVars>
          <dgm:chPref val="3"/>
        </dgm:presLayoutVars>
      </dgm:prSet>
      <dgm:spPr/>
    </dgm:pt>
    <dgm:pt modelId="{E114AF18-A972-4534-97EA-7D3C05BB1ACF}" type="pres">
      <dgm:prSet presAssocID="{A1F02760-E29F-48FC-99F8-5B9A5D8D1903}" presName="hierChild2" presStyleCnt="0"/>
      <dgm:spPr/>
    </dgm:pt>
  </dgm:ptLst>
  <dgm:cxnLst>
    <dgm:cxn modelId="{65825B8C-226E-434B-B363-A4038A5488DA}" srcId="{8951726A-FF3F-419E-9A3E-CE140793AAC0}" destId="{A1F02760-E29F-48FC-99F8-5B9A5D8D1903}" srcOrd="3" destOrd="0" parTransId="{D9D37E8E-6657-4129-80F7-A13CA553BE5E}" sibTransId="{DFE4193E-75BF-4E03-8650-65814CCEE3B0}"/>
    <dgm:cxn modelId="{168957A4-4E5C-49C0-9B38-2BC44BC30F92}" srcId="{8951726A-FF3F-419E-9A3E-CE140793AAC0}" destId="{82D9FC36-07CB-46D0-BE4A-47A85B456B54}" srcOrd="0" destOrd="0" parTransId="{B8613EC4-33D8-4EE9-8174-B0FC23AED90C}" sibTransId="{45554102-6225-4A5A-90EE-C76533E13D70}"/>
    <dgm:cxn modelId="{6BB0F3AF-D272-4C64-BE93-D07D2D61C789}" srcId="{8951726A-FF3F-419E-9A3E-CE140793AAC0}" destId="{68E3D228-412F-4E8B-913F-0DCFC5CB2D3F}" srcOrd="2" destOrd="0" parTransId="{156096D1-C6F4-4CDC-920D-4B9967DB5AB5}" sibTransId="{547E8BE8-337B-4D01-AFEC-02AF3AAEF94E}"/>
    <dgm:cxn modelId="{10AD35BE-4C0F-4B5C-B157-DFD6C5467775}" type="presOf" srcId="{8951726A-FF3F-419E-9A3E-CE140793AAC0}" destId="{37CC7249-069B-428A-826F-345CA149D792}" srcOrd="0" destOrd="0" presId="urn:microsoft.com/office/officeart/2005/8/layout/hierarchy1"/>
    <dgm:cxn modelId="{5B37F6C4-4F9D-4AC1-BED4-A51D8BE7F081}" type="presOf" srcId="{84969002-9A31-4375-8385-AF986C5D94C6}" destId="{4E73F807-594E-445B-A3C2-798643BA863A}" srcOrd="0" destOrd="0" presId="urn:microsoft.com/office/officeart/2005/8/layout/hierarchy1"/>
    <dgm:cxn modelId="{A8EA95DD-0795-4F6D-9E76-3A00A24C44D6}" srcId="{8951726A-FF3F-419E-9A3E-CE140793AAC0}" destId="{84969002-9A31-4375-8385-AF986C5D94C6}" srcOrd="1" destOrd="0" parTransId="{DFDB667E-59F4-483C-9B0E-550B2CA94D10}" sibTransId="{159DE00C-DF93-4DB1-A9C2-40A3C73A5A56}"/>
    <dgm:cxn modelId="{C8B0D5E4-D7B6-43E3-A082-4C99057BAA89}" type="presOf" srcId="{A1F02760-E29F-48FC-99F8-5B9A5D8D1903}" destId="{63FE338A-937A-4BAD-8783-FA5A337BD25A}" srcOrd="0" destOrd="0" presId="urn:microsoft.com/office/officeart/2005/8/layout/hierarchy1"/>
    <dgm:cxn modelId="{E77BBDE9-A838-4393-BFB9-6B0B7AB38161}" type="presOf" srcId="{68E3D228-412F-4E8B-913F-0DCFC5CB2D3F}" destId="{4401BF02-69BF-48E1-A46E-6A96A31B9220}" srcOrd="0" destOrd="0" presId="urn:microsoft.com/office/officeart/2005/8/layout/hierarchy1"/>
    <dgm:cxn modelId="{CDB41FF3-2573-4B92-B2EE-6739DCB3C029}" type="presOf" srcId="{82D9FC36-07CB-46D0-BE4A-47A85B456B54}" destId="{CF909D03-147D-4B99-A308-985C86BA825E}" srcOrd="0" destOrd="0" presId="urn:microsoft.com/office/officeart/2005/8/layout/hierarchy1"/>
    <dgm:cxn modelId="{AFFC4C48-E384-418B-B0AB-02EEE41F9194}" type="presParOf" srcId="{37CC7249-069B-428A-826F-345CA149D792}" destId="{9F5FEE07-4748-4C0A-A6AA-70B121667880}" srcOrd="0" destOrd="0" presId="urn:microsoft.com/office/officeart/2005/8/layout/hierarchy1"/>
    <dgm:cxn modelId="{579CBB1D-81A4-4A5B-9F75-C6BB48103846}" type="presParOf" srcId="{9F5FEE07-4748-4C0A-A6AA-70B121667880}" destId="{43F08F3E-4D65-4D4B-B9DE-6586E8C56AE5}" srcOrd="0" destOrd="0" presId="urn:microsoft.com/office/officeart/2005/8/layout/hierarchy1"/>
    <dgm:cxn modelId="{A37A948C-5F18-48D7-90FC-47510A48BA87}" type="presParOf" srcId="{43F08F3E-4D65-4D4B-B9DE-6586E8C56AE5}" destId="{804B9820-C6E7-40C3-A8A9-4077E82E1BE3}" srcOrd="0" destOrd="0" presId="urn:microsoft.com/office/officeart/2005/8/layout/hierarchy1"/>
    <dgm:cxn modelId="{D6AF6F74-BF6E-4289-8550-2A3007A84A89}" type="presParOf" srcId="{43F08F3E-4D65-4D4B-B9DE-6586E8C56AE5}" destId="{CF909D03-147D-4B99-A308-985C86BA825E}" srcOrd="1" destOrd="0" presId="urn:microsoft.com/office/officeart/2005/8/layout/hierarchy1"/>
    <dgm:cxn modelId="{422122D5-EC0C-4676-AC84-2F8E37761AA7}" type="presParOf" srcId="{9F5FEE07-4748-4C0A-A6AA-70B121667880}" destId="{02430493-D60C-44CA-BEB9-6DBBF3CAB397}" srcOrd="1" destOrd="0" presId="urn:microsoft.com/office/officeart/2005/8/layout/hierarchy1"/>
    <dgm:cxn modelId="{BE7C6D43-843F-4687-AC0F-D5E06C9F2205}" type="presParOf" srcId="{37CC7249-069B-428A-826F-345CA149D792}" destId="{D401358E-3876-48B7-BD4D-96BECD25D888}" srcOrd="1" destOrd="0" presId="urn:microsoft.com/office/officeart/2005/8/layout/hierarchy1"/>
    <dgm:cxn modelId="{25F0A421-4503-4850-851A-80FE714C16D9}" type="presParOf" srcId="{D401358E-3876-48B7-BD4D-96BECD25D888}" destId="{0FE25ED0-5EC9-4EA8-9157-1F133C31D004}" srcOrd="0" destOrd="0" presId="urn:microsoft.com/office/officeart/2005/8/layout/hierarchy1"/>
    <dgm:cxn modelId="{F1A7C9D9-5F11-4D2B-B3F7-81955E75EEC1}" type="presParOf" srcId="{0FE25ED0-5EC9-4EA8-9157-1F133C31D004}" destId="{6E200CAE-02F4-435A-9F5F-8DF8FDD57B96}" srcOrd="0" destOrd="0" presId="urn:microsoft.com/office/officeart/2005/8/layout/hierarchy1"/>
    <dgm:cxn modelId="{5A571135-4B50-4B3A-A40D-AD5660E8D559}" type="presParOf" srcId="{0FE25ED0-5EC9-4EA8-9157-1F133C31D004}" destId="{4E73F807-594E-445B-A3C2-798643BA863A}" srcOrd="1" destOrd="0" presId="urn:microsoft.com/office/officeart/2005/8/layout/hierarchy1"/>
    <dgm:cxn modelId="{CA35A68F-9FD7-462D-8426-65BBDA1DB925}" type="presParOf" srcId="{D401358E-3876-48B7-BD4D-96BECD25D888}" destId="{5395F02F-1DFF-448D-B092-18A1E8F41156}" srcOrd="1" destOrd="0" presId="urn:microsoft.com/office/officeart/2005/8/layout/hierarchy1"/>
    <dgm:cxn modelId="{9721E189-050F-4CF1-97CB-865713DA5C69}" type="presParOf" srcId="{37CC7249-069B-428A-826F-345CA149D792}" destId="{7500DB02-92ED-4D54-99D3-3DDD8A8D455A}" srcOrd="2" destOrd="0" presId="urn:microsoft.com/office/officeart/2005/8/layout/hierarchy1"/>
    <dgm:cxn modelId="{F4BDBFCB-663E-4A34-81F9-DF5C4605DED0}" type="presParOf" srcId="{7500DB02-92ED-4D54-99D3-3DDD8A8D455A}" destId="{1A481D06-7AD5-47E1-9C01-4E69BB071E0D}" srcOrd="0" destOrd="0" presId="urn:microsoft.com/office/officeart/2005/8/layout/hierarchy1"/>
    <dgm:cxn modelId="{DB54408E-063F-4F10-A98B-0BA1AFF8FADA}" type="presParOf" srcId="{1A481D06-7AD5-47E1-9C01-4E69BB071E0D}" destId="{D7478AB1-966C-4088-8B4A-DB1B22BAD9AA}" srcOrd="0" destOrd="0" presId="urn:microsoft.com/office/officeart/2005/8/layout/hierarchy1"/>
    <dgm:cxn modelId="{6B5EC75B-719D-467B-898B-8EABAF8BC85B}" type="presParOf" srcId="{1A481D06-7AD5-47E1-9C01-4E69BB071E0D}" destId="{4401BF02-69BF-48E1-A46E-6A96A31B9220}" srcOrd="1" destOrd="0" presId="urn:microsoft.com/office/officeart/2005/8/layout/hierarchy1"/>
    <dgm:cxn modelId="{BD19CCB9-CCC4-45DE-BA90-06CFFD1F86BC}" type="presParOf" srcId="{7500DB02-92ED-4D54-99D3-3DDD8A8D455A}" destId="{ED372F10-22DD-4A47-8B92-3E7FE41C5B63}" srcOrd="1" destOrd="0" presId="urn:microsoft.com/office/officeart/2005/8/layout/hierarchy1"/>
    <dgm:cxn modelId="{C208EA98-2B0B-4CD2-B3A3-CAD439CD298C}" type="presParOf" srcId="{37CC7249-069B-428A-826F-345CA149D792}" destId="{215F4B01-CE58-4182-9F3D-866AB44B7594}" srcOrd="3" destOrd="0" presId="urn:microsoft.com/office/officeart/2005/8/layout/hierarchy1"/>
    <dgm:cxn modelId="{E2F26EC5-9D0C-413B-9D40-224B098FCF58}" type="presParOf" srcId="{215F4B01-CE58-4182-9F3D-866AB44B7594}" destId="{E4A31AA2-1C74-424E-B98E-81C89EF3BDAE}" srcOrd="0" destOrd="0" presId="urn:microsoft.com/office/officeart/2005/8/layout/hierarchy1"/>
    <dgm:cxn modelId="{B4574E7E-D96A-4CFA-B0FD-998D25D23A24}" type="presParOf" srcId="{E4A31AA2-1C74-424E-B98E-81C89EF3BDAE}" destId="{33D76180-5F3B-41E8-83B5-CC336F994BA3}" srcOrd="0" destOrd="0" presId="urn:microsoft.com/office/officeart/2005/8/layout/hierarchy1"/>
    <dgm:cxn modelId="{14DAFF4A-9F76-4BB9-8088-CC224B4D9A68}" type="presParOf" srcId="{E4A31AA2-1C74-424E-B98E-81C89EF3BDAE}" destId="{63FE338A-937A-4BAD-8783-FA5A337BD25A}" srcOrd="1" destOrd="0" presId="urn:microsoft.com/office/officeart/2005/8/layout/hierarchy1"/>
    <dgm:cxn modelId="{4B767AAC-199E-42BE-AEC5-466B0D0E1894}" type="presParOf" srcId="{215F4B01-CE58-4182-9F3D-866AB44B7594}" destId="{E114AF18-A972-4534-97EA-7D3C05BB1AC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3F4AE40-3F90-4F8D-8D11-00CA108039E5}"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1CC33D17-86EB-4EC3-93C1-D0AA042FDFFF}">
      <dgm:prSet/>
      <dgm:spPr/>
      <dgm:t>
        <a:bodyPr/>
        <a:lstStyle/>
        <a:p>
          <a:r>
            <a:rPr lang="fr-FR" dirty="0"/>
            <a:t>Data </a:t>
          </a:r>
          <a:r>
            <a:rPr lang="fr-FR" dirty="0" err="1"/>
            <a:t>Representation</a:t>
          </a:r>
          <a:endParaRPr lang="en-US" dirty="0"/>
        </a:p>
      </dgm:t>
    </dgm:pt>
    <dgm:pt modelId="{A910E5E0-CD8B-4827-9145-31C487EB93ED}" type="parTrans" cxnId="{4E00CC07-D55D-4D8F-8365-BD49793A4001}">
      <dgm:prSet/>
      <dgm:spPr/>
      <dgm:t>
        <a:bodyPr/>
        <a:lstStyle/>
        <a:p>
          <a:endParaRPr lang="en-US"/>
        </a:p>
      </dgm:t>
    </dgm:pt>
    <dgm:pt modelId="{6A537D4D-D99E-4DF8-8FE8-28795F802728}" type="sibTrans" cxnId="{4E00CC07-D55D-4D8F-8365-BD49793A4001}">
      <dgm:prSet/>
      <dgm:spPr/>
      <dgm:t>
        <a:bodyPr/>
        <a:lstStyle/>
        <a:p>
          <a:endParaRPr lang="en-US"/>
        </a:p>
      </dgm:t>
    </dgm:pt>
    <dgm:pt modelId="{C8358AFC-3E02-4C33-A361-AC9F554C40D2}">
      <dgm:prSet/>
      <dgm:spPr/>
      <dgm:t>
        <a:bodyPr/>
        <a:lstStyle/>
        <a:p>
          <a:r>
            <a:rPr lang="fr-FR" dirty="0"/>
            <a:t>Data Translation</a:t>
          </a:r>
          <a:endParaRPr lang="en-US" dirty="0"/>
        </a:p>
      </dgm:t>
    </dgm:pt>
    <dgm:pt modelId="{F23B8FC8-2B48-46C6-AC47-DE503E8D9F98}" type="parTrans" cxnId="{924C9F50-B48D-4C98-B48C-4B164A68568B}">
      <dgm:prSet/>
      <dgm:spPr/>
      <dgm:t>
        <a:bodyPr/>
        <a:lstStyle/>
        <a:p>
          <a:endParaRPr lang="en-US"/>
        </a:p>
      </dgm:t>
    </dgm:pt>
    <dgm:pt modelId="{D269BFDB-D7C1-4F3A-A74B-89CDE354786C}" type="sibTrans" cxnId="{924C9F50-B48D-4C98-B48C-4B164A68568B}">
      <dgm:prSet/>
      <dgm:spPr/>
      <dgm:t>
        <a:bodyPr/>
        <a:lstStyle/>
        <a:p>
          <a:endParaRPr lang="en-US"/>
        </a:p>
      </dgm:t>
    </dgm:pt>
    <dgm:pt modelId="{1A798C19-9E88-47C9-8665-74333A327F61}">
      <dgm:prSet/>
      <dgm:spPr/>
      <dgm:t>
        <a:bodyPr/>
        <a:lstStyle/>
        <a:p>
          <a:r>
            <a:rPr lang="fr-FR" dirty="0"/>
            <a:t>Data </a:t>
          </a:r>
          <a:r>
            <a:rPr lang="fr-FR" dirty="0" err="1"/>
            <a:t>Alignment</a:t>
          </a:r>
          <a:endParaRPr lang="en-US" dirty="0"/>
        </a:p>
      </dgm:t>
    </dgm:pt>
    <dgm:pt modelId="{B4AC42FC-7065-4EBD-94F6-73BD5F903F90}" type="parTrans" cxnId="{69F9CB29-D138-45C0-B2D4-A97E22CCC6A6}">
      <dgm:prSet/>
      <dgm:spPr/>
      <dgm:t>
        <a:bodyPr/>
        <a:lstStyle/>
        <a:p>
          <a:endParaRPr lang="en-US"/>
        </a:p>
      </dgm:t>
    </dgm:pt>
    <dgm:pt modelId="{17A99CA1-4AFE-4886-873E-4B7042128C5F}" type="sibTrans" cxnId="{69F9CB29-D138-45C0-B2D4-A97E22CCC6A6}">
      <dgm:prSet/>
      <dgm:spPr/>
      <dgm:t>
        <a:bodyPr/>
        <a:lstStyle/>
        <a:p>
          <a:endParaRPr lang="en-US"/>
        </a:p>
      </dgm:t>
    </dgm:pt>
    <dgm:pt modelId="{33526A63-4989-42CF-B779-D00B71A7EF59}" type="pres">
      <dgm:prSet presAssocID="{E3F4AE40-3F90-4F8D-8D11-00CA108039E5}" presName="hierChild1" presStyleCnt="0">
        <dgm:presLayoutVars>
          <dgm:chPref val="1"/>
          <dgm:dir/>
          <dgm:animOne val="branch"/>
          <dgm:animLvl val="lvl"/>
          <dgm:resizeHandles/>
        </dgm:presLayoutVars>
      </dgm:prSet>
      <dgm:spPr/>
    </dgm:pt>
    <dgm:pt modelId="{3F8153BD-25FD-471B-8267-1BE5ADDF187A}" type="pres">
      <dgm:prSet presAssocID="{1CC33D17-86EB-4EC3-93C1-D0AA042FDFFF}" presName="hierRoot1" presStyleCnt="0"/>
      <dgm:spPr/>
    </dgm:pt>
    <dgm:pt modelId="{3AB75ADC-51B3-4351-B3D4-68AB2EE58288}" type="pres">
      <dgm:prSet presAssocID="{1CC33D17-86EB-4EC3-93C1-D0AA042FDFFF}" presName="composite" presStyleCnt="0"/>
      <dgm:spPr/>
    </dgm:pt>
    <dgm:pt modelId="{FAFC9E05-6EA5-460D-AC12-599AC99C6018}" type="pres">
      <dgm:prSet presAssocID="{1CC33D17-86EB-4EC3-93C1-D0AA042FDFFF}" presName="background" presStyleLbl="node0" presStyleIdx="0" presStyleCnt="3"/>
      <dgm:spPr/>
    </dgm:pt>
    <dgm:pt modelId="{E75C9F96-14F9-4935-A54F-70E53C7DF36C}" type="pres">
      <dgm:prSet presAssocID="{1CC33D17-86EB-4EC3-93C1-D0AA042FDFFF}" presName="text" presStyleLbl="fgAcc0" presStyleIdx="0" presStyleCnt="3">
        <dgm:presLayoutVars>
          <dgm:chPref val="3"/>
        </dgm:presLayoutVars>
      </dgm:prSet>
      <dgm:spPr/>
    </dgm:pt>
    <dgm:pt modelId="{D426E975-9151-45E1-9683-4FB786883C02}" type="pres">
      <dgm:prSet presAssocID="{1CC33D17-86EB-4EC3-93C1-D0AA042FDFFF}" presName="hierChild2" presStyleCnt="0"/>
      <dgm:spPr/>
    </dgm:pt>
    <dgm:pt modelId="{5408F4CC-5166-4D59-A996-D477A69829D6}" type="pres">
      <dgm:prSet presAssocID="{C8358AFC-3E02-4C33-A361-AC9F554C40D2}" presName="hierRoot1" presStyleCnt="0"/>
      <dgm:spPr/>
    </dgm:pt>
    <dgm:pt modelId="{FD6447F1-BBA9-4944-8B04-7E08CDB4C2FA}" type="pres">
      <dgm:prSet presAssocID="{C8358AFC-3E02-4C33-A361-AC9F554C40D2}" presName="composite" presStyleCnt="0"/>
      <dgm:spPr/>
    </dgm:pt>
    <dgm:pt modelId="{ED2A4AAE-5A1C-462D-8878-09B11FC049CE}" type="pres">
      <dgm:prSet presAssocID="{C8358AFC-3E02-4C33-A361-AC9F554C40D2}" presName="background" presStyleLbl="node0" presStyleIdx="1" presStyleCnt="3"/>
      <dgm:spPr/>
    </dgm:pt>
    <dgm:pt modelId="{50A09759-FE6E-4769-AC9B-D52EFFBAF83C}" type="pres">
      <dgm:prSet presAssocID="{C8358AFC-3E02-4C33-A361-AC9F554C40D2}" presName="text" presStyleLbl="fgAcc0" presStyleIdx="1" presStyleCnt="3">
        <dgm:presLayoutVars>
          <dgm:chPref val="3"/>
        </dgm:presLayoutVars>
      </dgm:prSet>
      <dgm:spPr/>
    </dgm:pt>
    <dgm:pt modelId="{55380F03-8ACF-4F8A-A341-2E90E3022ABE}" type="pres">
      <dgm:prSet presAssocID="{C8358AFC-3E02-4C33-A361-AC9F554C40D2}" presName="hierChild2" presStyleCnt="0"/>
      <dgm:spPr/>
    </dgm:pt>
    <dgm:pt modelId="{BE9B4DC0-6C20-44A8-9C53-A2C72093C211}" type="pres">
      <dgm:prSet presAssocID="{1A798C19-9E88-47C9-8665-74333A327F61}" presName="hierRoot1" presStyleCnt="0"/>
      <dgm:spPr/>
    </dgm:pt>
    <dgm:pt modelId="{CDDAC1A1-4410-4B5A-BD8E-F02361A4C75D}" type="pres">
      <dgm:prSet presAssocID="{1A798C19-9E88-47C9-8665-74333A327F61}" presName="composite" presStyleCnt="0"/>
      <dgm:spPr/>
    </dgm:pt>
    <dgm:pt modelId="{3F40AA91-2C8C-45CE-A85F-BAC8DB16CC4D}" type="pres">
      <dgm:prSet presAssocID="{1A798C19-9E88-47C9-8665-74333A327F61}" presName="background" presStyleLbl="node0" presStyleIdx="2" presStyleCnt="3"/>
      <dgm:spPr/>
    </dgm:pt>
    <dgm:pt modelId="{A078F5CD-AED8-4A06-AB3D-A9B3055275D2}" type="pres">
      <dgm:prSet presAssocID="{1A798C19-9E88-47C9-8665-74333A327F61}" presName="text" presStyleLbl="fgAcc0" presStyleIdx="2" presStyleCnt="3">
        <dgm:presLayoutVars>
          <dgm:chPref val="3"/>
        </dgm:presLayoutVars>
      </dgm:prSet>
      <dgm:spPr/>
    </dgm:pt>
    <dgm:pt modelId="{1BACDE39-0585-4DE1-8CBC-527D4FCB3D17}" type="pres">
      <dgm:prSet presAssocID="{1A798C19-9E88-47C9-8665-74333A327F61}" presName="hierChild2" presStyleCnt="0"/>
      <dgm:spPr/>
    </dgm:pt>
  </dgm:ptLst>
  <dgm:cxnLst>
    <dgm:cxn modelId="{4E00CC07-D55D-4D8F-8365-BD49793A4001}" srcId="{E3F4AE40-3F90-4F8D-8D11-00CA108039E5}" destId="{1CC33D17-86EB-4EC3-93C1-D0AA042FDFFF}" srcOrd="0" destOrd="0" parTransId="{A910E5E0-CD8B-4827-9145-31C487EB93ED}" sibTransId="{6A537D4D-D99E-4DF8-8FE8-28795F802728}"/>
    <dgm:cxn modelId="{69F9CB29-D138-45C0-B2D4-A97E22CCC6A6}" srcId="{E3F4AE40-3F90-4F8D-8D11-00CA108039E5}" destId="{1A798C19-9E88-47C9-8665-74333A327F61}" srcOrd="2" destOrd="0" parTransId="{B4AC42FC-7065-4EBD-94F6-73BD5F903F90}" sibTransId="{17A99CA1-4AFE-4886-873E-4B7042128C5F}"/>
    <dgm:cxn modelId="{4A20762A-C797-41CA-A0C9-4F4B6FF18915}" type="presOf" srcId="{1A798C19-9E88-47C9-8665-74333A327F61}" destId="{A078F5CD-AED8-4A06-AB3D-A9B3055275D2}" srcOrd="0" destOrd="0" presId="urn:microsoft.com/office/officeart/2005/8/layout/hierarchy1"/>
    <dgm:cxn modelId="{FD201C2F-E9A6-4C9C-A96A-D76D5AA42E1F}" type="presOf" srcId="{E3F4AE40-3F90-4F8D-8D11-00CA108039E5}" destId="{33526A63-4989-42CF-B779-D00B71A7EF59}" srcOrd="0" destOrd="0" presId="urn:microsoft.com/office/officeart/2005/8/layout/hierarchy1"/>
    <dgm:cxn modelId="{23549C3A-038D-41A4-9DFD-E8AC7A8D154C}" type="presOf" srcId="{1CC33D17-86EB-4EC3-93C1-D0AA042FDFFF}" destId="{E75C9F96-14F9-4935-A54F-70E53C7DF36C}" srcOrd="0" destOrd="0" presId="urn:microsoft.com/office/officeart/2005/8/layout/hierarchy1"/>
    <dgm:cxn modelId="{924C9F50-B48D-4C98-B48C-4B164A68568B}" srcId="{E3F4AE40-3F90-4F8D-8D11-00CA108039E5}" destId="{C8358AFC-3E02-4C33-A361-AC9F554C40D2}" srcOrd="1" destOrd="0" parTransId="{F23B8FC8-2B48-46C6-AC47-DE503E8D9F98}" sibTransId="{D269BFDB-D7C1-4F3A-A74B-89CDE354786C}"/>
    <dgm:cxn modelId="{DA52DBD6-A251-4FDE-8C21-5424BFFE25BE}" type="presOf" srcId="{C8358AFC-3E02-4C33-A361-AC9F554C40D2}" destId="{50A09759-FE6E-4769-AC9B-D52EFFBAF83C}" srcOrd="0" destOrd="0" presId="urn:microsoft.com/office/officeart/2005/8/layout/hierarchy1"/>
    <dgm:cxn modelId="{D9F8E4D5-04C4-4C64-83D4-C37BA24021A6}" type="presParOf" srcId="{33526A63-4989-42CF-B779-D00B71A7EF59}" destId="{3F8153BD-25FD-471B-8267-1BE5ADDF187A}" srcOrd="0" destOrd="0" presId="urn:microsoft.com/office/officeart/2005/8/layout/hierarchy1"/>
    <dgm:cxn modelId="{A36C0123-D153-4344-9288-89984B539794}" type="presParOf" srcId="{3F8153BD-25FD-471B-8267-1BE5ADDF187A}" destId="{3AB75ADC-51B3-4351-B3D4-68AB2EE58288}" srcOrd="0" destOrd="0" presId="urn:microsoft.com/office/officeart/2005/8/layout/hierarchy1"/>
    <dgm:cxn modelId="{4AD5BE13-6A85-4231-9249-0BB287D3D140}" type="presParOf" srcId="{3AB75ADC-51B3-4351-B3D4-68AB2EE58288}" destId="{FAFC9E05-6EA5-460D-AC12-599AC99C6018}" srcOrd="0" destOrd="0" presId="urn:microsoft.com/office/officeart/2005/8/layout/hierarchy1"/>
    <dgm:cxn modelId="{A4147A99-3760-4744-B887-88ADF66DDDE4}" type="presParOf" srcId="{3AB75ADC-51B3-4351-B3D4-68AB2EE58288}" destId="{E75C9F96-14F9-4935-A54F-70E53C7DF36C}" srcOrd="1" destOrd="0" presId="urn:microsoft.com/office/officeart/2005/8/layout/hierarchy1"/>
    <dgm:cxn modelId="{061E0C0D-1F9F-4CDD-8611-B5C23CFD4C47}" type="presParOf" srcId="{3F8153BD-25FD-471B-8267-1BE5ADDF187A}" destId="{D426E975-9151-45E1-9683-4FB786883C02}" srcOrd="1" destOrd="0" presId="urn:microsoft.com/office/officeart/2005/8/layout/hierarchy1"/>
    <dgm:cxn modelId="{2563AEF3-3746-4F57-AFF1-8444B39D5880}" type="presParOf" srcId="{33526A63-4989-42CF-B779-D00B71A7EF59}" destId="{5408F4CC-5166-4D59-A996-D477A69829D6}" srcOrd="1" destOrd="0" presId="urn:microsoft.com/office/officeart/2005/8/layout/hierarchy1"/>
    <dgm:cxn modelId="{43C72610-E498-4001-B816-3846C6ED0BA2}" type="presParOf" srcId="{5408F4CC-5166-4D59-A996-D477A69829D6}" destId="{FD6447F1-BBA9-4944-8B04-7E08CDB4C2FA}" srcOrd="0" destOrd="0" presId="urn:microsoft.com/office/officeart/2005/8/layout/hierarchy1"/>
    <dgm:cxn modelId="{41DD93BE-F1E9-4512-83DD-B7735F52DA52}" type="presParOf" srcId="{FD6447F1-BBA9-4944-8B04-7E08CDB4C2FA}" destId="{ED2A4AAE-5A1C-462D-8878-09B11FC049CE}" srcOrd="0" destOrd="0" presId="urn:microsoft.com/office/officeart/2005/8/layout/hierarchy1"/>
    <dgm:cxn modelId="{667E2FA1-C933-498D-AAB0-23F9A301F228}" type="presParOf" srcId="{FD6447F1-BBA9-4944-8B04-7E08CDB4C2FA}" destId="{50A09759-FE6E-4769-AC9B-D52EFFBAF83C}" srcOrd="1" destOrd="0" presId="urn:microsoft.com/office/officeart/2005/8/layout/hierarchy1"/>
    <dgm:cxn modelId="{0A80EE8A-C47A-4149-8606-8A35F9D4AED9}" type="presParOf" srcId="{5408F4CC-5166-4D59-A996-D477A69829D6}" destId="{55380F03-8ACF-4F8A-A341-2E90E3022ABE}" srcOrd="1" destOrd="0" presId="urn:microsoft.com/office/officeart/2005/8/layout/hierarchy1"/>
    <dgm:cxn modelId="{ED2B9B44-03C1-4CCB-BE4D-175552EC8CC6}" type="presParOf" srcId="{33526A63-4989-42CF-B779-D00B71A7EF59}" destId="{BE9B4DC0-6C20-44A8-9C53-A2C72093C211}" srcOrd="2" destOrd="0" presId="urn:microsoft.com/office/officeart/2005/8/layout/hierarchy1"/>
    <dgm:cxn modelId="{C0919EE8-B513-47D5-9666-0EDAEF91FCB6}" type="presParOf" srcId="{BE9B4DC0-6C20-44A8-9C53-A2C72093C211}" destId="{CDDAC1A1-4410-4B5A-BD8E-F02361A4C75D}" srcOrd="0" destOrd="0" presId="urn:microsoft.com/office/officeart/2005/8/layout/hierarchy1"/>
    <dgm:cxn modelId="{C8302FA4-7800-4B3B-A4F0-CDF4D62E008C}" type="presParOf" srcId="{CDDAC1A1-4410-4B5A-BD8E-F02361A4C75D}" destId="{3F40AA91-2C8C-45CE-A85F-BAC8DB16CC4D}" srcOrd="0" destOrd="0" presId="urn:microsoft.com/office/officeart/2005/8/layout/hierarchy1"/>
    <dgm:cxn modelId="{DD3AAC8F-FB7B-41D5-AB61-8F75B7168FC9}" type="presParOf" srcId="{CDDAC1A1-4410-4B5A-BD8E-F02361A4C75D}" destId="{A078F5CD-AED8-4A06-AB3D-A9B3055275D2}" srcOrd="1" destOrd="0" presId="urn:microsoft.com/office/officeart/2005/8/layout/hierarchy1"/>
    <dgm:cxn modelId="{937104C1-77AF-467E-B2AB-A6BFC1CF3FCC}" type="presParOf" srcId="{BE9B4DC0-6C20-44A8-9C53-A2C72093C211}" destId="{1BACDE39-0585-4DE1-8CBC-527D4FCB3D17}"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32B079-7EB7-4923-BE49-5420F6BB08F5}">
      <dsp:nvSpPr>
        <dsp:cNvPr id="0" name=""/>
        <dsp:cNvSpPr/>
      </dsp:nvSpPr>
      <dsp:spPr>
        <a:xfrm>
          <a:off x="0" y="3327889"/>
          <a:ext cx="6364224" cy="218345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fr-FR" sz="3700" kern="1200"/>
            <a:t>Les type de formats :</a:t>
          </a:r>
          <a:endParaRPr lang="en-US" sz="3700" kern="1200"/>
        </a:p>
      </dsp:txBody>
      <dsp:txXfrm>
        <a:off x="0" y="3327889"/>
        <a:ext cx="6364224" cy="1179066"/>
      </dsp:txXfrm>
    </dsp:sp>
    <dsp:sp modelId="{2C9BF001-01CE-4FE9-BD09-1DD1A5F9278C}">
      <dsp:nvSpPr>
        <dsp:cNvPr id="0" name=""/>
        <dsp:cNvSpPr/>
      </dsp:nvSpPr>
      <dsp:spPr>
        <a:xfrm>
          <a:off x="776" y="4463286"/>
          <a:ext cx="1272534" cy="1004389"/>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Image</a:t>
          </a:r>
          <a:endParaRPr lang="en-US" sz="2400" kern="1200"/>
        </a:p>
      </dsp:txBody>
      <dsp:txXfrm>
        <a:off x="776" y="4463286"/>
        <a:ext cx="1272534" cy="1004389"/>
      </dsp:txXfrm>
    </dsp:sp>
    <dsp:sp modelId="{515F2632-F7E2-471A-BEEE-24ABEF5F443E}">
      <dsp:nvSpPr>
        <dsp:cNvPr id="0" name=""/>
        <dsp:cNvSpPr/>
      </dsp:nvSpPr>
      <dsp:spPr>
        <a:xfrm>
          <a:off x="1273310" y="4463286"/>
          <a:ext cx="1272534" cy="1004389"/>
        </a:xfrm>
        <a:prstGeom prst="rect">
          <a:avLst/>
        </a:prstGeom>
        <a:solidFill>
          <a:schemeClr val="accent2">
            <a:tint val="40000"/>
            <a:alpha val="90000"/>
            <a:hueOff val="1683680"/>
            <a:satOff val="-15558"/>
            <a:lumOff val="-1754"/>
            <a:alphaOff val="0"/>
          </a:schemeClr>
        </a:solidFill>
        <a:ln w="19050" cap="flat" cmpd="sng" algn="ctr">
          <a:solidFill>
            <a:schemeClr val="accent2">
              <a:tint val="40000"/>
              <a:alpha val="90000"/>
              <a:hueOff val="1683680"/>
              <a:satOff val="-15558"/>
              <a:lumOff val="-175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Textuel</a:t>
          </a:r>
          <a:endParaRPr lang="en-US" sz="2400" kern="1200"/>
        </a:p>
      </dsp:txBody>
      <dsp:txXfrm>
        <a:off x="1273310" y="4463286"/>
        <a:ext cx="1272534" cy="1004389"/>
      </dsp:txXfrm>
    </dsp:sp>
    <dsp:sp modelId="{1C3E0C68-0369-47F8-BC89-69D3ECA1CD82}">
      <dsp:nvSpPr>
        <dsp:cNvPr id="0" name=""/>
        <dsp:cNvSpPr/>
      </dsp:nvSpPr>
      <dsp:spPr>
        <a:xfrm>
          <a:off x="2545844" y="4463286"/>
          <a:ext cx="1272534" cy="1004389"/>
        </a:xfrm>
        <a:prstGeom prst="rect">
          <a:avLst/>
        </a:prstGeom>
        <a:solidFill>
          <a:schemeClr val="accent2">
            <a:tint val="40000"/>
            <a:alpha val="90000"/>
            <a:hueOff val="3367359"/>
            <a:satOff val="-31116"/>
            <a:lumOff val="-3508"/>
            <a:alphaOff val="0"/>
          </a:schemeClr>
        </a:solidFill>
        <a:ln w="19050" cap="flat" cmpd="sng" algn="ctr">
          <a:solidFill>
            <a:schemeClr val="accent2">
              <a:tint val="40000"/>
              <a:alpha val="90000"/>
              <a:hueOff val="3367359"/>
              <a:satOff val="-31116"/>
              <a:lumOff val="-350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Audio</a:t>
          </a:r>
          <a:endParaRPr lang="en-US" sz="2400" kern="1200"/>
        </a:p>
      </dsp:txBody>
      <dsp:txXfrm>
        <a:off x="2545844" y="4463286"/>
        <a:ext cx="1272534" cy="1004389"/>
      </dsp:txXfrm>
    </dsp:sp>
    <dsp:sp modelId="{9214643E-FC2E-486F-80BF-198EE34F2555}">
      <dsp:nvSpPr>
        <dsp:cNvPr id="0" name=""/>
        <dsp:cNvSpPr/>
      </dsp:nvSpPr>
      <dsp:spPr>
        <a:xfrm>
          <a:off x="3818379" y="4463286"/>
          <a:ext cx="1272534" cy="1004389"/>
        </a:xfrm>
        <a:prstGeom prst="rect">
          <a:avLst/>
        </a:prstGeom>
        <a:solidFill>
          <a:schemeClr val="accent2">
            <a:tint val="40000"/>
            <a:alpha val="90000"/>
            <a:hueOff val="5051039"/>
            <a:satOff val="-46674"/>
            <a:lumOff val="-5261"/>
            <a:alphaOff val="0"/>
          </a:schemeClr>
        </a:solidFill>
        <a:ln w="19050" cap="flat" cmpd="sng" algn="ctr">
          <a:solidFill>
            <a:schemeClr val="accent2">
              <a:tint val="40000"/>
              <a:alpha val="90000"/>
              <a:hueOff val="5051039"/>
              <a:satOff val="-46674"/>
              <a:lumOff val="-526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Vidéo</a:t>
          </a:r>
          <a:endParaRPr lang="en-US" sz="2400" kern="1200"/>
        </a:p>
      </dsp:txBody>
      <dsp:txXfrm>
        <a:off x="3818379" y="4463286"/>
        <a:ext cx="1272534" cy="1004389"/>
      </dsp:txXfrm>
    </dsp:sp>
    <dsp:sp modelId="{5D5DD105-941C-4D3B-B8F3-18A43B985575}">
      <dsp:nvSpPr>
        <dsp:cNvPr id="0" name=""/>
        <dsp:cNvSpPr/>
      </dsp:nvSpPr>
      <dsp:spPr>
        <a:xfrm>
          <a:off x="5090913" y="4463286"/>
          <a:ext cx="1272534" cy="1004389"/>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a:t>
          </a:r>
          <a:endParaRPr lang="en-US" sz="2400" kern="1200"/>
        </a:p>
      </dsp:txBody>
      <dsp:txXfrm>
        <a:off x="5090913" y="4463286"/>
        <a:ext cx="1272534" cy="1004389"/>
      </dsp:txXfrm>
    </dsp:sp>
    <dsp:sp modelId="{22910CFA-8A4B-4CEB-B3D7-B4DB9D9953CD}">
      <dsp:nvSpPr>
        <dsp:cNvPr id="0" name=""/>
        <dsp:cNvSpPr/>
      </dsp:nvSpPr>
      <dsp:spPr>
        <a:xfrm rot="10800000">
          <a:off x="0" y="2486"/>
          <a:ext cx="6364224" cy="3358155"/>
        </a:xfrm>
        <a:prstGeom prst="upArrowCallout">
          <a:avLst/>
        </a:prstGeom>
        <a:solidFill>
          <a:schemeClr val="accent1"/>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fr-FR" sz="3700" kern="1200" dirty="0"/>
            <a:t>Une modalité est un type de donnée utilisé pour représenter une information.</a:t>
          </a:r>
          <a:endParaRPr lang="en-US" sz="3700" kern="1200" dirty="0"/>
        </a:p>
      </dsp:txBody>
      <dsp:txXfrm rot="10800000">
        <a:off x="0" y="2486"/>
        <a:ext cx="6364224" cy="21820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B12116-E00E-4707-B808-A12391D022AB}">
      <dsp:nvSpPr>
        <dsp:cNvPr id="0" name=""/>
        <dsp:cNvSpPr/>
      </dsp:nvSpPr>
      <dsp:spPr>
        <a:xfrm>
          <a:off x="788484" y="991077"/>
          <a:ext cx="844593" cy="84459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4C1D8EA-9D4B-43F6-A334-424802B4382B}">
      <dsp:nvSpPr>
        <dsp:cNvPr id="0" name=""/>
        <dsp:cNvSpPr/>
      </dsp:nvSpPr>
      <dsp:spPr>
        <a:xfrm>
          <a:off x="4219" y="1909082"/>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a:t>Voiture Autonome</a:t>
          </a:r>
          <a:endParaRPr lang="en-US" sz="1800" kern="1200"/>
        </a:p>
      </dsp:txBody>
      <dsp:txXfrm>
        <a:off x="4219" y="1909082"/>
        <a:ext cx="2413125" cy="361968"/>
      </dsp:txXfrm>
    </dsp:sp>
    <dsp:sp modelId="{9F867B80-316D-4DA5-9779-9854DD9886C7}">
      <dsp:nvSpPr>
        <dsp:cNvPr id="0" name=""/>
        <dsp:cNvSpPr/>
      </dsp:nvSpPr>
      <dsp:spPr>
        <a:xfrm>
          <a:off x="4219" y="2305196"/>
          <a:ext cx="2413125" cy="3931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fr-FR" sz="1400" kern="1200" dirty="0" err="1">
              <a:solidFill>
                <a:prstClr val="black">
                  <a:hueOff val="0"/>
                  <a:satOff val="0"/>
                  <a:lumOff val="0"/>
                  <a:alphaOff val="0"/>
                </a:prstClr>
              </a:solidFill>
              <a:latin typeface="Aptos" panose="02110004020202020204"/>
              <a:ea typeface="+mn-ea"/>
              <a:cs typeface="+mn-cs"/>
            </a:rPr>
            <a:t>LiDAR</a:t>
          </a:r>
          <a:r>
            <a:rPr lang="fr-FR" sz="1400" kern="1200" dirty="0">
              <a:solidFill>
                <a:prstClr val="black">
                  <a:hueOff val="0"/>
                  <a:satOff val="0"/>
                  <a:lumOff val="0"/>
                  <a:alphaOff val="0"/>
                </a:prstClr>
              </a:solidFill>
              <a:latin typeface="Aptos" panose="02110004020202020204"/>
              <a:ea typeface="+mn-ea"/>
              <a:cs typeface="+mn-cs"/>
            </a:rPr>
            <a:t> et Vidéo/Images</a:t>
          </a:r>
          <a:endParaRPr lang="en-US" sz="1400" kern="1200" dirty="0"/>
        </a:p>
      </dsp:txBody>
      <dsp:txXfrm>
        <a:off x="4219" y="2305196"/>
        <a:ext cx="2413125" cy="393131"/>
      </dsp:txXfrm>
    </dsp:sp>
    <dsp:sp modelId="{60342116-F6C5-4B11-A6F0-506B9648470D}">
      <dsp:nvSpPr>
        <dsp:cNvPr id="0" name=""/>
        <dsp:cNvSpPr/>
      </dsp:nvSpPr>
      <dsp:spPr>
        <a:xfrm>
          <a:off x="3623906" y="991077"/>
          <a:ext cx="844593" cy="84459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BE24BE-0A4D-4122-AF08-EAD8D0EE3B6E}">
      <dsp:nvSpPr>
        <dsp:cNvPr id="0" name=""/>
        <dsp:cNvSpPr/>
      </dsp:nvSpPr>
      <dsp:spPr>
        <a:xfrm>
          <a:off x="2839641" y="1909082"/>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a:t>Secteur médical</a:t>
          </a:r>
          <a:endParaRPr lang="en-US" sz="1800" kern="1200"/>
        </a:p>
      </dsp:txBody>
      <dsp:txXfrm>
        <a:off x="2839641" y="1909082"/>
        <a:ext cx="2413125" cy="361968"/>
      </dsp:txXfrm>
    </dsp:sp>
    <dsp:sp modelId="{E3CAACF9-D7F5-4384-A9E7-459C7B6EACC4}">
      <dsp:nvSpPr>
        <dsp:cNvPr id="0" name=""/>
        <dsp:cNvSpPr/>
      </dsp:nvSpPr>
      <dsp:spPr>
        <a:xfrm>
          <a:off x="2839641" y="2305196"/>
          <a:ext cx="2413125" cy="3931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fr-FR" sz="1400" kern="1200"/>
            <a:t>Détection des cancers / annotations d’images</a:t>
          </a:r>
          <a:endParaRPr lang="en-US" sz="1400" kern="1200"/>
        </a:p>
      </dsp:txBody>
      <dsp:txXfrm>
        <a:off x="2839641" y="2305196"/>
        <a:ext cx="2413125" cy="393131"/>
      </dsp:txXfrm>
    </dsp:sp>
    <dsp:sp modelId="{6EF7DE9F-65B9-45C5-8268-6F1EB7BF6F3F}">
      <dsp:nvSpPr>
        <dsp:cNvPr id="0" name=""/>
        <dsp:cNvSpPr/>
      </dsp:nvSpPr>
      <dsp:spPr>
        <a:xfrm>
          <a:off x="6459328" y="991077"/>
          <a:ext cx="844593" cy="84459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A69C89-895D-4B7E-8106-AA7901D6E924}">
      <dsp:nvSpPr>
        <dsp:cNvPr id="0" name=""/>
        <dsp:cNvSpPr/>
      </dsp:nvSpPr>
      <dsp:spPr>
        <a:xfrm>
          <a:off x="5675062" y="1909082"/>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dirty="0"/>
            <a:t>LLM</a:t>
          </a:r>
          <a:endParaRPr lang="en-US" sz="1800" kern="1200" dirty="0"/>
        </a:p>
      </dsp:txBody>
      <dsp:txXfrm>
        <a:off x="5675062" y="1909082"/>
        <a:ext cx="2413125" cy="361968"/>
      </dsp:txXfrm>
    </dsp:sp>
    <dsp:sp modelId="{91BE0AF3-2E39-423D-A683-B9950D1F9598}">
      <dsp:nvSpPr>
        <dsp:cNvPr id="0" name=""/>
        <dsp:cNvSpPr/>
      </dsp:nvSpPr>
      <dsp:spPr>
        <a:xfrm>
          <a:off x="5675062" y="2305196"/>
          <a:ext cx="2413125" cy="3931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fr-FR" sz="1400" kern="1200" dirty="0"/>
            <a:t>Photo + texte</a:t>
          </a:r>
          <a:endParaRPr lang="en-US" sz="1400" kern="1200" dirty="0"/>
        </a:p>
      </dsp:txBody>
      <dsp:txXfrm>
        <a:off x="5675062" y="2305196"/>
        <a:ext cx="2413125" cy="393131"/>
      </dsp:txXfrm>
    </dsp:sp>
    <dsp:sp modelId="{E717C28D-5F83-497D-8E4B-642D28C9CCE8}">
      <dsp:nvSpPr>
        <dsp:cNvPr id="0" name=""/>
        <dsp:cNvSpPr/>
      </dsp:nvSpPr>
      <dsp:spPr>
        <a:xfrm>
          <a:off x="9294750" y="991077"/>
          <a:ext cx="844593" cy="84459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0435921-FE07-498B-BCA8-C35147196199}">
      <dsp:nvSpPr>
        <dsp:cNvPr id="0" name=""/>
        <dsp:cNvSpPr/>
      </dsp:nvSpPr>
      <dsp:spPr>
        <a:xfrm>
          <a:off x="8510484" y="1909082"/>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a:t>Analyse de sentiments</a:t>
          </a:r>
          <a:endParaRPr lang="en-US" sz="1800" kern="1200"/>
        </a:p>
      </dsp:txBody>
      <dsp:txXfrm>
        <a:off x="8510484" y="1909082"/>
        <a:ext cx="2413125" cy="361968"/>
      </dsp:txXfrm>
    </dsp:sp>
    <dsp:sp modelId="{20CB5D7F-AC7E-483C-8FBF-A4491D924A09}">
      <dsp:nvSpPr>
        <dsp:cNvPr id="0" name=""/>
        <dsp:cNvSpPr/>
      </dsp:nvSpPr>
      <dsp:spPr>
        <a:xfrm>
          <a:off x="8510484" y="2305196"/>
          <a:ext cx="2413125" cy="3931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en-US" sz="1400" kern="1200" dirty="0"/>
            <a:t>Image audio </a:t>
          </a:r>
          <a:r>
            <a:rPr lang="en-US" sz="1400" kern="1200" dirty="0" err="1"/>
            <a:t>texte</a:t>
          </a:r>
          <a:endParaRPr lang="en-US" sz="1400" kern="1200" dirty="0"/>
        </a:p>
      </dsp:txBody>
      <dsp:txXfrm>
        <a:off x="8510484" y="2305196"/>
        <a:ext cx="2413125" cy="39313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AECE2B-2273-4143-8305-E4D351ED2994}">
      <dsp:nvSpPr>
        <dsp:cNvPr id="0" name=""/>
        <dsp:cNvSpPr/>
      </dsp:nvSpPr>
      <dsp:spPr>
        <a:xfrm>
          <a:off x="828914" y="969477"/>
          <a:ext cx="810000" cy="81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709DBD9-5D6D-4237-B6C8-B66DBCEBA4AF}">
      <dsp:nvSpPr>
        <dsp:cNvPr id="0" name=""/>
        <dsp:cNvSpPr/>
      </dsp:nvSpPr>
      <dsp:spPr>
        <a:xfrm>
          <a:off x="33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kern="1200" dirty="0"/>
            <a:t>Fusion</a:t>
          </a:r>
          <a:r>
            <a:rPr lang="fr-FR" sz="2000" kern="1200" dirty="0"/>
            <a:t> </a:t>
          </a:r>
          <a:endParaRPr lang="en-US" sz="2000" kern="1200" dirty="0"/>
        </a:p>
      </dsp:txBody>
      <dsp:txXfrm>
        <a:off x="333914" y="2049612"/>
        <a:ext cx="1800000" cy="720000"/>
      </dsp:txXfrm>
    </dsp:sp>
    <dsp:sp modelId="{EDD65A80-8423-4DF1-8E79-6EDF70057F8A}">
      <dsp:nvSpPr>
        <dsp:cNvPr id="0" name=""/>
        <dsp:cNvSpPr/>
      </dsp:nvSpPr>
      <dsp:spPr>
        <a:xfrm>
          <a:off x="2943914" y="969477"/>
          <a:ext cx="810000" cy="81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C99234B-9CF4-4102-A132-90645053C218}">
      <dsp:nvSpPr>
        <dsp:cNvPr id="0" name=""/>
        <dsp:cNvSpPr/>
      </dsp:nvSpPr>
      <dsp:spPr>
        <a:xfrm>
          <a:off x="2448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err="1"/>
            <a:t>Representation</a:t>
          </a:r>
          <a:r>
            <a:rPr lang="fr-FR" sz="2000" b="0" i="0" kern="1200" baseline="0" dirty="0"/>
            <a:t> </a:t>
          </a:r>
          <a:endParaRPr lang="en-US" sz="2000" kern="1200" dirty="0"/>
        </a:p>
      </dsp:txBody>
      <dsp:txXfrm>
        <a:off x="2448914" y="2049612"/>
        <a:ext cx="1800000" cy="720000"/>
      </dsp:txXfrm>
    </dsp:sp>
    <dsp:sp modelId="{3EF79444-47EA-47DA-AE09-DD57D8E9623F}">
      <dsp:nvSpPr>
        <dsp:cNvPr id="0" name=""/>
        <dsp:cNvSpPr/>
      </dsp:nvSpPr>
      <dsp:spPr>
        <a:xfrm>
          <a:off x="5058914" y="969477"/>
          <a:ext cx="810000" cy="81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2143A5-8353-4652-BB68-409B3B0CE23D}">
      <dsp:nvSpPr>
        <dsp:cNvPr id="0" name=""/>
        <dsp:cNvSpPr/>
      </dsp:nvSpPr>
      <dsp:spPr>
        <a:xfrm>
          <a:off x="456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a:t>Translation</a:t>
          </a:r>
          <a:r>
            <a:rPr lang="fr-FR" sz="2000" b="0" i="0" kern="1200" baseline="0" dirty="0"/>
            <a:t> </a:t>
          </a:r>
          <a:endParaRPr lang="en-US" sz="2000" kern="1200" dirty="0"/>
        </a:p>
      </dsp:txBody>
      <dsp:txXfrm>
        <a:off x="4563914" y="2049612"/>
        <a:ext cx="1800000" cy="720000"/>
      </dsp:txXfrm>
    </dsp:sp>
    <dsp:sp modelId="{7FA499EB-A690-47AE-877C-1F6C506686C9}">
      <dsp:nvSpPr>
        <dsp:cNvPr id="0" name=""/>
        <dsp:cNvSpPr/>
      </dsp:nvSpPr>
      <dsp:spPr>
        <a:xfrm>
          <a:off x="7173914" y="969477"/>
          <a:ext cx="810000" cy="81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CE6B2CE-5C63-42C8-AB97-2BD91D6255CF}">
      <dsp:nvSpPr>
        <dsp:cNvPr id="0" name=""/>
        <dsp:cNvSpPr/>
      </dsp:nvSpPr>
      <dsp:spPr>
        <a:xfrm>
          <a:off x="6678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en-US" sz="2000" b="1" kern="1200" dirty="0">
              <a:solidFill>
                <a:schemeClr val="tx1"/>
              </a:solidFill>
            </a:rPr>
            <a:t>Alignment</a:t>
          </a:r>
          <a:r>
            <a:rPr lang="fr-FR" sz="2000" b="0" i="0" kern="1200" baseline="0" dirty="0"/>
            <a:t> </a:t>
          </a:r>
          <a:endParaRPr lang="en-US" sz="2000" kern="1200" dirty="0"/>
        </a:p>
      </dsp:txBody>
      <dsp:txXfrm>
        <a:off x="6678914" y="2049612"/>
        <a:ext cx="1800000" cy="720000"/>
      </dsp:txXfrm>
    </dsp:sp>
    <dsp:sp modelId="{96CFD845-DAFC-4FB3-BB8D-D7DDB2659D25}">
      <dsp:nvSpPr>
        <dsp:cNvPr id="0" name=""/>
        <dsp:cNvSpPr/>
      </dsp:nvSpPr>
      <dsp:spPr>
        <a:xfrm>
          <a:off x="9288914" y="969477"/>
          <a:ext cx="810000" cy="81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847FA4E-43E5-4878-91F1-1A5FDF3FE69D}">
      <dsp:nvSpPr>
        <dsp:cNvPr id="0" name=""/>
        <dsp:cNvSpPr/>
      </dsp:nvSpPr>
      <dsp:spPr>
        <a:xfrm>
          <a:off x="879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a:t>Co-Learning</a:t>
          </a:r>
          <a:endParaRPr lang="en-US" sz="2000" kern="1200" dirty="0"/>
        </a:p>
      </dsp:txBody>
      <dsp:txXfrm>
        <a:off x="8793914" y="2049612"/>
        <a:ext cx="1800000" cy="72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4B9820-C6E7-40C3-A8A9-4077E82E1BE3}">
      <dsp:nvSpPr>
        <dsp:cNvPr id="0" name=""/>
        <dsp:cNvSpPr/>
      </dsp:nvSpPr>
      <dsp:spPr>
        <a:xfrm>
          <a:off x="3201"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909D03-147D-4B99-A308-985C86BA825E}">
      <dsp:nvSpPr>
        <dsp:cNvPr id="0" name=""/>
        <dsp:cNvSpPr/>
      </dsp:nvSpPr>
      <dsp:spPr>
        <a:xfrm>
          <a:off x="257188"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dirty="0" err="1"/>
            <a:t>Early</a:t>
          </a:r>
          <a:r>
            <a:rPr lang="fr-FR" sz="3800" kern="1200" dirty="0"/>
            <a:t> fusion</a:t>
          </a:r>
          <a:endParaRPr lang="en-US" sz="3800" kern="1200" dirty="0"/>
        </a:p>
      </dsp:txBody>
      <dsp:txXfrm>
        <a:off x="299702" y="1282093"/>
        <a:ext cx="2200851" cy="1366505"/>
      </dsp:txXfrm>
    </dsp:sp>
    <dsp:sp modelId="{6E200CAE-02F4-435A-9F5F-8DF8FDD57B96}">
      <dsp:nvSpPr>
        <dsp:cNvPr id="0" name=""/>
        <dsp:cNvSpPr/>
      </dsp:nvSpPr>
      <dsp:spPr>
        <a:xfrm>
          <a:off x="2797054"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E73F807-594E-445B-A3C2-798643BA863A}">
      <dsp:nvSpPr>
        <dsp:cNvPr id="0" name=""/>
        <dsp:cNvSpPr/>
      </dsp:nvSpPr>
      <dsp:spPr>
        <a:xfrm>
          <a:off x="3051041"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a:t>Deep fusion</a:t>
          </a:r>
          <a:endParaRPr lang="en-US" sz="3800" kern="1200"/>
        </a:p>
      </dsp:txBody>
      <dsp:txXfrm>
        <a:off x="3093555" y="1282093"/>
        <a:ext cx="2200851" cy="1366505"/>
      </dsp:txXfrm>
    </dsp:sp>
    <dsp:sp modelId="{D7478AB1-966C-4088-8B4A-DB1B22BAD9AA}">
      <dsp:nvSpPr>
        <dsp:cNvPr id="0" name=""/>
        <dsp:cNvSpPr/>
      </dsp:nvSpPr>
      <dsp:spPr>
        <a:xfrm>
          <a:off x="5590907"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01BF02-69BF-48E1-A46E-6A96A31B9220}">
      <dsp:nvSpPr>
        <dsp:cNvPr id="0" name=""/>
        <dsp:cNvSpPr/>
      </dsp:nvSpPr>
      <dsp:spPr>
        <a:xfrm>
          <a:off x="5844894"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dirty="0" err="1"/>
            <a:t>Late</a:t>
          </a:r>
          <a:r>
            <a:rPr lang="fr-FR" sz="3800" kern="1200" dirty="0"/>
            <a:t> fusion</a:t>
          </a:r>
          <a:endParaRPr lang="en-US" sz="3800" kern="1200" dirty="0"/>
        </a:p>
      </dsp:txBody>
      <dsp:txXfrm>
        <a:off x="5887408" y="1282093"/>
        <a:ext cx="2200851" cy="1366505"/>
      </dsp:txXfrm>
    </dsp:sp>
    <dsp:sp modelId="{33D76180-5F3B-41E8-83B5-CC336F994BA3}">
      <dsp:nvSpPr>
        <dsp:cNvPr id="0" name=""/>
        <dsp:cNvSpPr/>
      </dsp:nvSpPr>
      <dsp:spPr>
        <a:xfrm>
          <a:off x="8384760"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3FE338A-937A-4BAD-8783-FA5A337BD25A}">
      <dsp:nvSpPr>
        <dsp:cNvPr id="0" name=""/>
        <dsp:cNvSpPr/>
      </dsp:nvSpPr>
      <dsp:spPr>
        <a:xfrm>
          <a:off x="8638747"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a:t>Hybrid fusion </a:t>
          </a:r>
          <a:endParaRPr lang="en-US" sz="3800" kern="1200"/>
        </a:p>
      </dsp:txBody>
      <dsp:txXfrm>
        <a:off x="8681261" y="1282093"/>
        <a:ext cx="2200851" cy="13665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FC9E05-6EA5-460D-AC12-599AC99C6018}">
      <dsp:nvSpPr>
        <dsp:cNvPr id="0" name=""/>
        <dsp:cNvSpPr/>
      </dsp:nvSpPr>
      <dsp:spPr>
        <a:xfrm>
          <a:off x="0"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5C9F96-14F9-4935-A54F-70E53C7DF36C}">
      <dsp:nvSpPr>
        <dsp:cNvPr id="0" name=""/>
        <dsp:cNvSpPr/>
      </dsp:nvSpPr>
      <dsp:spPr>
        <a:xfrm>
          <a:off x="341494"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a:t>
          </a:r>
          <a:r>
            <a:rPr lang="fr-FR" sz="3200" kern="1200" dirty="0" err="1"/>
            <a:t>Representation</a:t>
          </a:r>
          <a:endParaRPr lang="en-US" sz="3200" kern="1200" dirty="0"/>
        </a:p>
      </dsp:txBody>
      <dsp:txXfrm>
        <a:off x="398656" y="1088253"/>
        <a:ext cx="2959127" cy="1837317"/>
      </dsp:txXfrm>
    </dsp:sp>
    <dsp:sp modelId="{ED2A4AAE-5A1C-462D-8878-09B11FC049CE}">
      <dsp:nvSpPr>
        <dsp:cNvPr id="0" name=""/>
        <dsp:cNvSpPr/>
      </dsp:nvSpPr>
      <dsp:spPr>
        <a:xfrm>
          <a:off x="3756441"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A09759-FE6E-4769-AC9B-D52EFFBAF83C}">
      <dsp:nvSpPr>
        <dsp:cNvPr id="0" name=""/>
        <dsp:cNvSpPr/>
      </dsp:nvSpPr>
      <dsp:spPr>
        <a:xfrm>
          <a:off x="4097935"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Translation</a:t>
          </a:r>
          <a:endParaRPr lang="en-US" sz="3200" kern="1200" dirty="0"/>
        </a:p>
      </dsp:txBody>
      <dsp:txXfrm>
        <a:off x="4155097" y="1088253"/>
        <a:ext cx="2959127" cy="1837317"/>
      </dsp:txXfrm>
    </dsp:sp>
    <dsp:sp modelId="{3F40AA91-2C8C-45CE-A85F-BAC8DB16CC4D}">
      <dsp:nvSpPr>
        <dsp:cNvPr id="0" name=""/>
        <dsp:cNvSpPr/>
      </dsp:nvSpPr>
      <dsp:spPr>
        <a:xfrm>
          <a:off x="7512882"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078F5CD-AED8-4A06-AB3D-A9B3055275D2}">
      <dsp:nvSpPr>
        <dsp:cNvPr id="0" name=""/>
        <dsp:cNvSpPr/>
      </dsp:nvSpPr>
      <dsp:spPr>
        <a:xfrm>
          <a:off x="7854377"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a:t>
          </a:r>
          <a:r>
            <a:rPr lang="fr-FR" sz="3200" kern="1200" dirty="0" err="1"/>
            <a:t>Alignment</a:t>
          </a:r>
          <a:endParaRPr lang="en-US" sz="3200" kern="1200" dirty="0"/>
        </a:p>
      </dsp:txBody>
      <dsp:txXfrm>
        <a:off x="7911539" y="1088253"/>
        <a:ext cx="2959127" cy="1837317"/>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D1E85C-B242-45CA-A591-1CB75F4C12E8}" type="datetimeFigureOut">
              <a:rPr lang="fr-FR" smtClean="0"/>
              <a:t>26/01/2026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639CAE-AB21-4710-80C8-BF7B7344CF34}" type="slidenum">
              <a:rPr lang="fr-FR" smtClean="0"/>
              <a:t>‹N°›</a:t>
            </a:fld>
            <a:endParaRPr lang="fr-FR"/>
          </a:p>
        </p:txBody>
      </p:sp>
    </p:spTree>
    <p:extLst>
      <p:ext uri="{BB962C8B-B14F-4D97-AF65-F5344CB8AC3E}">
        <p14:creationId xmlns:p14="http://schemas.microsoft.com/office/powerpoint/2010/main" val="11424018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a:t>
            </a:fld>
            <a:endParaRPr lang="fr-FR"/>
          </a:p>
        </p:txBody>
      </p:sp>
    </p:spTree>
    <p:extLst>
      <p:ext uri="{BB962C8B-B14F-4D97-AF65-F5344CB8AC3E}">
        <p14:creationId xmlns:p14="http://schemas.microsoft.com/office/powerpoint/2010/main" val="24717095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Agenda / plan</a:t>
            </a:r>
          </a:p>
          <a:p>
            <a:r>
              <a:rPr lang="fr-FR" dirty="0"/>
              <a:t>Introduction </a:t>
            </a:r>
          </a:p>
          <a:p>
            <a:r>
              <a:rPr lang="fr-FR" dirty="0"/>
              <a:t>Outils de la multimodalité </a:t>
            </a:r>
          </a:p>
          <a:p>
            <a:r>
              <a:rPr lang="fr-FR" dirty="0"/>
              <a:t>Résumé  </a:t>
            </a:r>
          </a:p>
          <a:p>
            <a:r>
              <a:rPr lang="fr-FR" dirty="0"/>
              <a:t>Techno de fusion </a:t>
            </a:r>
          </a:p>
          <a:p>
            <a:r>
              <a:rPr lang="fr-FR" dirty="0"/>
              <a:t>…</a:t>
            </a:r>
          </a:p>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a:t>
            </a:fld>
            <a:endParaRPr lang="fr-FR"/>
          </a:p>
        </p:txBody>
      </p:sp>
    </p:spTree>
    <p:extLst>
      <p:ext uri="{BB962C8B-B14F-4D97-AF65-F5344CB8AC3E}">
        <p14:creationId xmlns:p14="http://schemas.microsoft.com/office/powerpoint/2010/main" val="1940204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sz="1200" kern="1200" dirty="0">
                <a:solidFill>
                  <a:schemeClr val="tx1"/>
                </a:solidFill>
                <a:effectLst/>
                <a:latin typeface="+mn-lt"/>
                <a:ea typeface="+mn-ea"/>
                <a:cs typeface="+mn-cs"/>
              </a:rPr>
              <a:t>Une </a:t>
            </a:r>
            <a:r>
              <a:rPr lang="es-AR" sz="1200" kern="1200" dirty="0" err="1">
                <a:solidFill>
                  <a:schemeClr val="tx1"/>
                </a:solidFill>
                <a:effectLst/>
                <a:latin typeface="+mn-lt"/>
                <a:ea typeface="+mn-ea"/>
                <a:cs typeface="+mn-cs"/>
              </a:rPr>
              <a:t>modalité</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correspond</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au</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format</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utilisé</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pour</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transmettre</a:t>
            </a:r>
            <a:r>
              <a:rPr lang="es-AR" sz="1200" kern="1200" dirty="0">
                <a:solidFill>
                  <a:schemeClr val="tx1"/>
                </a:solidFill>
                <a:effectLst/>
                <a:latin typeface="+mn-lt"/>
                <a:ea typeface="+mn-ea"/>
                <a:cs typeface="+mn-cs"/>
              </a:rPr>
              <a:t> une </a:t>
            </a:r>
            <a:r>
              <a:rPr lang="es-AR" sz="1200" kern="1200" dirty="0" err="1">
                <a:solidFill>
                  <a:schemeClr val="tx1"/>
                </a:solidFill>
                <a:effectLst/>
                <a:latin typeface="+mn-lt"/>
                <a:ea typeface="+mn-ea"/>
                <a:cs typeface="+mn-cs"/>
              </a:rPr>
              <a:t>information</a:t>
            </a:r>
            <a:r>
              <a:rPr lang="es-AR" sz="1200" kern="1200" dirty="0">
                <a:solidFill>
                  <a:schemeClr val="tx1"/>
                </a:solidFill>
                <a:effectLst/>
                <a:latin typeface="+mn-lt"/>
                <a:ea typeface="+mn-ea"/>
                <a:cs typeface="+mn-cs"/>
              </a:rPr>
              <a:t>. Elle </a:t>
            </a:r>
            <a:r>
              <a:rPr lang="es-AR" sz="1200" kern="1200" dirty="0" err="1">
                <a:solidFill>
                  <a:schemeClr val="tx1"/>
                </a:solidFill>
                <a:effectLst/>
                <a:latin typeface="+mn-lt"/>
                <a:ea typeface="+mn-ea"/>
                <a:cs typeface="+mn-cs"/>
              </a:rPr>
              <a:t>peut</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prendre</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plusieurs</a:t>
            </a:r>
            <a:r>
              <a:rPr lang="es-AR" sz="1200" kern="1200" dirty="0">
                <a:solidFill>
                  <a:schemeClr val="tx1"/>
                </a:solidFill>
                <a:effectLst/>
                <a:latin typeface="+mn-lt"/>
                <a:ea typeface="+mn-ea"/>
                <a:cs typeface="+mn-cs"/>
              </a:rPr>
              <a:t> formes : audio, </a:t>
            </a:r>
            <a:r>
              <a:rPr lang="es-AR" sz="1200" kern="1200" dirty="0" err="1">
                <a:solidFill>
                  <a:schemeClr val="tx1"/>
                </a:solidFill>
                <a:effectLst/>
                <a:latin typeface="+mn-lt"/>
                <a:ea typeface="+mn-ea"/>
                <a:cs typeface="+mn-cs"/>
              </a:rPr>
              <a:t>texte</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image</a:t>
            </a:r>
            <a:r>
              <a:rPr lang="es-AR" sz="1200" kern="1200" dirty="0">
                <a:solidFill>
                  <a:schemeClr val="tx1"/>
                </a:solidFill>
                <a:effectLst/>
                <a:latin typeface="+mn-lt"/>
                <a:ea typeface="+mn-ea"/>
                <a:cs typeface="+mn-cs"/>
              </a:rPr>
              <a:t>, etc.</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3</a:t>
            </a:fld>
            <a:endParaRPr lang="fr-FR"/>
          </a:p>
        </p:txBody>
      </p:sp>
    </p:spTree>
    <p:extLst>
      <p:ext uri="{BB962C8B-B14F-4D97-AF65-F5344CB8AC3E}">
        <p14:creationId xmlns:p14="http://schemas.microsoft.com/office/powerpoint/2010/main" val="21470365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kern="1200" dirty="0">
                <a:solidFill>
                  <a:schemeClr val="tx1"/>
                </a:solidFill>
                <a:effectLst/>
                <a:latin typeface="+mn-lt"/>
                <a:ea typeface="+mn-ea"/>
                <a:cs typeface="+mn-cs"/>
              </a:rPr>
              <a:t>la </a:t>
            </a:r>
            <a:r>
              <a:rPr lang="fr-FR" sz="1200" b="1" i="0" kern="1200" dirty="0">
                <a:solidFill>
                  <a:schemeClr val="tx1"/>
                </a:solidFill>
                <a:effectLst/>
                <a:latin typeface="+mn-lt"/>
                <a:ea typeface="+mn-ea"/>
                <a:cs typeface="+mn-cs"/>
              </a:rPr>
              <a:t>combinaison de différents supports d'information</a:t>
            </a:r>
            <a:r>
              <a:rPr lang="fr-FR" sz="1200" b="0" i="0" kern="1200" dirty="0">
                <a:solidFill>
                  <a:schemeClr val="tx1"/>
                </a:solidFill>
                <a:effectLst/>
                <a:latin typeface="+mn-lt"/>
                <a:ea typeface="+mn-ea"/>
                <a:cs typeface="+mn-cs"/>
              </a:rPr>
              <a:t> </a:t>
            </a:r>
            <a:endParaRPr lang="fr-FR" dirty="0"/>
          </a:p>
          <a:p>
            <a:r>
              <a:rPr lang="fr-FR" dirty="0"/>
              <a:t>Exemple:</a:t>
            </a:r>
          </a:p>
          <a:p>
            <a:r>
              <a:rPr lang="fr-FR" dirty="0"/>
              <a:t>Chat-GPT de la génération d’image avec des modalité textes et image </a:t>
            </a:r>
          </a:p>
          <a:p>
            <a:r>
              <a:rPr lang="fr-FR" dirty="0"/>
              <a:t>Spécifier une question à  l’aide d’une image et  d’un texte -&gt; de quel  couleurs /où se trouve ? </a:t>
            </a:r>
          </a:p>
          <a:p>
            <a:endParaRPr lang="fr-FR" dirty="0"/>
          </a:p>
          <a:p>
            <a:r>
              <a:rPr lang="fr-FR" dirty="0"/>
              <a:t>Pour de l’identification d’une plante  fournir une photo + l’</a:t>
            </a:r>
            <a:r>
              <a:rPr lang="fr-FR" dirty="0" err="1"/>
              <a:t>endroie</a:t>
            </a:r>
            <a:r>
              <a:rPr lang="fr-FR" dirty="0"/>
              <a:t> et la date de la photo  en textuel  possibilité d’enlevé des ambiguïté :</a:t>
            </a:r>
          </a:p>
          <a:p>
            <a:r>
              <a:rPr lang="fr-FR" b="1" dirty="0"/>
              <a:t>Aloe </a:t>
            </a:r>
            <a:r>
              <a:rPr lang="fr-FR" b="1" dirty="0" err="1"/>
              <a:t>vera</a:t>
            </a:r>
            <a:r>
              <a:rPr lang="fr-FR" dirty="0"/>
              <a:t> : Afrique et péninsule arabique</a:t>
            </a:r>
          </a:p>
          <a:p>
            <a:r>
              <a:rPr lang="fr-FR" b="1" dirty="0"/>
              <a:t>Agave</a:t>
            </a:r>
            <a:r>
              <a:rPr lang="fr-FR" dirty="0"/>
              <a:t> : Amérique centrale et Mexique</a:t>
            </a:r>
          </a:p>
          <a:p>
            <a:endParaRPr lang="fr-FR" dirty="0"/>
          </a:p>
          <a:p>
            <a:r>
              <a:rPr lang="fr-FR" dirty="0"/>
              <a:t>Donne l’exemple des IA </a:t>
            </a:r>
            <a:r>
              <a:rPr lang="fr-FR" dirty="0" err="1"/>
              <a:t>generatives</a:t>
            </a:r>
            <a:r>
              <a:rPr lang="fr-FR" dirty="0"/>
              <a:t> </a:t>
            </a:r>
          </a:p>
          <a:p>
            <a:endParaRPr lang="fr-FR" dirty="0"/>
          </a:p>
          <a:p>
            <a:endParaRPr lang="fr-FR" dirty="0"/>
          </a:p>
          <a:p>
            <a:r>
              <a:rPr lang="fr-FR" dirty="0"/>
              <a:t>Penser à  enlevé le </a:t>
            </a:r>
            <a:r>
              <a:rPr lang="fr-FR" dirty="0" err="1"/>
              <a:t>bandaux</a:t>
            </a:r>
            <a:r>
              <a:rPr lang="fr-FR" dirty="0"/>
              <a:t> trouver une image qui reprend les sorties aussi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4</a:t>
            </a:fld>
            <a:endParaRPr lang="fr-FR"/>
          </a:p>
        </p:txBody>
      </p:sp>
    </p:spTree>
    <p:extLst>
      <p:ext uri="{BB962C8B-B14F-4D97-AF65-F5344CB8AC3E}">
        <p14:creationId xmlns:p14="http://schemas.microsoft.com/office/powerpoint/2010/main" val="17157039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5</a:t>
            </a:fld>
            <a:endParaRPr lang="fr-FR"/>
          </a:p>
        </p:txBody>
      </p:sp>
    </p:spTree>
    <p:extLst>
      <p:ext uri="{BB962C8B-B14F-4D97-AF65-F5344CB8AC3E}">
        <p14:creationId xmlns:p14="http://schemas.microsoft.com/office/powerpoint/2010/main" val="31381880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Ajouter une transition pour la multimodalité </a:t>
            </a:r>
          </a:p>
          <a:p>
            <a:r>
              <a:rPr lang="fr-FR" dirty="0"/>
              <a:t>Les données multi modal </a:t>
            </a:r>
          </a:p>
          <a:p>
            <a:r>
              <a:rPr lang="fr-FR" dirty="0"/>
              <a:t>Solution Travailler </a:t>
            </a:r>
          </a:p>
          <a:p>
            <a:r>
              <a:rPr lang="fr-FR" dirty="0"/>
              <a:t>Problèmes</a:t>
            </a:r>
          </a:p>
          <a:p>
            <a:endParaRPr lang="fr-FR" dirty="0"/>
          </a:p>
          <a:p>
            <a:r>
              <a:rPr lang="fr-FR" dirty="0"/>
              <a:t>Outils traiter la multimodal</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6</a:t>
            </a:fld>
            <a:endParaRPr lang="fr-FR"/>
          </a:p>
        </p:txBody>
      </p:sp>
    </p:spTree>
    <p:extLst>
      <p:ext uri="{BB962C8B-B14F-4D97-AF65-F5344CB8AC3E}">
        <p14:creationId xmlns:p14="http://schemas.microsoft.com/office/powerpoint/2010/main" val="17179712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04B92-4981-A862-0525-582C60EA4D5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4D6E133-5182-1678-F301-EB9A57A7D1D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56A3A28-DCD7-D5ED-6D19-372318950D44}"/>
              </a:ext>
            </a:extLst>
          </p:cNvPr>
          <p:cNvSpPr>
            <a:spLocks noGrp="1"/>
          </p:cNvSpPr>
          <p:nvPr>
            <p:ph type="body" idx="1"/>
          </p:nvPr>
        </p:nvSpPr>
        <p:spPr/>
        <p:txBody>
          <a:bodyPr/>
          <a:lstStyle/>
          <a:p>
            <a:r>
              <a:rPr lang="fr-FR" dirty="0"/>
              <a:t>Si il y a plusieurs modalités il est nécessaire de les fusionnées, </a:t>
            </a:r>
          </a:p>
          <a:p>
            <a:endParaRPr lang="es-AR" dirty="0"/>
          </a:p>
        </p:txBody>
      </p:sp>
      <p:sp>
        <p:nvSpPr>
          <p:cNvPr id="4" name="Espace réservé du numéro de diapositive 3">
            <a:extLst>
              <a:ext uri="{FF2B5EF4-FFF2-40B4-BE49-F238E27FC236}">
                <a16:creationId xmlns:a16="http://schemas.microsoft.com/office/drawing/2014/main" id="{3A9D64D7-5594-378B-C8D1-1DDB7848E84D}"/>
              </a:ext>
            </a:extLst>
          </p:cNvPr>
          <p:cNvSpPr>
            <a:spLocks noGrp="1"/>
          </p:cNvSpPr>
          <p:nvPr>
            <p:ph type="sldNum" sz="quarter" idx="5"/>
          </p:nvPr>
        </p:nvSpPr>
        <p:spPr/>
        <p:txBody>
          <a:bodyPr/>
          <a:lstStyle/>
          <a:p>
            <a:fld id="{61639CAE-AB21-4710-80C8-BF7B7344CF34}" type="slidenum">
              <a:rPr lang="fr-FR" smtClean="0"/>
              <a:t>7</a:t>
            </a:fld>
            <a:endParaRPr lang="fr-FR"/>
          </a:p>
        </p:txBody>
      </p:sp>
    </p:spTree>
    <p:extLst>
      <p:ext uri="{BB962C8B-B14F-4D97-AF65-F5344CB8AC3E}">
        <p14:creationId xmlns:p14="http://schemas.microsoft.com/office/powerpoint/2010/main" val="37497263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BBB98-C514-87F7-4A61-4F58615758B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65595E7-5E40-EB12-F51A-113C991E841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BCF12F-4FE4-6EED-FE4B-B29944FE9713}"/>
              </a:ext>
            </a:extLst>
          </p:cNvPr>
          <p:cNvSpPr>
            <a:spLocks noGrp="1"/>
          </p:cNvSpPr>
          <p:nvPr>
            <p:ph type="body" idx="1"/>
          </p:nvPr>
        </p:nvSpPr>
        <p:spPr/>
        <p:txBody>
          <a:bodyPr/>
          <a:lstStyle/>
          <a:p>
            <a:r>
              <a:rPr lang="fr-FR" b="1" dirty="0"/>
              <a:t>Chargement</a:t>
            </a:r>
            <a:endParaRPr lang="fr-FR" dirty="0"/>
          </a:p>
          <a:p>
            <a:r>
              <a:rPr lang="fr-FR" dirty="0"/>
              <a:t>Lecture du fichier (JPEG/PNG) → image en mémoire.</a:t>
            </a:r>
          </a:p>
          <a:p>
            <a:r>
              <a:rPr lang="fr-FR" b="1" dirty="0" err="1"/>
              <a:t>Préprocessing</a:t>
            </a:r>
            <a:endParaRPr lang="fr-FR" dirty="0"/>
          </a:p>
          <a:p>
            <a:r>
              <a:rPr lang="fr-FR" b="1" dirty="0"/>
              <a:t>Redimensionnement</a:t>
            </a:r>
            <a:r>
              <a:rPr lang="fr-FR" dirty="0"/>
              <a:t> vers une taille fixe (ex. 224×224).</a:t>
            </a:r>
          </a:p>
          <a:p>
            <a:r>
              <a:rPr lang="fr-FR" b="1" dirty="0"/>
              <a:t>Conversion en tenseur</a:t>
            </a:r>
            <a:r>
              <a:rPr lang="fr-FR" dirty="0"/>
              <a:t> (souvent H×W×C → C×H×W).</a:t>
            </a:r>
          </a:p>
          <a:p>
            <a:r>
              <a:rPr lang="fr-FR" b="1" dirty="0"/>
              <a:t>Mise à l’échelle / normalisation</a:t>
            </a:r>
            <a:r>
              <a:rPr lang="fr-FR" dirty="0"/>
              <a:t> des pixels (ex. [0,255] → [0,1], puis éventuellement (x−mean)/std).</a:t>
            </a:r>
          </a:p>
          <a:p>
            <a:r>
              <a:rPr lang="fr-FR" dirty="0"/>
              <a:t>(En entraînement) </a:t>
            </a:r>
            <a:r>
              <a:rPr lang="fr-FR" b="1" dirty="0"/>
              <a:t>augmentations</a:t>
            </a:r>
            <a:r>
              <a:rPr lang="fr-FR" dirty="0"/>
              <a:t> : flip, </a:t>
            </a:r>
            <a:r>
              <a:rPr lang="fr-FR" dirty="0" err="1"/>
              <a:t>crop</a:t>
            </a:r>
            <a:r>
              <a:rPr lang="fr-FR" dirty="0"/>
              <a:t>, rotation légère, </a:t>
            </a:r>
            <a:r>
              <a:rPr lang="fr-FR" dirty="0" err="1"/>
              <a:t>jitter</a:t>
            </a:r>
            <a:r>
              <a:rPr lang="fr-FR" dirty="0"/>
              <a:t> couleur, etc.</a:t>
            </a:r>
          </a:p>
          <a:p>
            <a:r>
              <a:rPr lang="fr-FR" b="1" dirty="0"/>
              <a:t>Backbone CNN (extraction de features)</a:t>
            </a:r>
            <a:endParaRPr lang="fr-FR" dirty="0"/>
          </a:p>
          <a:p>
            <a:r>
              <a:rPr lang="fr-FR" dirty="0"/>
              <a:t>Suites de </a:t>
            </a:r>
            <a:r>
              <a:rPr lang="fr-FR" b="1" dirty="0"/>
              <a:t>convolutions + activation (</a:t>
            </a:r>
            <a:r>
              <a:rPr lang="fr-FR" b="1" dirty="0" err="1"/>
              <a:t>ReLU</a:t>
            </a:r>
            <a:r>
              <a:rPr lang="fr-FR" b="1" dirty="0"/>
              <a:t>) + (</a:t>
            </a:r>
            <a:r>
              <a:rPr lang="fr-FR" b="1" dirty="0" err="1"/>
              <a:t>BatchNorm</a:t>
            </a:r>
            <a:r>
              <a:rPr lang="fr-FR" b="1" dirty="0"/>
              <a:t>) + </a:t>
            </a:r>
            <a:r>
              <a:rPr lang="fr-FR" b="1" dirty="0" err="1"/>
              <a:t>pooling</a:t>
            </a:r>
            <a:r>
              <a:rPr lang="fr-FR" dirty="0"/>
              <a:t>.</a:t>
            </a:r>
          </a:p>
          <a:p>
            <a:r>
              <a:rPr lang="fr-FR" dirty="0"/>
              <a:t>L’image devient des </a:t>
            </a:r>
            <a:r>
              <a:rPr lang="fr-FR" b="1" dirty="0"/>
              <a:t>cartes de caractéristiques</a:t>
            </a:r>
            <a:r>
              <a:rPr lang="fr-FR" dirty="0"/>
              <a:t> de plus en plus abstraites, avec une résolution qui diminue et un nombre de canaux qui augmente.</a:t>
            </a:r>
          </a:p>
          <a:p>
            <a:r>
              <a:rPr lang="fr-FR" b="1" dirty="0"/>
              <a:t>Agrégation</a:t>
            </a:r>
            <a:endParaRPr lang="fr-FR" dirty="0"/>
          </a:p>
          <a:p>
            <a:r>
              <a:rPr lang="fr-FR" dirty="0"/>
              <a:t>Souvent </a:t>
            </a:r>
            <a:r>
              <a:rPr lang="fr-FR" b="1" dirty="0"/>
              <a:t>Global </a:t>
            </a:r>
            <a:r>
              <a:rPr lang="fr-FR" b="1" dirty="0" err="1"/>
              <a:t>Average</a:t>
            </a:r>
            <a:r>
              <a:rPr lang="fr-FR" b="1" dirty="0"/>
              <a:t> </a:t>
            </a:r>
            <a:r>
              <a:rPr lang="fr-FR" b="1" dirty="0" err="1"/>
              <a:t>Pooling</a:t>
            </a:r>
            <a:r>
              <a:rPr lang="fr-FR" dirty="0"/>
              <a:t> (ou </a:t>
            </a:r>
            <a:r>
              <a:rPr lang="fr-FR" dirty="0" err="1"/>
              <a:t>flatten</a:t>
            </a:r>
            <a:r>
              <a:rPr lang="fr-FR" dirty="0"/>
              <a:t>) pour passer des </a:t>
            </a:r>
            <a:r>
              <a:rPr lang="fr-FR" dirty="0" err="1"/>
              <a:t>feature</a:t>
            </a:r>
            <a:r>
              <a:rPr lang="fr-FR" dirty="0"/>
              <a:t> </a:t>
            </a:r>
            <a:r>
              <a:rPr lang="fr-FR" dirty="0" err="1"/>
              <a:t>maps</a:t>
            </a:r>
            <a:r>
              <a:rPr lang="fr-FR" dirty="0"/>
              <a:t> à un vecteur.</a:t>
            </a:r>
          </a:p>
          <a:p>
            <a:r>
              <a:rPr lang="fr-FR" b="1" dirty="0"/>
              <a:t>Head (prédiction)</a:t>
            </a:r>
            <a:endParaRPr lang="fr-FR" dirty="0"/>
          </a:p>
          <a:p>
            <a:r>
              <a:rPr lang="fr-FR" dirty="0"/>
              <a:t>Une ou quelques couches </a:t>
            </a:r>
            <a:r>
              <a:rPr lang="fr-FR" b="1" dirty="0" err="1"/>
              <a:t>fully-connected</a:t>
            </a:r>
            <a:r>
              <a:rPr lang="fr-FR" dirty="0"/>
              <a:t> (MLP) → sortie.</a:t>
            </a:r>
          </a:p>
          <a:p>
            <a:r>
              <a:rPr lang="fr-FR" b="1" dirty="0" err="1"/>
              <a:t>Softmax</a:t>
            </a:r>
            <a:r>
              <a:rPr lang="fr-FR" dirty="0"/>
              <a:t> (multi-classe) ou </a:t>
            </a:r>
            <a:r>
              <a:rPr lang="fr-FR" b="1" dirty="0" err="1"/>
              <a:t>sigmoid</a:t>
            </a:r>
            <a:r>
              <a:rPr lang="fr-FR" dirty="0"/>
              <a:t> (multi-label).</a:t>
            </a:r>
          </a:p>
          <a:p>
            <a:r>
              <a:rPr lang="fr-FR" b="1" dirty="0"/>
              <a:t>Post-traitement (selon la tâche)</a:t>
            </a:r>
            <a:endParaRPr lang="fr-FR" dirty="0"/>
          </a:p>
          <a:p>
            <a:r>
              <a:rPr lang="fr-FR" dirty="0"/>
              <a:t>Prendre la classe top-1/top-k, appliquer un seuil, etc.</a:t>
            </a:r>
          </a:p>
          <a:p>
            <a:r>
              <a:rPr lang="fr-FR" dirty="0"/>
              <a:t>En une ligne : </a:t>
            </a:r>
            <a:r>
              <a:rPr lang="fr-FR" b="1" dirty="0"/>
              <a:t>image → </a:t>
            </a:r>
            <a:r>
              <a:rPr lang="fr-FR" b="1" dirty="0" err="1"/>
              <a:t>preprocessing</a:t>
            </a:r>
            <a:r>
              <a:rPr lang="fr-FR" b="1" dirty="0"/>
              <a:t> → backbone (</a:t>
            </a:r>
            <a:r>
              <a:rPr lang="fr-FR" b="1" dirty="0" err="1"/>
              <a:t>conv</a:t>
            </a:r>
            <a:r>
              <a:rPr lang="fr-FR" b="1" dirty="0"/>
              <a:t>) → </a:t>
            </a:r>
            <a:r>
              <a:rPr lang="fr-FR" b="1" dirty="0" err="1"/>
              <a:t>pooling</a:t>
            </a:r>
            <a:r>
              <a:rPr lang="fr-FR" b="1" dirty="0"/>
              <a:t> → </a:t>
            </a:r>
            <a:r>
              <a:rPr lang="fr-FR" b="1" dirty="0" err="1"/>
              <a:t>head</a:t>
            </a:r>
            <a:r>
              <a:rPr lang="fr-FR" b="1" dirty="0"/>
              <a:t> (dense) → prédiction</a:t>
            </a:r>
            <a:r>
              <a:rPr lang="fr-FR" dirty="0"/>
              <a:t>.</a:t>
            </a:r>
          </a:p>
          <a:p>
            <a:endParaRPr lang="es-AR" dirty="0"/>
          </a:p>
        </p:txBody>
      </p:sp>
      <p:sp>
        <p:nvSpPr>
          <p:cNvPr id="4" name="Espace réservé du numéro de diapositive 3">
            <a:extLst>
              <a:ext uri="{FF2B5EF4-FFF2-40B4-BE49-F238E27FC236}">
                <a16:creationId xmlns:a16="http://schemas.microsoft.com/office/drawing/2014/main" id="{4BEDF5C2-335C-2295-9B98-9289FABD7725}"/>
              </a:ext>
            </a:extLst>
          </p:cNvPr>
          <p:cNvSpPr>
            <a:spLocks noGrp="1"/>
          </p:cNvSpPr>
          <p:nvPr>
            <p:ph type="sldNum" sz="quarter" idx="5"/>
          </p:nvPr>
        </p:nvSpPr>
        <p:spPr/>
        <p:txBody>
          <a:bodyPr/>
          <a:lstStyle/>
          <a:p>
            <a:fld id="{61639CAE-AB21-4710-80C8-BF7B7344CF34}" type="slidenum">
              <a:rPr lang="fr-FR" smtClean="0"/>
              <a:t>9</a:t>
            </a:fld>
            <a:endParaRPr lang="fr-FR"/>
          </a:p>
        </p:txBody>
      </p:sp>
    </p:spTree>
    <p:extLst>
      <p:ext uri="{BB962C8B-B14F-4D97-AF65-F5344CB8AC3E}">
        <p14:creationId xmlns:p14="http://schemas.microsoft.com/office/powerpoint/2010/main" val="37342499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10</a:t>
            </a:fld>
            <a:endParaRPr lang="fr-FR"/>
          </a:p>
        </p:txBody>
      </p:sp>
    </p:spTree>
    <p:extLst>
      <p:ext uri="{BB962C8B-B14F-4D97-AF65-F5344CB8AC3E}">
        <p14:creationId xmlns:p14="http://schemas.microsoft.com/office/powerpoint/2010/main" val="19020150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dirty="0"/>
              <a:t>La </a:t>
            </a:r>
            <a:r>
              <a:rPr lang="es-AR" dirty="0" err="1"/>
              <a:t>method</a:t>
            </a:r>
            <a:r>
              <a:rPr lang="es-AR" dirty="0"/>
              <a:t> la plus adapté à la </a:t>
            </a:r>
            <a:r>
              <a:rPr lang="es-AR" dirty="0" err="1"/>
              <a:t>réalité</a:t>
            </a:r>
            <a:r>
              <a:rPr lang="es-AR" dirty="0"/>
              <a:t>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13</a:t>
            </a:fld>
            <a:endParaRPr lang="fr-FR"/>
          </a:p>
        </p:txBody>
      </p:sp>
    </p:spTree>
    <p:extLst>
      <p:ext uri="{BB962C8B-B14F-4D97-AF65-F5344CB8AC3E}">
        <p14:creationId xmlns:p14="http://schemas.microsoft.com/office/powerpoint/2010/main" val="290634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Ce sont les outils de la Fusion </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14</a:t>
            </a:fld>
            <a:endParaRPr lang="fr-FR"/>
          </a:p>
        </p:txBody>
      </p:sp>
    </p:spTree>
    <p:extLst>
      <p:ext uri="{BB962C8B-B14F-4D97-AF65-F5344CB8AC3E}">
        <p14:creationId xmlns:p14="http://schemas.microsoft.com/office/powerpoint/2010/main" val="3040134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Va réduire d’hétérogénéité entres les modalités et crée un espace latent qui encode au mieux les différentes modalités </a:t>
            </a:r>
            <a:endParaRPr lang="es-AR" sz="1200" kern="1200" dirty="0">
              <a:solidFill>
                <a:schemeClr val="tx1"/>
              </a:solidFill>
              <a:effectLst/>
              <a:latin typeface="+mn-lt"/>
              <a:ea typeface="+mn-ea"/>
              <a:cs typeface="+mn-cs"/>
            </a:endParaRPr>
          </a:p>
          <a:p>
            <a:endParaRPr lang="fr-FR" dirty="0"/>
          </a:p>
          <a:p>
            <a:r>
              <a:rPr lang="fr-FR" dirty="0"/>
              <a:t>se concentre sur l’intégration et l’interprétation d’informations provenant de différentes modalités, telles que le texte, les images, l’audio ou la vidéo, en les projetant dans un espace latent partagé.</a:t>
            </a:r>
          </a:p>
          <a:p>
            <a:endParaRPr lang="fr-FR" dirty="0"/>
          </a:p>
          <a:p>
            <a:pPr marL="0" indent="0">
              <a:buNone/>
            </a:pPr>
            <a:r>
              <a:rPr lang="en-US" sz="2000" b="1" dirty="0"/>
              <a:t>Joint Representation:</a:t>
            </a:r>
          </a:p>
          <a:p>
            <a:pPr lvl="1"/>
            <a:r>
              <a:rPr lang="fr-FR" sz="2000" dirty="0"/>
              <a:t>Les modalités sont fusionnées pour produire une représentation unique</a:t>
            </a:r>
            <a:r>
              <a:rPr lang="en-US" sz="2000" dirty="0"/>
              <a:t>.</a:t>
            </a:r>
          </a:p>
          <a:p>
            <a:pPr marL="0" indent="0">
              <a:buNone/>
            </a:pPr>
            <a:r>
              <a:rPr lang="en-US" sz="2000" b="1" dirty="0"/>
              <a:t>Coordinated Representation:</a:t>
            </a:r>
          </a:p>
          <a:p>
            <a:pPr lvl="1"/>
            <a:r>
              <a:rPr lang="fr-FR" sz="2100" dirty="0"/>
              <a:t>Chaque modalité conserve sa propre représentation</a:t>
            </a:r>
            <a:r>
              <a:rPr lang="fr-FR" dirty="0"/>
              <a:t>, </a:t>
            </a:r>
            <a:r>
              <a:rPr lang="fr-FR" sz="2100" dirty="0"/>
              <a:t>mais ces représentations sont alignées grâce à des contraintes d’apprentissage.</a:t>
            </a:r>
            <a:endParaRPr lang="en-US" sz="2100"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15</a:t>
            </a:fld>
            <a:endParaRPr lang="fr-FR"/>
          </a:p>
        </p:txBody>
      </p:sp>
    </p:spTree>
    <p:extLst>
      <p:ext uri="{BB962C8B-B14F-4D97-AF65-F5344CB8AC3E}">
        <p14:creationId xmlns:p14="http://schemas.microsoft.com/office/powerpoint/2010/main" val="30876884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En multimodal, la </a:t>
            </a:r>
            <a:r>
              <a:rPr lang="fr-FR" b="1" dirty="0"/>
              <a:t>data translation</a:t>
            </a:r>
            <a:r>
              <a:rPr lang="fr-FR" dirty="0"/>
              <a:t> désigne le fait de </a:t>
            </a:r>
            <a:r>
              <a:rPr lang="fr-FR" b="1" dirty="0"/>
              <a:t>convertir</a:t>
            </a:r>
            <a:r>
              <a:rPr lang="fr-FR" dirty="0"/>
              <a:t> une modalité vers une autre,</a:t>
            </a:r>
          </a:p>
          <a:p>
            <a:r>
              <a:rPr lang="fr-FR" dirty="0"/>
              <a:t> ou vers une représentation commune, tout en conservant au mieux le sens, la structure et les contraintes utiles pour le </a:t>
            </a:r>
            <a:r>
              <a:rPr lang="fr-FR" b="1" dirty="0"/>
              <a:t>modèle</a:t>
            </a:r>
            <a:r>
              <a:rPr lang="fr-FR" dirty="0"/>
              <a:t>.</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16</a:t>
            </a:fld>
            <a:endParaRPr lang="fr-FR"/>
          </a:p>
        </p:txBody>
      </p:sp>
    </p:spTree>
    <p:extLst>
      <p:ext uri="{BB962C8B-B14F-4D97-AF65-F5344CB8AC3E}">
        <p14:creationId xmlns:p14="http://schemas.microsoft.com/office/powerpoint/2010/main" val="28336859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AR" sz="1200" dirty="0"/>
              <a:t>Le data </a:t>
            </a:r>
            <a:r>
              <a:rPr lang="es-AR" sz="1200" dirty="0" err="1"/>
              <a:t>alignment</a:t>
            </a:r>
            <a:r>
              <a:rPr lang="es-AR" sz="1200" dirty="0"/>
              <a:t> consiste à </a:t>
            </a:r>
            <a:r>
              <a:rPr lang="es-AR" sz="1200" dirty="0" err="1"/>
              <a:t>identifier</a:t>
            </a:r>
            <a:r>
              <a:rPr lang="es-AR" sz="1200" dirty="0"/>
              <a:t> et </a:t>
            </a:r>
            <a:r>
              <a:rPr lang="es-AR" sz="1200" dirty="0" err="1"/>
              <a:t>établir</a:t>
            </a:r>
            <a:r>
              <a:rPr lang="es-AR" sz="1200" dirty="0"/>
              <a:t> des </a:t>
            </a:r>
            <a:r>
              <a:rPr lang="es-AR" sz="1200" dirty="0" err="1"/>
              <a:t>correspondances</a:t>
            </a:r>
            <a:r>
              <a:rPr lang="es-AR" sz="1200" dirty="0"/>
              <a:t> entre des </a:t>
            </a:r>
            <a:r>
              <a:rPr lang="es-AR" sz="1200" dirty="0" err="1"/>
              <a:t>éléments</a:t>
            </a:r>
            <a:r>
              <a:rPr lang="es-AR" sz="1200" dirty="0"/>
              <a:t> </a:t>
            </a:r>
            <a:r>
              <a:rPr lang="es-AR" sz="1200" dirty="0" err="1"/>
              <a:t>issus</a:t>
            </a:r>
            <a:r>
              <a:rPr lang="es-AR" sz="1200" dirty="0"/>
              <a:t> de </a:t>
            </a:r>
            <a:r>
              <a:rPr lang="es-AR" sz="1200" dirty="0" err="1"/>
              <a:t>différentes</a:t>
            </a:r>
            <a:r>
              <a:rPr lang="es-AR" sz="1200" dirty="0"/>
              <a:t> </a:t>
            </a:r>
            <a:r>
              <a:rPr lang="es-AR" sz="1200" dirty="0" err="1"/>
              <a:t>modalités</a:t>
            </a:r>
            <a:r>
              <a:rPr lang="es-AR" sz="1200" dirty="0"/>
              <a:t>. </a:t>
            </a:r>
            <a:r>
              <a:rPr lang="es-AR" sz="1200" dirty="0" err="1"/>
              <a:t>Il</a:t>
            </a:r>
            <a:r>
              <a:rPr lang="es-AR" sz="1200" dirty="0"/>
              <a:t> vise à </a:t>
            </a:r>
            <a:r>
              <a:rPr lang="es-AR" sz="1200" dirty="0" err="1"/>
              <a:t>aligner</a:t>
            </a:r>
            <a:r>
              <a:rPr lang="es-AR" sz="1200" dirty="0"/>
              <a:t> ces </a:t>
            </a:r>
            <a:r>
              <a:rPr lang="es-AR" sz="1200" dirty="0" err="1"/>
              <a:t>informations</a:t>
            </a:r>
            <a:r>
              <a:rPr lang="es-AR" sz="1200" dirty="0"/>
              <a:t> </a:t>
            </a:r>
            <a:r>
              <a:rPr lang="es-AR" sz="1200" dirty="0" err="1"/>
              <a:t>dans</a:t>
            </a:r>
            <a:r>
              <a:rPr lang="es-AR" sz="1200" dirty="0"/>
              <a:t> le </a:t>
            </a:r>
            <a:r>
              <a:rPr lang="es-AR" sz="1200" dirty="0" err="1"/>
              <a:t>temps</a:t>
            </a:r>
            <a:r>
              <a:rPr lang="es-AR" sz="1200" dirty="0"/>
              <a:t> et </a:t>
            </a:r>
            <a:r>
              <a:rPr lang="es-AR" sz="1200" dirty="0" err="1"/>
              <a:t>ou</a:t>
            </a:r>
            <a:r>
              <a:rPr lang="es-AR" sz="1200" dirty="0"/>
              <a:t> </a:t>
            </a:r>
            <a:r>
              <a:rPr lang="es-AR" sz="1200" dirty="0" err="1"/>
              <a:t>dans</a:t>
            </a:r>
            <a:r>
              <a:rPr lang="es-AR" sz="1200" dirty="0"/>
              <a:t> </a:t>
            </a:r>
            <a:r>
              <a:rPr lang="es-AR" sz="1200" dirty="0" err="1"/>
              <a:t>l’espace</a:t>
            </a:r>
            <a:r>
              <a:rPr lang="es-AR" sz="1200" dirty="0"/>
              <a:t>, </a:t>
            </a:r>
            <a:r>
              <a:rPr lang="es-AR" sz="1200" dirty="0" err="1"/>
              <a:t>afin</a:t>
            </a:r>
            <a:r>
              <a:rPr lang="es-AR" sz="1200" dirty="0"/>
              <a:t> de garantir une mise en </a:t>
            </a:r>
            <a:r>
              <a:rPr lang="es-AR" sz="1200" dirty="0" err="1"/>
              <a:t>relation</a:t>
            </a:r>
            <a:r>
              <a:rPr lang="es-AR" sz="1200" dirty="0"/>
              <a:t> </a:t>
            </a:r>
            <a:r>
              <a:rPr lang="es-AR" sz="1200" dirty="0" err="1"/>
              <a:t>cohérente</a:t>
            </a:r>
            <a:r>
              <a:rPr lang="es-AR" sz="1200" dirty="0"/>
              <a:t> et un </a:t>
            </a:r>
            <a:r>
              <a:rPr lang="es-AR" sz="1200" dirty="0" err="1"/>
              <a:t>partage</a:t>
            </a:r>
            <a:r>
              <a:rPr lang="es-AR" sz="1200" dirty="0"/>
              <a:t> </a:t>
            </a:r>
            <a:r>
              <a:rPr lang="es-AR" sz="1200" dirty="0" err="1"/>
              <a:t>pertinent</a:t>
            </a:r>
            <a:r>
              <a:rPr lang="es-AR" sz="1200" dirty="0"/>
              <a:t> de </a:t>
            </a:r>
            <a:r>
              <a:rPr lang="es-AR" sz="1200" dirty="0" err="1"/>
              <a:t>l’information</a:t>
            </a:r>
            <a:r>
              <a:rPr lang="es-AR" sz="1200" dirty="0"/>
              <a:t> entre les </a:t>
            </a:r>
            <a:r>
              <a:rPr lang="es-AR" sz="1200" dirty="0" err="1"/>
              <a:t>modalités</a:t>
            </a:r>
            <a:r>
              <a:rPr lang="es-AR"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Risque de perdre la spécificité de chaque modalité.</a:t>
            </a:r>
          </a:p>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17</a:t>
            </a:fld>
            <a:endParaRPr lang="fr-FR"/>
          </a:p>
        </p:txBody>
      </p:sp>
    </p:spTree>
    <p:extLst>
      <p:ext uri="{BB962C8B-B14F-4D97-AF65-F5344CB8AC3E}">
        <p14:creationId xmlns:p14="http://schemas.microsoft.com/office/powerpoint/2010/main" val="36317659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5031E-F60B-1EFA-FA16-35B30711DA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BDAD2D7-C134-81E9-9AA6-3C89DEE4077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01A943E-418E-DFB1-9484-41DDDBC9F1D0}"/>
              </a:ext>
            </a:extLst>
          </p:cNvPr>
          <p:cNvSpPr>
            <a:spLocks noGrp="1"/>
          </p:cNvSpPr>
          <p:nvPr>
            <p:ph type="body" idx="1"/>
          </p:nvPr>
        </p:nvSpPr>
        <p:spPr/>
        <p:txBody>
          <a:bodyPr/>
          <a:lstStyle/>
          <a:p>
            <a:r>
              <a:rPr lang="fr-FR" dirty="0"/>
              <a:t>AV:</a:t>
            </a:r>
          </a:p>
          <a:p>
            <a:endParaRPr lang="es-A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L’alignement permet de relier directement des sous-éléments de deux modalités </a:t>
            </a:r>
          </a:p>
          <a:p>
            <a:endParaRPr lang="es-AR" dirty="0"/>
          </a:p>
          <a:p>
            <a:r>
              <a:rPr lang="es-AR" dirty="0"/>
              <a:t>Limites:</a:t>
            </a:r>
          </a:p>
          <a:p>
            <a:endParaRPr lang="es-AR" dirty="0"/>
          </a:p>
          <a:p>
            <a:r>
              <a:rPr lang="fr-FR" dirty="0"/>
              <a:t>Risque de perdre la spécificité de chaque modalité.</a:t>
            </a:r>
          </a:p>
          <a:p>
            <a:r>
              <a:rPr lang="fr-FR" dirty="0"/>
              <a:t>Plus sensible aux modalités manquantes.</a:t>
            </a:r>
          </a:p>
          <a:p>
            <a:r>
              <a:rPr lang="fr-FR" dirty="0"/>
              <a:t>La fusion peut introduire du bruit ou de la redondance si elle est mal contrôlée.</a:t>
            </a:r>
          </a:p>
          <a:p>
            <a:r>
              <a:rPr lang="fr-FR" dirty="0"/>
              <a:t>Peut nécessiter beaucoup de données pour apprendre une représentation commune stable.</a:t>
            </a:r>
          </a:p>
          <a:p>
            <a:endParaRPr lang="fr-FR" dirty="0"/>
          </a:p>
        </p:txBody>
      </p:sp>
      <p:sp>
        <p:nvSpPr>
          <p:cNvPr id="4" name="Espace réservé du numéro de diapositive 3">
            <a:extLst>
              <a:ext uri="{FF2B5EF4-FFF2-40B4-BE49-F238E27FC236}">
                <a16:creationId xmlns:a16="http://schemas.microsoft.com/office/drawing/2014/main" id="{A327BF71-3659-98F9-7300-49F2A8C84511}"/>
              </a:ext>
            </a:extLst>
          </p:cNvPr>
          <p:cNvSpPr>
            <a:spLocks noGrp="1"/>
          </p:cNvSpPr>
          <p:nvPr>
            <p:ph type="sldNum" sz="quarter" idx="5"/>
          </p:nvPr>
        </p:nvSpPr>
        <p:spPr/>
        <p:txBody>
          <a:bodyPr/>
          <a:lstStyle/>
          <a:p>
            <a:fld id="{61639CAE-AB21-4710-80C8-BF7B7344CF34}" type="slidenum">
              <a:rPr lang="fr-FR" smtClean="0"/>
              <a:t>18</a:t>
            </a:fld>
            <a:endParaRPr lang="fr-FR"/>
          </a:p>
        </p:txBody>
      </p:sp>
    </p:spTree>
    <p:extLst>
      <p:ext uri="{BB962C8B-B14F-4D97-AF65-F5344CB8AC3E}">
        <p14:creationId xmlns:p14="http://schemas.microsoft.com/office/powerpoint/2010/main" val="3311004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b="1" dirty="0" err="1"/>
              <a:t>transfert</a:t>
            </a:r>
            <a:r>
              <a:rPr lang="es-AR" b="1" dirty="0"/>
              <a:t> de </a:t>
            </a:r>
            <a:r>
              <a:rPr lang="es-AR" b="1" dirty="0" err="1"/>
              <a:t>connaissanc</a:t>
            </a:r>
            <a:endParaRPr lang="es-A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Le </a:t>
            </a:r>
            <a:r>
              <a:rPr lang="fr-FR" dirty="0" err="1"/>
              <a:t>co-learning</a:t>
            </a:r>
            <a:r>
              <a:rPr lang="fr-FR" dirty="0"/>
              <a:t> multimodal est l’approche qui permet de transférer l’information d’une modalité vers une autre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afin d’obtenir des modèles capables de fonctionner même avec des modalités manquantes, bruitées ou peu annotées.</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19</a:t>
            </a:fld>
            <a:endParaRPr lang="fr-FR"/>
          </a:p>
        </p:txBody>
      </p:sp>
    </p:spTree>
    <p:extLst>
      <p:ext uri="{BB962C8B-B14F-4D97-AF65-F5344CB8AC3E}">
        <p14:creationId xmlns:p14="http://schemas.microsoft.com/office/powerpoint/2010/main" val="35095956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285750" indent="-285750">
              <a:buFont typeface="Arial" panose="020B0604020202020204" pitchFamily="34" charset="0"/>
              <a:buChar char="•"/>
            </a:pPr>
            <a:r>
              <a:rPr lang="fr-FR" b="1" dirty="0">
                <a:solidFill>
                  <a:schemeClr val="bg1"/>
                </a:solidFill>
              </a:rPr>
              <a:t>Le </a:t>
            </a:r>
            <a:r>
              <a:rPr lang="fr-FR" dirty="0" err="1">
                <a:solidFill>
                  <a:schemeClr val="bg1"/>
                </a:solidFill>
              </a:rPr>
              <a:t>co-learning</a:t>
            </a:r>
            <a:r>
              <a:rPr lang="fr-FR" dirty="0">
                <a:solidFill>
                  <a:schemeClr val="bg1"/>
                </a:solidFill>
              </a:rPr>
              <a:t> permet de </a:t>
            </a:r>
            <a:r>
              <a:rPr lang="fr-FR" b="1" dirty="0">
                <a:solidFill>
                  <a:schemeClr val="bg1"/>
                </a:solidFill>
              </a:rPr>
              <a:t>transférer les connaissances </a:t>
            </a:r>
            <a:r>
              <a:rPr lang="fr-FR" dirty="0">
                <a:solidFill>
                  <a:schemeClr val="bg1"/>
                </a:solidFill>
              </a:rPr>
              <a:t>d’une modalité vers une modalité plus limitée ou bruitée.</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Complémentarité des modalités pour </a:t>
            </a:r>
            <a:r>
              <a:rPr lang="fr-FR" b="1" dirty="0">
                <a:solidFill>
                  <a:schemeClr val="bg1"/>
                </a:solidFill>
              </a:rPr>
              <a:t>améliorer les performances</a:t>
            </a:r>
            <a:r>
              <a:rPr lang="fr-FR" dirty="0">
                <a:solidFill>
                  <a:schemeClr val="bg1"/>
                </a:solidFill>
              </a:rPr>
              <a:t>, même lorsque certaines </a:t>
            </a:r>
            <a:r>
              <a:rPr lang="fr-FR" b="1" dirty="0">
                <a:solidFill>
                  <a:schemeClr val="bg1"/>
                </a:solidFill>
              </a:rPr>
              <a:t>informations</a:t>
            </a:r>
            <a:r>
              <a:rPr lang="fr-FR" dirty="0">
                <a:solidFill>
                  <a:schemeClr val="bg1"/>
                </a:solidFill>
              </a:rPr>
              <a:t> </a:t>
            </a:r>
            <a:r>
              <a:rPr lang="fr-FR" b="1" dirty="0">
                <a:solidFill>
                  <a:schemeClr val="bg1"/>
                </a:solidFill>
              </a:rPr>
              <a:t>manquent</a:t>
            </a:r>
            <a:r>
              <a:rPr lang="fr-FR" dirty="0">
                <a:solidFill>
                  <a:schemeClr val="bg1"/>
                </a:solidFill>
              </a:rPr>
              <a:t>.</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Approche est particulièrement adaptée à la réalité où les données sont souvent incomplètes ou imparfaites comme dans la santé, systèmes autonomes …</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Une modalité d’apprentissage n’est pas forcément nécessaire pour les prédictions.</a:t>
            </a:r>
          </a:p>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20</a:t>
            </a:fld>
            <a:endParaRPr lang="fr-FR"/>
          </a:p>
        </p:txBody>
      </p:sp>
    </p:spTree>
    <p:extLst>
      <p:ext uri="{BB962C8B-B14F-4D97-AF65-F5344CB8AC3E}">
        <p14:creationId xmlns:p14="http://schemas.microsoft.com/office/powerpoint/2010/main" val="29854430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BADBF-B65A-4786-AFAD-19BFABC4BF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89BFCBF-FCB3-1743-FDA7-E47E6C523CB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5D3D4E5-167B-10C5-243B-BCF513696698}"/>
              </a:ext>
            </a:extLst>
          </p:cNvPr>
          <p:cNvSpPr>
            <a:spLocks noGrp="1"/>
          </p:cNvSpPr>
          <p:nvPr>
            <p:ph type="body" idx="1"/>
          </p:nvPr>
        </p:nvSpPr>
        <p:spPr/>
        <p:txBody>
          <a:bodyPr/>
          <a:lstStyle/>
          <a:p>
            <a:endParaRPr lang="es-AR" dirty="0"/>
          </a:p>
        </p:txBody>
      </p:sp>
      <p:sp>
        <p:nvSpPr>
          <p:cNvPr id="4" name="Espace réservé du numéro de diapositive 3">
            <a:extLst>
              <a:ext uri="{FF2B5EF4-FFF2-40B4-BE49-F238E27FC236}">
                <a16:creationId xmlns:a16="http://schemas.microsoft.com/office/drawing/2014/main" id="{0E3A7E69-B277-CA20-D357-66801CF3E3A1}"/>
              </a:ext>
            </a:extLst>
          </p:cNvPr>
          <p:cNvSpPr>
            <a:spLocks noGrp="1"/>
          </p:cNvSpPr>
          <p:nvPr>
            <p:ph type="sldNum" sz="quarter" idx="5"/>
          </p:nvPr>
        </p:nvSpPr>
        <p:spPr/>
        <p:txBody>
          <a:bodyPr/>
          <a:lstStyle/>
          <a:p>
            <a:fld id="{61639CAE-AB21-4710-80C8-BF7B7344CF34}" type="slidenum">
              <a:rPr lang="fr-FR" smtClean="0"/>
              <a:t>21</a:t>
            </a:fld>
            <a:endParaRPr lang="fr-FR"/>
          </a:p>
        </p:txBody>
      </p:sp>
    </p:spTree>
    <p:extLst>
      <p:ext uri="{BB962C8B-B14F-4D97-AF65-F5344CB8AC3E}">
        <p14:creationId xmlns:p14="http://schemas.microsoft.com/office/powerpoint/2010/main" val="41800339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6CEE7-9F7A-4B3E-A564-087E0D78B0D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4443288-EBCC-DC5B-5950-C102EAF88D9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64A1EF7-BD7C-6429-DD51-F1DFDEA03EA0}"/>
              </a:ext>
            </a:extLst>
          </p:cNvPr>
          <p:cNvSpPr>
            <a:spLocks noGrp="1"/>
          </p:cNvSpPr>
          <p:nvPr>
            <p:ph type="body" idx="1"/>
          </p:nvPr>
        </p:nvSpPr>
        <p:spPr/>
        <p:txBody>
          <a:bodyPr/>
          <a:lstStyle/>
          <a:p>
            <a:pPr>
              <a:lnSpc>
                <a:spcPct val="90000"/>
              </a:lnSpc>
              <a:spcAft>
                <a:spcPts val="600"/>
              </a:spcAft>
            </a:pPr>
            <a:r>
              <a:rPr lang="fr-FR" sz="2000" b="1" dirty="0"/>
              <a:t>Défis </a:t>
            </a:r>
            <a:r>
              <a:rPr lang="en-US" sz="2000" b="1" dirty="0"/>
              <a:t>:</a:t>
            </a:r>
          </a:p>
          <a:p>
            <a:pPr>
              <a:lnSpc>
                <a:spcPct val="90000"/>
              </a:lnSpc>
              <a:spcAft>
                <a:spcPts val="600"/>
              </a:spcAft>
            </a:pPr>
            <a:r>
              <a:rPr lang="fr-FR" dirty="0"/>
              <a:t>Comme pour tout modèle d’intelligence artificielle, les données sont le nerf de la guerre. On retrouve les mêmes problématiques que pour les modèles unimodaux :</a:t>
            </a:r>
            <a:endParaRPr lang="en-US" sz="2000" dirty="0"/>
          </a:p>
          <a:p>
            <a:pPr marL="285750" lvl="0" indent="-285750">
              <a:buFont typeface="Arial" panose="020B0604020202020204" pitchFamily="34" charset="0"/>
              <a:buChar char="•"/>
            </a:pPr>
            <a:r>
              <a:rPr lang="es-AR" dirty="0" err="1"/>
              <a:t>Petite</a:t>
            </a:r>
            <a:r>
              <a:rPr lang="es-AR" dirty="0"/>
              <a:t> </a:t>
            </a:r>
            <a:r>
              <a:rPr lang="es-AR" dirty="0" err="1"/>
              <a:t>taille</a:t>
            </a:r>
            <a:r>
              <a:rPr lang="es-AR" dirty="0"/>
              <a:t> du </a:t>
            </a:r>
            <a:r>
              <a:rPr lang="es-AR" dirty="0" err="1"/>
              <a:t>dataset</a:t>
            </a:r>
            <a:endParaRPr lang="es-AR" dirty="0"/>
          </a:p>
          <a:p>
            <a:pPr marL="285750" lvl="0" indent="-285750">
              <a:buFont typeface="Arial" panose="020B0604020202020204" pitchFamily="34" charset="0"/>
              <a:buChar char="•"/>
            </a:pPr>
            <a:r>
              <a:rPr lang="es-AR" dirty="0" err="1"/>
              <a:t>Catégories</a:t>
            </a:r>
            <a:r>
              <a:rPr lang="es-AR" dirty="0"/>
              <a:t> </a:t>
            </a:r>
            <a:r>
              <a:rPr lang="es-AR" dirty="0" err="1"/>
              <a:t>déséquilibrées</a:t>
            </a:r>
            <a:endParaRPr lang="es-AR" dirty="0"/>
          </a:p>
          <a:p>
            <a:pPr marL="285750" lvl="0" indent="-285750">
              <a:buFont typeface="Arial" panose="020B0604020202020204" pitchFamily="34" charset="0"/>
              <a:buChar char="•"/>
            </a:pPr>
            <a:r>
              <a:rPr lang="es-AR" dirty="0" err="1"/>
              <a:t>Erreurs</a:t>
            </a:r>
            <a:r>
              <a:rPr lang="es-AR" dirty="0"/>
              <a:t> </a:t>
            </a:r>
            <a:r>
              <a:rPr lang="es-AR" dirty="0" err="1"/>
              <a:t>d’annotation</a:t>
            </a:r>
            <a:endParaRPr lang="es-AR" dirty="0"/>
          </a:p>
          <a:p>
            <a:pPr lvl="1" indent="-228600">
              <a:lnSpc>
                <a:spcPct val="90000"/>
              </a:lnSpc>
              <a:spcAft>
                <a:spcPts val="600"/>
              </a:spcAft>
              <a:buFont typeface="Arial" panose="020B0604020202020204" pitchFamily="34" charset="0"/>
              <a:buChar char="•"/>
            </a:pPr>
            <a:endParaRPr lang="en-US" sz="2000" dirty="0"/>
          </a:p>
          <a:p>
            <a:pPr>
              <a:lnSpc>
                <a:spcPct val="90000"/>
              </a:lnSpc>
              <a:spcAft>
                <a:spcPts val="600"/>
              </a:spcAft>
            </a:pPr>
            <a:r>
              <a:rPr lang="en-US" sz="2000" b="1" dirty="0"/>
              <a:t>Solutions possibles :</a:t>
            </a:r>
          </a:p>
          <a:p>
            <a:pPr marL="285750" lvl="0" indent="-285750">
              <a:buFont typeface="Arial" panose="020B0604020202020204" pitchFamily="34" charset="0"/>
              <a:buChar char="•"/>
            </a:pPr>
            <a:r>
              <a:rPr lang="fr-FR" dirty="0"/>
              <a:t>Utilisation de </a:t>
            </a:r>
            <a:r>
              <a:rPr lang="fr-FR" dirty="0" err="1"/>
              <a:t>datasets</a:t>
            </a:r>
            <a:r>
              <a:rPr lang="fr-FR" dirty="0"/>
              <a:t> augmentés par des données synthétiques, mais les </a:t>
            </a:r>
            <a:r>
              <a:rPr lang="fr-FR" b="1" dirty="0"/>
              <a:t>résultats limités</a:t>
            </a:r>
            <a:endParaRPr lang="es-AR" b="1" dirty="0"/>
          </a:p>
          <a:p>
            <a:pPr marL="285750" lvl="0" indent="-285750">
              <a:buFont typeface="Arial" panose="020B0604020202020204" pitchFamily="34" charset="0"/>
              <a:buChar char="•"/>
            </a:pPr>
            <a:r>
              <a:rPr lang="fr-FR" dirty="0"/>
              <a:t>Porter une attention particulière à l’équilibre des données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dirty="0"/>
              <a:t>Augmenter le nombre de capteurs pour réduire les variations intrinsèques liées au capteur</a:t>
            </a:r>
            <a:endParaRPr lang="es-AR"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4" name="Espace réservé du numéro de diapositive 3">
            <a:extLst>
              <a:ext uri="{FF2B5EF4-FFF2-40B4-BE49-F238E27FC236}">
                <a16:creationId xmlns:a16="http://schemas.microsoft.com/office/drawing/2014/main" id="{ECE4977C-C3B6-B988-C803-D61E68FF311C}"/>
              </a:ext>
            </a:extLst>
          </p:cNvPr>
          <p:cNvSpPr>
            <a:spLocks noGrp="1"/>
          </p:cNvSpPr>
          <p:nvPr>
            <p:ph type="sldNum" sz="quarter" idx="5"/>
          </p:nvPr>
        </p:nvSpPr>
        <p:spPr/>
        <p:txBody>
          <a:bodyPr/>
          <a:lstStyle/>
          <a:p>
            <a:fld id="{61639CAE-AB21-4710-80C8-BF7B7344CF34}" type="slidenum">
              <a:rPr lang="fr-FR" smtClean="0"/>
              <a:t>22</a:t>
            </a:fld>
            <a:endParaRPr lang="fr-FR"/>
          </a:p>
        </p:txBody>
      </p:sp>
    </p:spTree>
    <p:extLst>
      <p:ext uri="{BB962C8B-B14F-4D97-AF65-F5344CB8AC3E}">
        <p14:creationId xmlns:p14="http://schemas.microsoft.com/office/powerpoint/2010/main" val="19249501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83DF8-0B1C-4DDB-1868-482F3685331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3414340-C79B-5E0E-9072-DD4EF014486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8E5D84F-6420-B9EF-4F14-8149707C0EA1}"/>
              </a:ext>
            </a:extLst>
          </p:cNvPr>
          <p:cNvSpPr>
            <a:spLocks noGrp="1"/>
          </p:cNvSpPr>
          <p:nvPr>
            <p:ph type="body" idx="1"/>
          </p:nvPr>
        </p:nvSpPr>
        <p:spPr/>
        <p:txBody>
          <a:bodyPr/>
          <a:lstStyle/>
          <a:p>
            <a:r>
              <a:rPr lang="fr-FR" b="1" dirty="0"/>
              <a:t>Défis :</a:t>
            </a:r>
            <a:br>
              <a:rPr lang="fr-FR" dirty="0"/>
            </a:br>
            <a:r>
              <a:rPr lang="fr-FR" dirty="0"/>
              <a:t>La fusion entraîne une perte d’informations lors de la translation des données d’une modalité vers une autre.</a:t>
            </a:r>
            <a:br>
              <a:rPr lang="fr-FR" dirty="0"/>
            </a:br>
            <a:r>
              <a:rPr lang="fr-FR" dirty="0"/>
              <a:t>Par exemple, lors du passage d’une modalité 3D vers 2D, il y a une perte d’informations, tout comme lors de la transformation d’une image en description textuelle.</a:t>
            </a:r>
          </a:p>
          <a:p>
            <a:endParaRPr lang="es-AR" dirty="0"/>
          </a:p>
          <a:p>
            <a:r>
              <a:rPr lang="es-AR" b="1" dirty="0" err="1"/>
              <a:t>Solutions</a:t>
            </a:r>
            <a:r>
              <a:rPr lang="es-AR" b="1" dirty="0"/>
              <a:t> </a:t>
            </a:r>
            <a:r>
              <a:rPr lang="es-AR" b="1" dirty="0" err="1"/>
              <a:t>possibles</a:t>
            </a:r>
            <a:r>
              <a:rPr lang="es-AR" b="1" dirty="0"/>
              <a:t> :</a:t>
            </a:r>
            <a:endParaRPr lang="es-AR" dirty="0"/>
          </a:p>
          <a:p>
            <a:r>
              <a:rPr lang="fr-FR" dirty="0"/>
              <a:t>Recherche automatique d’une architecture de réseau </a:t>
            </a:r>
            <a:r>
              <a:rPr lang="fr-FR" b="1" dirty="0"/>
              <a:t>optimisée</a:t>
            </a:r>
            <a:r>
              <a:rPr lang="fr-FR" dirty="0"/>
              <a:t> pour la fusion multimodale</a:t>
            </a:r>
          </a:p>
          <a:p>
            <a:r>
              <a:rPr lang="fr-FR" dirty="0"/>
              <a:t>Identification du </a:t>
            </a:r>
            <a:r>
              <a:rPr lang="fr-FR" b="1" dirty="0"/>
              <a:t>meilleur stade de fusion</a:t>
            </a:r>
            <a:r>
              <a:rPr lang="fr-FR" dirty="0"/>
              <a:t> (</a:t>
            </a:r>
            <a:r>
              <a:rPr lang="fr-FR" dirty="0" err="1"/>
              <a:t>early</a:t>
            </a:r>
            <a:r>
              <a:rPr lang="fr-FR" dirty="0"/>
              <a:t> / middle / </a:t>
            </a:r>
            <a:r>
              <a:rPr lang="fr-FR" dirty="0" err="1"/>
              <a:t>late</a:t>
            </a:r>
            <a:r>
              <a:rPr lang="fr-FR" dirty="0"/>
              <a:t>) et du </a:t>
            </a:r>
            <a:r>
              <a:rPr lang="fr-FR" b="1" dirty="0"/>
              <a:t>mécanisme de fusion</a:t>
            </a:r>
            <a:r>
              <a:rPr lang="fr-FR" dirty="0"/>
              <a:t> (concaténation, attention, etc.)</a:t>
            </a:r>
          </a:p>
          <a:p>
            <a:r>
              <a:rPr lang="fr-FR" dirty="0"/>
              <a:t>Objectif : </a:t>
            </a:r>
            <a:r>
              <a:rPr lang="fr-FR" b="1" dirty="0"/>
              <a:t>maximiser la performance</a:t>
            </a:r>
            <a:r>
              <a:rPr lang="fr-FR" dirty="0"/>
              <a:t> tout en </a:t>
            </a:r>
            <a:r>
              <a:rPr lang="fr-FR" b="1" dirty="0"/>
              <a:t>limitant la perte d’information</a:t>
            </a:r>
            <a:r>
              <a:rPr lang="fr-FR" dirty="0"/>
              <a:t> et la complexité du modèle</a:t>
            </a:r>
          </a:p>
        </p:txBody>
      </p:sp>
      <p:sp>
        <p:nvSpPr>
          <p:cNvPr id="4" name="Espace réservé du numéro de diapositive 3">
            <a:extLst>
              <a:ext uri="{FF2B5EF4-FFF2-40B4-BE49-F238E27FC236}">
                <a16:creationId xmlns:a16="http://schemas.microsoft.com/office/drawing/2014/main" id="{C8DB9CDC-2E3C-0977-8B7C-F63B04810B60}"/>
              </a:ext>
            </a:extLst>
          </p:cNvPr>
          <p:cNvSpPr>
            <a:spLocks noGrp="1"/>
          </p:cNvSpPr>
          <p:nvPr>
            <p:ph type="sldNum" sz="quarter" idx="5"/>
          </p:nvPr>
        </p:nvSpPr>
        <p:spPr/>
        <p:txBody>
          <a:bodyPr/>
          <a:lstStyle/>
          <a:p>
            <a:fld id="{61639CAE-AB21-4710-80C8-BF7B7344CF34}" type="slidenum">
              <a:rPr lang="fr-FR" smtClean="0"/>
              <a:t>23</a:t>
            </a:fld>
            <a:endParaRPr lang="fr-FR"/>
          </a:p>
        </p:txBody>
      </p:sp>
    </p:spTree>
    <p:extLst>
      <p:ext uri="{BB962C8B-B14F-4D97-AF65-F5344CB8AC3E}">
        <p14:creationId xmlns:p14="http://schemas.microsoft.com/office/powerpoint/2010/main" val="30613148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A5570-68FD-D24D-0769-40F560BE15F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A16A099-C455-3357-FDED-B0F18D955C6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6FAD433-D0FE-8E21-9462-828CE26AD0F5}"/>
              </a:ext>
            </a:extLst>
          </p:cNvPr>
          <p:cNvSpPr>
            <a:spLocks noGrp="1"/>
          </p:cNvSpPr>
          <p:nvPr>
            <p:ph type="body" idx="1"/>
          </p:nvPr>
        </p:nvSpPr>
        <p:spPr/>
        <p:txBody>
          <a:bodyPr/>
          <a:lstStyle/>
          <a:p>
            <a:r>
              <a:rPr lang="fr-FR" b="1" dirty="0"/>
              <a:t>Défis :</a:t>
            </a:r>
            <a:endParaRPr lang="es-AR" b="1" dirty="0"/>
          </a:p>
          <a:p>
            <a:r>
              <a:rPr lang="fr-FR" dirty="0"/>
              <a:t>La fusion de modalités peut introduire du bruit.</a:t>
            </a:r>
            <a:br>
              <a:rPr lang="fr-FR" dirty="0"/>
            </a:br>
            <a:r>
              <a:rPr lang="fr-FR" dirty="0"/>
              <a:t>On distingue deux types de bruit : interne et externe.</a:t>
            </a:r>
            <a:endParaRPr lang="es-AR" dirty="0"/>
          </a:p>
          <a:p>
            <a:pPr marL="285750" lvl="0" indent="-285750">
              <a:buFont typeface="Arial" panose="020B0604020202020204" pitchFamily="34" charset="0"/>
              <a:buChar char="•"/>
            </a:pPr>
            <a:r>
              <a:rPr lang="fr-FR" dirty="0"/>
              <a:t>Bruit interne ou bruit caractéristique : bruit intrinsèque aux données. </a:t>
            </a:r>
            <a:endParaRPr lang="es-AR" dirty="0"/>
          </a:p>
          <a:p>
            <a:pPr marL="285750" lvl="0" indent="-285750">
              <a:buFont typeface="Arial" panose="020B0604020202020204" pitchFamily="34" charset="0"/>
              <a:buChar char="•"/>
            </a:pPr>
            <a:r>
              <a:rPr lang="fr-FR" dirty="0"/>
              <a:t>Bruit externe : bruit généré lors de l’étape de fusion des données multimodales.</a:t>
            </a:r>
          </a:p>
          <a:p>
            <a:pPr lvl="0"/>
            <a:endParaRPr lang="es-AR" dirty="0"/>
          </a:p>
          <a:p>
            <a:r>
              <a:rPr lang="fr-FR" b="1" dirty="0"/>
              <a:t>Solution possible :</a:t>
            </a:r>
          </a:p>
          <a:p>
            <a:r>
              <a:rPr lang="fr-FR" b="1" dirty="0"/>
              <a:t>Au  </a:t>
            </a:r>
            <a:r>
              <a:rPr lang="fr-FR" b="1" dirty="0" err="1"/>
              <a:t>dela</a:t>
            </a:r>
            <a:r>
              <a:rPr lang="fr-FR" b="1" dirty="0"/>
              <a:t> de </a:t>
            </a:r>
            <a:r>
              <a:rPr lang="fr-FR" dirty="0"/>
              <a:t>choisir des méthodes efficaces </a:t>
            </a:r>
            <a:r>
              <a:rPr lang="fr-FR" b="1" dirty="0"/>
              <a:t>d’alignement des données ou de </a:t>
            </a:r>
            <a:r>
              <a:rPr lang="fr-FR" dirty="0"/>
              <a:t>meilleures </a:t>
            </a:r>
            <a:r>
              <a:rPr lang="fr-FR" b="1" dirty="0"/>
              <a:t>structures de fusion</a:t>
            </a:r>
          </a:p>
          <a:p>
            <a:r>
              <a:rPr lang="fr-FR" b="1" dirty="0"/>
              <a:t>On peux utiliser la translations </a:t>
            </a:r>
            <a:endParaRPr lang="fr-FR" dirty="0"/>
          </a:p>
          <a:p>
            <a:endParaRPr lang="es-AR" b="1" dirty="0"/>
          </a:p>
        </p:txBody>
      </p:sp>
      <p:sp>
        <p:nvSpPr>
          <p:cNvPr id="4" name="Espace réservé du numéro de diapositive 3">
            <a:extLst>
              <a:ext uri="{FF2B5EF4-FFF2-40B4-BE49-F238E27FC236}">
                <a16:creationId xmlns:a16="http://schemas.microsoft.com/office/drawing/2014/main" id="{62608A15-630D-557B-28D2-C95CC1E80CCD}"/>
              </a:ext>
            </a:extLst>
          </p:cNvPr>
          <p:cNvSpPr>
            <a:spLocks noGrp="1"/>
          </p:cNvSpPr>
          <p:nvPr>
            <p:ph type="sldNum" sz="quarter" idx="5"/>
          </p:nvPr>
        </p:nvSpPr>
        <p:spPr/>
        <p:txBody>
          <a:bodyPr/>
          <a:lstStyle/>
          <a:p>
            <a:fld id="{61639CAE-AB21-4710-80C8-BF7B7344CF34}" type="slidenum">
              <a:rPr lang="fr-FR" smtClean="0"/>
              <a:t>24</a:t>
            </a:fld>
            <a:endParaRPr lang="fr-FR"/>
          </a:p>
        </p:txBody>
      </p:sp>
    </p:spTree>
    <p:extLst>
      <p:ext uri="{BB962C8B-B14F-4D97-AF65-F5344CB8AC3E}">
        <p14:creationId xmlns:p14="http://schemas.microsoft.com/office/powerpoint/2010/main" val="29094351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8D91F-4EBE-94E5-5177-DA32232371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3604C07-C911-2591-B4B0-43531FDE17E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9A5BC62-20A6-0BAC-35C3-144387945BCF}"/>
              </a:ext>
            </a:extLst>
          </p:cNvPr>
          <p:cNvSpPr>
            <a:spLocks noGrp="1"/>
          </p:cNvSpPr>
          <p:nvPr>
            <p:ph type="body" idx="1"/>
          </p:nvPr>
        </p:nvSpPr>
        <p:spPr/>
        <p:txBody>
          <a:bodyPr/>
          <a:lstStyle/>
          <a:p>
            <a:r>
              <a:rPr lang="fr-FR" b="1" dirty="0"/>
              <a:t>Défis :</a:t>
            </a:r>
            <a:br>
              <a:rPr lang="fr-FR" dirty="0"/>
            </a:br>
            <a:r>
              <a:rPr lang="fr-FR" dirty="0"/>
              <a:t>La plupart des travaux de fusion multimodale se limitent à deux modalités, car l’ajout de modalités supplémentaires augmente fortement la dimension des caractéristiques et introduit davantage de bruit, et rendant les calculs plus complexes. Pourtant, certains domaines comme la conduite autonome </a:t>
            </a:r>
            <a:r>
              <a:rPr lang="fr-FR" dirty="0" err="1"/>
              <a:t>necessite</a:t>
            </a:r>
            <a:r>
              <a:rPr lang="fr-FR" dirty="0"/>
              <a:t>, l’utilisation de plus de modalité.</a:t>
            </a:r>
          </a:p>
          <a:p>
            <a:endParaRPr lang="es-AR" dirty="0"/>
          </a:p>
          <a:p>
            <a:r>
              <a:rPr lang="es-AR" b="1" dirty="0" err="1"/>
              <a:t>Solutions</a:t>
            </a:r>
            <a:r>
              <a:rPr lang="es-AR" b="1" dirty="0"/>
              <a:t> </a:t>
            </a:r>
            <a:r>
              <a:rPr lang="es-AR" b="1" dirty="0" err="1"/>
              <a:t>possibles</a:t>
            </a:r>
            <a:r>
              <a:rPr lang="es-AR" b="1" dirty="0"/>
              <a:t> :</a:t>
            </a:r>
            <a:endParaRPr lang="es-AR" dirty="0"/>
          </a:p>
          <a:p>
            <a:pPr marL="285750" lvl="0" indent="-285750">
              <a:buFont typeface="Arial" panose="020B0604020202020204" pitchFamily="34" charset="0"/>
              <a:buChar char="•"/>
            </a:pPr>
            <a:r>
              <a:rPr lang="fr-FR" dirty="0"/>
              <a:t>Réduction de dimension</a:t>
            </a:r>
            <a:endParaRPr lang="es-AR" dirty="0"/>
          </a:p>
          <a:p>
            <a:pPr marL="742950" lvl="1" indent="-285750">
              <a:buFont typeface="Arial" panose="020B0604020202020204" pitchFamily="34" charset="0"/>
              <a:buChar char="•"/>
            </a:pPr>
            <a:r>
              <a:rPr lang="fr-FR" dirty="0"/>
              <a:t>PCA ou ACP</a:t>
            </a:r>
            <a:endParaRPr lang="es-AR" dirty="0"/>
          </a:p>
          <a:p>
            <a:pPr marL="742950" lvl="1" indent="-285750">
              <a:buFont typeface="Arial" panose="020B0604020202020204" pitchFamily="34" charset="0"/>
              <a:buChar char="•"/>
            </a:pPr>
            <a:r>
              <a:rPr lang="fr-FR" dirty="0"/>
              <a:t>GPLVM (</a:t>
            </a:r>
            <a:r>
              <a:rPr lang="fr-FR" dirty="0" err="1"/>
              <a:t>Gaussian</a:t>
            </a:r>
            <a:r>
              <a:rPr lang="fr-FR" dirty="0"/>
              <a:t> Process Latent Variable Model) </a:t>
            </a:r>
            <a:endParaRPr lang="es-AR" dirty="0"/>
          </a:p>
          <a:p>
            <a:pPr marL="285750" lvl="0" indent="-285750">
              <a:buFont typeface="Arial" panose="020B0604020202020204" pitchFamily="34" charset="0"/>
              <a:buChar char="•"/>
            </a:pPr>
            <a:r>
              <a:rPr lang="fr-FR" dirty="0"/>
              <a:t>: </a:t>
            </a:r>
            <a:r>
              <a:rPr lang="fr-FR" b="1" dirty="0"/>
              <a:t>sélectionner ou regrouper les informations les plus pertinentes</a:t>
            </a:r>
            <a:endParaRPr lang="es-AR" b="1" dirty="0"/>
          </a:p>
        </p:txBody>
      </p:sp>
      <p:sp>
        <p:nvSpPr>
          <p:cNvPr id="4" name="Espace réservé du numéro de diapositive 3">
            <a:extLst>
              <a:ext uri="{FF2B5EF4-FFF2-40B4-BE49-F238E27FC236}">
                <a16:creationId xmlns:a16="http://schemas.microsoft.com/office/drawing/2014/main" id="{F64867FE-3C16-C280-E272-8126DE2F426A}"/>
              </a:ext>
            </a:extLst>
          </p:cNvPr>
          <p:cNvSpPr>
            <a:spLocks noGrp="1"/>
          </p:cNvSpPr>
          <p:nvPr>
            <p:ph type="sldNum" sz="quarter" idx="5"/>
          </p:nvPr>
        </p:nvSpPr>
        <p:spPr/>
        <p:txBody>
          <a:bodyPr/>
          <a:lstStyle/>
          <a:p>
            <a:fld id="{61639CAE-AB21-4710-80C8-BF7B7344CF34}" type="slidenum">
              <a:rPr lang="fr-FR" smtClean="0"/>
              <a:t>25</a:t>
            </a:fld>
            <a:endParaRPr lang="fr-FR"/>
          </a:p>
        </p:txBody>
      </p:sp>
    </p:spTree>
    <p:extLst>
      <p:ext uri="{BB962C8B-B14F-4D97-AF65-F5344CB8AC3E}">
        <p14:creationId xmlns:p14="http://schemas.microsoft.com/office/powerpoint/2010/main" val="19878380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17B72-7690-9CF3-BADA-5CF6B87B514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1004DD0-1A3E-6D11-EDFB-4BF7D27A5D0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28A72F-A3A1-6DA8-457F-D1259552DE28}"/>
              </a:ext>
            </a:extLst>
          </p:cNvPr>
          <p:cNvSpPr>
            <a:spLocks noGrp="1"/>
          </p:cNvSpPr>
          <p:nvPr>
            <p:ph type="body" idx="1"/>
          </p:nvPr>
        </p:nvSpPr>
        <p:spPr/>
        <p:txBody>
          <a:bodyPr/>
          <a:lstStyle/>
          <a:p>
            <a:r>
              <a:rPr lang="fr-FR" b="1" dirty="0"/>
              <a:t>Défis :</a:t>
            </a:r>
          </a:p>
          <a:p>
            <a:r>
              <a:rPr lang="fr-FR" dirty="0"/>
              <a:t>L’ajout de plusieurs modalités implique davantage de traitement et augmente potentiellement la complexité computationnelle. Le temps de réponse peut donc s’allonger, ce qui peut limiter l’utilisation de la fusion multimodale dans des applications en temps réel.</a:t>
            </a:r>
          </a:p>
          <a:p>
            <a:endParaRPr lang="fr-FR" dirty="0"/>
          </a:p>
          <a:p>
            <a:r>
              <a:rPr lang="fr-FR" b="1" dirty="0"/>
              <a:t>Solutions possibles :</a:t>
            </a:r>
          </a:p>
          <a:p>
            <a:pPr marL="285750" indent="-285750">
              <a:buFont typeface="Arial" panose="020B0604020202020204" pitchFamily="34" charset="0"/>
              <a:buChar char="•"/>
            </a:pPr>
            <a:r>
              <a:rPr lang="fr-FR" dirty="0"/>
              <a:t>Réduire la complexité computationnelle</a:t>
            </a:r>
          </a:p>
          <a:p>
            <a:pPr marL="742950" lvl="1" indent="-285750">
              <a:buFont typeface="Arial" panose="020B0604020202020204" pitchFamily="34" charset="0"/>
              <a:buChar char="•"/>
            </a:pPr>
            <a:r>
              <a:rPr lang="fr-FR" i="1" dirty="0" err="1"/>
              <a:t>Pruning</a:t>
            </a:r>
            <a:endParaRPr lang="fr-FR" dirty="0"/>
          </a:p>
          <a:p>
            <a:pPr marL="742950" lvl="1" indent="-285750">
              <a:buFont typeface="Arial" panose="020B0604020202020204" pitchFamily="34" charset="0"/>
              <a:buChar char="•"/>
            </a:pPr>
            <a:r>
              <a:rPr lang="fr-FR" i="1" dirty="0" err="1"/>
              <a:t>Quantization</a:t>
            </a:r>
            <a:endParaRPr lang="fr-FR" i="1" dirty="0"/>
          </a:p>
          <a:p>
            <a:pPr marL="742950" lvl="1" indent="-285750">
              <a:buFont typeface="Arial" panose="020B0604020202020204" pitchFamily="34" charset="0"/>
              <a:buChar char="•"/>
            </a:pPr>
            <a:endParaRPr lang="fr-FR" dirty="0"/>
          </a:p>
          <a:p>
            <a:pPr marL="285750" indent="-285750">
              <a:buFont typeface="Arial" panose="020B0604020202020204" pitchFamily="34" charset="0"/>
              <a:buChar char="•"/>
            </a:pPr>
            <a:r>
              <a:rPr lang="fr-FR" dirty="0"/>
              <a:t>Stratégies de compression</a:t>
            </a:r>
          </a:p>
          <a:p>
            <a:pPr marL="742950" lvl="1" indent="-285750">
              <a:buFont typeface="Arial" panose="020B0604020202020204" pitchFamily="34" charset="0"/>
              <a:buChar char="•"/>
            </a:pPr>
            <a:r>
              <a:rPr lang="fr-FR" dirty="0"/>
              <a:t>La </a:t>
            </a:r>
            <a:r>
              <a:rPr lang="fr-FR" b="1" dirty="0" err="1"/>
              <a:t>quantization</a:t>
            </a:r>
            <a:r>
              <a:rPr lang="fr-FR" dirty="0"/>
              <a:t> consiste à </a:t>
            </a:r>
            <a:r>
              <a:rPr lang="fr-FR" b="1" dirty="0"/>
              <a:t>réduire la précision numérique</a:t>
            </a:r>
            <a:r>
              <a:rPr lang="fr-FR" dirty="0"/>
              <a:t> utilisée pour représenter les poids et les activations.</a:t>
            </a:r>
          </a:p>
          <a:p>
            <a:pPr marL="742950" lvl="1" indent="-285750">
              <a:buFont typeface="Arial" panose="020B0604020202020204" pitchFamily="34" charset="0"/>
              <a:buChar char="•"/>
            </a:pPr>
            <a:r>
              <a:rPr lang="fr-FR" dirty="0"/>
              <a:t>Objectif :</a:t>
            </a:r>
            <a:br>
              <a:rPr lang="fr-FR" dirty="0"/>
            </a:br>
            <a:r>
              <a:rPr lang="fr-FR" dirty="0"/>
              <a:t>✅ réduire la mémoire</a:t>
            </a:r>
            <a:br>
              <a:rPr lang="fr-FR" dirty="0"/>
            </a:br>
            <a:r>
              <a:rPr lang="fr-FR" dirty="0"/>
              <a:t>✅ accélérer les calculs</a:t>
            </a:r>
            <a:br>
              <a:rPr lang="fr-FR" dirty="0"/>
            </a:br>
            <a:r>
              <a:rPr lang="fr-FR" dirty="0"/>
              <a:t>✅ améliorer la latence (temps réel)</a:t>
            </a:r>
          </a:p>
        </p:txBody>
      </p:sp>
      <p:sp>
        <p:nvSpPr>
          <p:cNvPr id="4" name="Espace réservé du numéro de diapositive 3">
            <a:extLst>
              <a:ext uri="{FF2B5EF4-FFF2-40B4-BE49-F238E27FC236}">
                <a16:creationId xmlns:a16="http://schemas.microsoft.com/office/drawing/2014/main" id="{0EE2A1FF-3F2B-6909-F1B9-F081CE24D10A}"/>
              </a:ext>
            </a:extLst>
          </p:cNvPr>
          <p:cNvSpPr>
            <a:spLocks noGrp="1"/>
          </p:cNvSpPr>
          <p:nvPr>
            <p:ph type="sldNum" sz="quarter" idx="5"/>
          </p:nvPr>
        </p:nvSpPr>
        <p:spPr/>
        <p:txBody>
          <a:bodyPr/>
          <a:lstStyle/>
          <a:p>
            <a:fld id="{61639CAE-AB21-4710-80C8-BF7B7344CF34}" type="slidenum">
              <a:rPr lang="fr-FR" smtClean="0"/>
              <a:t>26</a:t>
            </a:fld>
            <a:endParaRPr lang="fr-FR"/>
          </a:p>
        </p:txBody>
      </p:sp>
    </p:spTree>
    <p:extLst>
      <p:ext uri="{BB962C8B-B14F-4D97-AF65-F5344CB8AC3E}">
        <p14:creationId xmlns:p14="http://schemas.microsoft.com/office/powerpoint/2010/main" val="32749774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3BA0B-E8E5-7E47-9332-B6964F367F9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25225F2-1A75-BADF-BBDC-FEE22571CA7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AAAD303-7C01-A4E8-F428-D78ADEF9C5E5}"/>
              </a:ext>
            </a:extLst>
          </p:cNvPr>
          <p:cNvSpPr>
            <a:spLocks noGrp="1"/>
          </p:cNvSpPr>
          <p:nvPr>
            <p:ph type="body" idx="1"/>
          </p:nvPr>
        </p:nvSpPr>
        <p:spPr/>
        <p:txBody>
          <a:bodyPr/>
          <a:lstStyle/>
          <a:p>
            <a:r>
              <a:rPr lang="fr-FR" b="1" dirty="0"/>
              <a:t>Défis:</a:t>
            </a:r>
          </a:p>
          <a:p>
            <a:r>
              <a:rPr lang="fr-FR" dirty="0"/>
              <a:t>Même si les données restent de la même modalité, elles ne sont pas figées : elles évoluent au fil du temps, comme le vocabulaire. Dans ce genre de cas, il est nécessaire de réentraîner les modèles pour les conserver à jour. Cependant, cette approche est souvent très coûteuse et peut entraîner un risque de </a:t>
            </a:r>
            <a:r>
              <a:rPr lang="fr-FR" dirty="0" err="1"/>
              <a:t>catastrophic</a:t>
            </a:r>
            <a:r>
              <a:rPr lang="fr-FR" dirty="0"/>
              <a:t> </a:t>
            </a:r>
            <a:r>
              <a:rPr lang="fr-FR" dirty="0" err="1"/>
              <a:t>forgetting</a:t>
            </a:r>
            <a:r>
              <a:rPr lang="fr-FR" dirty="0"/>
              <a:t>.</a:t>
            </a:r>
          </a:p>
          <a:p>
            <a:endParaRPr lang="fr-FR" b="1" dirty="0"/>
          </a:p>
          <a:p>
            <a:r>
              <a:rPr lang="fr-FR" b="1" dirty="0"/>
              <a:t>Solutions possibles :</a:t>
            </a:r>
          </a:p>
          <a:p>
            <a:pPr marL="285750" indent="-285750">
              <a:buFont typeface="Arial" panose="020B0604020202020204" pitchFamily="34" charset="0"/>
              <a:buChar char="•"/>
            </a:pPr>
            <a:r>
              <a:rPr lang="fr-FR" dirty="0"/>
              <a:t>Intégration des données historiques</a:t>
            </a:r>
          </a:p>
          <a:p>
            <a:pPr marL="285750" indent="-285750">
              <a:buFont typeface="Arial" panose="020B0604020202020204" pitchFamily="34" charset="0"/>
              <a:buChar char="•"/>
            </a:pPr>
            <a:r>
              <a:rPr lang="fr-FR" dirty="0"/>
              <a:t>Implémentation d’une stratégie d’</a:t>
            </a:r>
            <a:r>
              <a:rPr lang="fr-FR" dirty="0" err="1"/>
              <a:t>incremental</a:t>
            </a:r>
            <a:r>
              <a:rPr lang="fr-FR" dirty="0"/>
              <a:t> </a:t>
            </a:r>
            <a:r>
              <a:rPr lang="fr-FR" dirty="0" err="1"/>
              <a:t>learning</a:t>
            </a:r>
            <a:endParaRPr lang="fr-FR" dirty="0"/>
          </a:p>
          <a:p>
            <a:pPr marL="285750" indent="-285750">
              <a:buFont typeface="Arial" panose="020B0604020202020204" pitchFamily="34" charset="0"/>
              <a:buChar char="•"/>
            </a:pPr>
            <a:endParaRPr lang="fr-FR" dirty="0"/>
          </a:p>
        </p:txBody>
      </p:sp>
      <p:sp>
        <p:nvSpPr>
          <p:cNvPr id="4" name="Espace réservé du numéro de diapositive 3">
            <a:extLst>
              <a:ext uri="{FF2B5EF4-FFF2-40B4-BE49-F238E27FC236}">
                <a16:creationId xmlns:a16="http://schemas.microsoft.com/office/drawing/2014/main" id="{ABD0D767-62FA-C26F-24A9-E520C3FB26A9}"/>
              </a:ext>
            </a:extLst>
          </p:cNvPr>
          <p:cNvSpPr>
            <a:spLocks noGrp="1"/>
          </p:cNvSpPr>
          <p:nvPr>
            <p:ph type="sldNum" sz="quarter" idx="5"/>
          </p:nvPr>
        </p:nvSpPr>
        <p:spPr/>
        <p:txBody>
          <a:bodyPr/>
          <a:lstStyle/>
          <a:p>
            <a:fld id="{61639CAE-AB21-4710-80C8-BF7B7344CF34}" type="slidenum">
              <a:rPr lang="fr-FR" smtClean="0"/>
              <a:t>27</a:t>
            </a:fld>
            <a:endParaRPr lang="fr-FR"/>
          </a:p>
        </p:txBody>
      </p:sp>
    </p:spTree>
    <p:extLst>
      <p:ext uri="{BB962C8B-B14F-4D97-AF65-F5344CB8AC3E}">
        <p14:creationId xmlns:p14="http://schemas.microsoft.com/office/powerpoint/2010/main" val="24857271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F5D43-D91B-CF2F-81A6-07D6D1F0D23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25E228A-D6FF-1DE4-6CC6-66D68656ED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EDA709C-CF5C-7DA9-3C5E-7E89AEEEFD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afin de réduire les différences sémantiques et de réaliser les tâches d’alignement des données.</a:t>
            </a:r>
          </a:p>
          <a:p>
            <a:endParaRPr lang="fr-FR" dirty="0"/>
          </a:p>
          <a:p>
            <a:r>
              <a:rPr lang="fr-FR" b="1" dirty="0"/>
              <a:t>Mesures de similarité :</a:t>
            </a:r>
            <a:r>
              <a:rPr lang="fr-FR" dirty="0"/>
              <a:t> associer les observations multimodales en comparant leurs </a:t>
            </a:r>
            <a:r>
              <a:rPr lang="fr-FR" dirty="0" err="1"/>
              <a:t>features</a:t>
            </a:r>
            <a:r>
              <a:rPr lang="fr-FR" dirty="0"/>
              <a:t> (spatial, temporel, sémantique) afin d’aligner “qui correspond à quoi”.</a:t>
            </a:r>
            <a:br>
              <a:rPr lang="fr-FR" dirty="0"/>
            </a:br>
            <a:r>
              <a:rPr lang="fr-FR" b="1" dirty="0"/>
              <a:t>Graphes de connaissances :</a:t>
            </a:r>
            <a:r>
              <a:rPr lang="fr-FR" dirty="0"/>
              <a:t> ajouter une structure logique (entités + relations) pour réduire les ambiguïtés et valider les correspondances par cohérence sémantique.</a:t>
            </a:r>
          </a:p>
        </p:txBody>
      </p:sp>
      <p:sp>
        <p:nvSpPr>
          <p:cNvPr id="4" name="Espace réservé du numéro de diapositive 3">
            <a:extLst>
              <a:ext uri="{FF2B5EF4-FFF2-40B4-BE49-F238E27FC236}">
                <a16:creationId xmlns:a16="http://schemas.microsoft.com/office/drawing/2014/main" id="{A3884BDB-CF24-CC73-172B-8F9D1851D7F1}"/>
              </a:ext>
            </a:extLst>
          </p:cNvPr>
          <p:cNvSpPr>
            <a:spLocks noGrp="1"/>
          </p:cNvSpPr>
          <p:nvPr>
            <p:ph type="sldNum" sz="quarter" idx="5"/>
          </p:nvPr>
        </p:nvSpPr>
        <p:spPr/>
        <p:txBody>
          <a:bodyPr/>
          <a:lstStyle/>
          <a:p>
            <a:fld id="{61639CAE-AB21-4710-80C8-BF7B7344CF34}" type="slidenum">
              <a:rPr lang="fr-FR" smtClean="0"/>
              <a:t>28</a:t>
            </a:fld>
            <a:endParaRPr lang="fr-FR"/>
          </a:p>
        </p:txBody>
      </p:sp>
    </p:spTree>
    <p:extLst>
      <p:ext uri="{BB962C8B-B14F-4D97-AF65-F5344CB8AC3E}">
        <p14:creationId xmlns:p14="http://schemas.microsoft.com/office/powerpoint/2010/main" val="703877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52FEF21-BE07-C767-6D06-CA7AC7F61F8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AB6A65D8-4228-BBC1-C68B-B7438AA507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8481885A-1A2C-3C19-7326-77E968DF8130}"/>
              </a:ext>
            </a:extLst>
          </p:cNvPr>
          <p:cNvSpPr>
            <a:spLocks noGrp="1"/>
          </p:cNvSpPr>
          <p:nvPr>
            <p:ph type="dt" sz="half" idx="10"/>
          </p:nvPr>
        </p:nvSpPr>
        <p:spPr/>
        <p:txBody>
          <a:bodyPr/>
          <a:lstStyle/>
          <a:p>
            <a:fld id="{11F52F01-F947-41D9-BA07-76A29AF3FB3C}" type="datetime1">
              <a:rPr lang="fr-FR" smtClean="0"/>
              <a:t>26/01/2026</a:t>
            </a:fld>
            <a:endParaRPr lang="fr-FR"/>
          </a:p>
        </p:txBody>
      </p:sp>
      <p:sp>
        <p:nvSpPr>
          <p:cNvPr id="5" name="Espace réservé du pied de page 4">
            <a:extLst>
              <a:ext uri="{FF2B5EF4-FFF2-40B4-BE49-F238E27FC236}">
                <a16:creationId xmlns:a16="http://schemas.microsoft.com/office/drawing/2014/main" id="{B137D759-0697-C512-8DB1-6F74DB5F19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A06B875-45CF-958A-E98F-D899BE5DA998}"/>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33792556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4731ED-D666-E47F-6968-876ED868218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A7484E6-C068-F46C-C254-EE9DEA616363}"/>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F8AE677-3ADC-2392-6A8A-9291FD113519}"/>
              </a:ext>
            </a:extLst>
          </p:cNvPr>
          <p:cNvSpPr>
            <a:spLocks noGrp="1"/>
          </p:cNvSpPr>
          <p:nvPr>
            <p:ph type="dt" sz="half" idx="10"/>
          </p:nvPr>
        </p:nvSpPr>
        <p:spPr/>
        <p:txBody>
          <a:bodyPr/>
          <a:lstStyle/>
          <a:p>
            <a:fld id="{76421966-8986-482C-90C2-62BF1A11D36D}" type="datetime1">
              <a:rPr lang="fr-FR" smtClean="0"/>
              <a:t>26/01/2026</a:t>
            </a:fld>
            <a:endParaRPr lang="fr-FR"/>
          </a:p>
        </p:txBody>
      </p:sp>
      <p:sp>
        <p:nvSpPr>
          <p:cNvPr id="5" name="Espace réservé du pied de page 4">
            <a:extLst>
              <a:ext uri="{FF2B5EF4-FFF2-40B4-BE49-F238E27FC236}">
                <a16:creationId xmlns:a16="http://schemas.microsoft.com/office/drawing/2014/main" id="{6739F935-51D3-7B5E-860F-FE0FD0DE85F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556D72D-B83D-8F15-0917-19DF133B9A2D}"/>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7101560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495BD6-4F5A-47DF-00A5-BCFE842B2A9F}"/>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E33194D-A5A5-7F53-E6BB-10ABC19FC6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A285A67-7AE2-096A-5849-0B2C8DDF8EFB}"/>
              </a:ext>
            </a:extLst>
          </p:cNvPr>
          <p:cNvSpPr>
            <a:spLocks noGrp="1"/>
          </p:cNvSpPr>
          <p:nvPr>
            <p:ph type="dt" sz="half" idx="10"/>
          </p:nvPr>
        </p:nvSpPr>
        <p:spPr/>
        <p:txBody>
          <a:bodyPr/>
          <a:lstStyle/>
          <a:p>
            <a:fld id="{E4A31AD7-4506-4F25-A60F-0300DAE3D063}" type="datetime1">
              <a:rPr lang="fr-FR" smtClean="0"/>
              <a:t>26/01/2026</a:t>
            </a:fld>
            <a:endParaRPr lang="fr-FR"/>
          </a:p>
        </p:txBody>
      </p:sp>
      <p:sp>
        <p:nvSpPr>
          <p:cNvPr id="5" name="Espace réservé du pied de page 4">
            <a:extLst>
              <a:ext uri="{FF2B5EF4-FFF2-40B4-BE49-F238E27FC236}">
                <a16:creationId xmlns:a16="http://schemas.microsoft.com/office/drawing/2014/main" id="{A5D2372D-4AB3-7667-452B-2AE5087D89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59139E3-1049-FA9B-1312-C56D5D1DEFD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5156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DEE8B1-49F8-B7C7-D323-150DCDCDA395}"/>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D31B1F-AC0F-7891-4034-0A655837095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3FF2C907-CD58-FFD9-B1CF-A5A67B7D6002}"/>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C62277E3-BC90-29E6-8592-24A5098ADC15}"/>
              </a:ext>
            </a:extLst>
          </p:cNvPr>
          <p:cNvSpPr>
            <a:spLocks noGrp="1"/>
          </p:cNvSpPr>
          <p:nvPr>
            <p:ph type="dt" sz="half" idx="10"/>
          </p:nvPr>
        </p:nvSpPr>
        <p:spPr/>
        <p:txBody>
          <a:bodyPr/>
          <a:lstStyle/>
          <a:p>
            <a:fld id="{FDC9F305-6BE9-477E-B049-8DB9C44E0473}" type="datetime1">
              <a:rPr lang="fr-FR" smtClean="0"/>
              <a:t>26/01/2026</a:t>
            </a:fld>
            <a:endParaRPr lang="fr-FR"/>
          </a:p>
        </p:txBody>
      </p:sp>
      <p:sp>
        <p:nvSpPr>
          <p:cNvPr id="6" name="Espace réservé du pied de page 5">
            <a:extLst>
              <a:ext uri="{FF2B5EF4-FFF2-40B4-BE49-F238E27FC236}">
                <a16:creationId xmlns:a16="http://schemas.microsoft.com/office/drawing/2014/main" id="{C547F5B8-788B-26CD-F07F-B5D3227028E4}"/>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426BD32-5FFD-C238-F0E0-E0CB1580EEC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7650939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555028-61BB-4707-4BF2-DB1C33DF2B5D}"/>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27381BCD-72BE-027A-B773-747AC020F9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F379EBCB-D800-8B45-9515-D356BCB3C59B}"/>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D26BCCF-1628-A962-4A05-F4E794F1983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0F91449E-A6EA-42E9-1133-ECAA092C3F1C}"/>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2BC8F80D-B5B7-5163-C849-C07CAA28AAF3}"/>
              </a:ext>
            </a:extLst>
          </p:cNvPr>
          <p:cNvSpPr>
            <a:spLocks noGrp="1"/>
          </p:cNvSpPr>
          <p:nvPr>
            <p:ph type="dt" sz="half" idx="10"/>
          </p:nvPr>
        </p:nvSpPr>
        <p:spPr/>
        <p:txBody>
          <a:bodyPr/>
          <a:lstStyle/>
          <a:p>
            <a:fld id="{2BE00478-2532-4426-A347-BBB69087F0B3}" type="datetime1">
              <a:rPr lang="fr-FR" smtClean="0"/>
              <a:t>26/01/2026</a:t>
            </a:fld>
            <a:endParaRPr lang="fr-FR"/>
          </a:p>
        </p:txBody>
      </p:sp>
      <p:sp>
        <p:nvSpPr>
          <p:cNvPr id="8" name="Espace réservé du pied de page 7">
            <a:extLst>
              <a:ext uri="{FF2B5EF4-FFF2-40B4-BE49-F238E27FC236}">
                <a16:creationId xmlns:a16="http://schemas.microsoft.com/office/drawing/2014/main" id="{BB575822-4A04-C0C2-44DE-22C30D84F8A3}"/>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9E6E4F87-6DDC-93D7-A2B3-3CA8A6647EB5}"/>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901284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C50798F-34EA-C7AF-C7E8-2ACE51151560}"/>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3B3AEEC2-CDC1-942E-AE90-35C538304F83}"/>
              </a:ext>
            </a:extLst>
          </p:cNvPr>
          <p:cNvSpPr>
            <a:spLocks noGrp="1"/>
          </p:cNvSpPr>
          <p:nvPr>
            <p:ph type="dt" sz="half" idx="10"/>
          </p:nvPr>
        </p:nvSpPr>
        <p:spPr/>
        <p:txBody>
          <a:bodyPr/>
          <a:lstStyle/>
          <a:p>
            <a:fld id="{08B6C776-B065-4BFE-A3E9-F437B6796D90}" type="datetime1">
              <a:rPr lang="fr-FR" smtClean="0"/>
              <a:t>26/01/2026</a:t>
            </a:fld>
            <a:endParaRPr lang="fr-FR"/>
          </a:p>
        </p:txBody>
      </p:sp>
      <p:sp>
        <p:nvSpPr>
          <p:cNvPr id="4" name="Espace réservé du pied de page 3">
            <a:extLst>
              <a:ext uri="{FF2B5EF4-FFF2-40B4-BE49-F238E27FC236}">
                <a16:creationId xmlns:a16="http://schemas.microsoft.com/office/drawing/2014/main" id="{71A28256-6E06-B150-0AE9-3E664B4B27D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D5F77DEC-5C15-A48B-F1B9-B1956FE6B227}"/>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10377660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77E66B2-7B3A-B9F5-80DA-A1B3989AEBCA}"/>
              </a:ext>
            </a:extLst>
          </p:cNvPr>
          <p:cNvSpPr>
            <a:spLocks noGrp="1"/>
          </p:cNvSpPr>
          <p:nvPr>
            <p:ph type="dt" sz="half" idx="10"/>
          </p:nvPr>
        </p:nvSpPr>
        <p:spPr/>
        <p:txBody>
          <a:bodyPr/>
          <a:lstStyle/>
          <a:p>
            <a:fld id="{085604E2-3368-4A8D-80EB-F1000403030A}" type="datetime1">
              <a:rPr lang="fr-FR" smtClean="0"/>
              <a:t>26/01/2026</a:t>
            </a:fld>
            <a:endParaRPr lang="fr-FR"/>
          </a:p>
        </p:txBody>
      </p:sp>
      <p:sp>
        <p:nvSpPr>
          <p:cNvPr id="3" name="Espace réservé du pied de page 2">
            <a:extLst>
              <a:ext uri="{FF2B5EF4-FFF2-40B4-BE49-F238E27FC236}">
                <a16:creationId xmlns:a16="http://schemas.microsoft.com/office/drawing/2014/main" id="{DA890969-6C25-7E22-D1D2-C088504539C0}"/>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E38297-A3C8-FB90-D231-95F2E0DD2BFB}"/>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56371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70F2BF0-E471-2BF8-795E-87D6AFD03BB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89810BBD-9A55-AD92-1453-C33D9916EA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42DDD96-CF79-65BA-1588-C8B405C275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CD88BF7-2719-FCAD-13B7-4B5492A1A6C1}"/>
              </a:ext>
            </a:extLst>
          </p:cNvPr>
          <p:cNvSpPr>
            <a:spLocks noGrp="1"/>
          </p:cNvSpPr>
          <p:nvPr>
            <p:ph type="dt" sz="half" idx="10"/>
          </p:nvPr>
        </p:nvSpPr>
        <p:spPr/>
        <p:txBody>
          <a:bodyPr/>
          <a:lstStyle/>
          <a:p>
            <a:fld id="{D4EEA691-572F-4F04-BC85-BD56FDB68B16}" type="datetime1">
              <a:rPr lang="fr-FR" smtClean="0"/>
              <a:t>26/01/2026</a:t>
            </a:fld>
            <a:endParaRPr lang="fr-FR"/>
          </a:p>
        </p:txBody>
      </p:sp>
      <p:sp>
        <p:nvSpPr>
          <p:cNvPr id="6" name="Espace réservé du pied de page 5">
            <a:extLst>
              <a:ext uri="{FF2B5EF4-FFF2-40B4-BE49-F238E27FC236}">
                <a16:creationId xmlns:a16="http://schemas.microsoft.com/office/drawing/2014/main" id="{AD550B3B-6EED-4C5A-11BF-A10057F0CD4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C65A815-A939-069E-9B43-22718216DA41}"/>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3817355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792DE17-34A0-0FAA-C27F-9ACB82962FF2}"/>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F79FB5BC-2203-BE1A-83F2-AC126DE4B7D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F82EDC98-2130-1FD8-5624-C090E19632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147D0A9-F84A-00B4-7130-4D8BF5C042F9}"/>
              </a:ext>
            </a:extLst>
          </p:cNvPr>
          <p:cNvSpPr>
            <a:spLocks noGrp="1"/>
          </p:cNvSpPr>
          <p:nvPr>
            <p:ph type="dt" sz="half" idx="10"/>
          </p:nvPr>
        </p:nvSpPr>
        <p:spPr/>
        <p:txBody>
          <a:bodyPr/>
          <a:lstStyle/>
          <a:p>
            <a:fld id="{F51E280F-F899-4FD0-A249-C2535D392737}" type="datetime1">
              <a:rPr lang="fr-FR" smtClean="0"/>
              <a:t>26/01/2026</a:t>
            </a:fld>
            <a:endParaRPr lang="fr-FR"/>
          </a:p>
        </p:txBody>
      </p:sp>
      <p:sp>
        <p:nvSpPr>
          <p:cNvPr id="6" name="Espace réservé du pied de page 5">
            <a:extLst>
              <a:ext uri="{FF2B5EF4-FFF2-40B4-BE49-F238E27FC236}">
                <a16:creationId xmlns:a16="http://schemas.microsoft.com/office/drawing/2014/main" id="{60ADC480-639E-252B-C8C5-AE86E77F281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67E4955-EEE0-04A6-0E28-9EABCCC7FE19}"/>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1213994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75A681-4CA9-BB0C-4BFC-542EB03BA90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01771ADB-7713-8915-9C2B-8CB7EC089794}"/>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0885611-0EC6-1147-0D66-131556F43D7E}"/>
              </a:ext>
            </a:extLst>
          </p:cNvPr>
          <p:cNvSpPr>
            <a:spLocks noGrp="1"/>
          </p:cNvSpPr>
          <p:nvPr>
            <p:ph type="dt" sz="half" idx="10"/>
          </p:nvPr>
        </p:nvSpPr>
        <p:spPr/>
        <p:txBody>
          <a:bodyPr/>
          <a:lstStyle/>
          <a:p>
            <a:fld id="{FE6FA391-0CE9-40D0-A2F7-85DBD7240798}" type="datetime1">
              <a:rPr lang="fr-FR" smtClean="0"/>
              <a:t>26/01/2026</a:t>
            </a:fld>
            <a:endParaRPr lang="fr-FR"/>
          </a:p>
        </p:txBody>
      </p:sp>
      <p:sp>
        <p:nvSpPr>
          <p:cNvPr id="5" name="Espace réservé du pied de page 4">
            <a:extLst>
              <a:ext uri="{FF2B5EF4-FFF2-40B4-BE49-F238E27FC236}">
                <a16:creationId xmlns:a16="http://schemas.microsoft.com/office/drawing/2014/main" id="{F9864813-959F-EF55-E4A4-F78010EBDA9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5E24510-22FB-000E-E129-9DE2E8EA8A0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8411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9CC24598-E7BA-754B-486F-BEB67379ABD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22E47A81-FC0C-D5A1-5C5A-E069BAE668D6}"/>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9977DE5-ACC5-43E7-3EA3-1D9A3EEF1812}"/>
              </a:ext>
            </a:extLst>
          </p:cNvPr>
          <p:cNvSpPr>
            <a:spLocks noGrp="1"/>
          </p:cNvSpPr>
          <p:nvPr>
            <p:ph type="dt" sz="half" idx="10"/>
          </p:nvPr>
        </p:nvSpPr>
        <p:spPr/>
        <p:txBody>
          <a:bodyPr/>
          <a:lstStyle/>
          <a:p>
            <a:fld id="{81B1AECE-E014-45BC-B18F-7BDB4D69CDE5}" type="datetime1">
              <a:rPr lang="fr-FR" smtClean="0"/>
              <a:t>26/01/2026</a:t>
            </a:fld>
            <a:endParaRPr lang="fr-FR"/>
          </a:p>
        </p:txBody>
      </p:sp>
      <p:sp>
        <p:nvSpPr>
          <p:cNvPr id="5" name="Espace réservé du pied de page 4">
            <a:extLst>
              <a:ext uri="{FF2B5EF4-FFF2-40B4-BE49-F238E27FC236}">
                <a16:creationId xmlns:a16="http://schemas.microsoft.com/office/drawing/2014/main" id="{DD618474-730F-7697-0270-51726F23479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AF35F53-8A2B-16A4-DF94-5CC8908881BC}"/>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573715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5188544-5627-BEB8-E1A9-9F258A7735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1CD1928C-0617-D19F-6634-73737EF6ABC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054FEFD-22C9-B210-98A1-EBB5ABFC8C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49E18-1044-428F-89F4-DDEB76B54A54}" type="datetime1">
              <a:rPr lang="fr-FR" smtClean="0"/>
              <a:t>26/01/2026</a:t>
            </a:fld>
            <a:endParaRPr lang="fr-FR"/>
          </a:p>
        </p:txBody>
      </p:sp>
      <p:sp>
        <p:nvSpPr>
          <p:cNvPr id="5" name="Espace réservé du pied de page 4">
            <a:extLst>
              <a:ext uri="{FF2B5EF4-FFF2-40B4-BE49-F238E27FC236}">
                <a16:creationId xmlns:a16="http://schemas.microsoft.com/office/drawing/2014/main" id="{224CB006-5F5C-3788-892E-0936FBD5204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F1FDBCB-0611-9C7D-2E28-A6D54D7C5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07E23-5D66-4BDA-857C-D8615BC30D33}" type="slidenum">
              <a:rPr lang="fr-FR" smtClean="0"/>
              <a:t>‹N°›</a:t>
            </a:fld>
            <a:endParaRPr lang="fr-FR"/>
          </a:p>
        </p:txBody>
      </p:sp>
    </p:spTree>
    <p:extLst>
      <p:ext uri="{BB962C8B-B14F-4D97-AF65-F5344CB8AC3E}">
        <p14:creationId xmlns:p14="http://schemas.microsoft.com/office/powerpoint/2010/main" val="29756265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1.sv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svg"/><Relationship Id="rId4" Type="http://schemas.openxmlformats.org/officeDocument/2006/relationships/image" Target="../media/image29.svg"/><Relationship Id="rId9"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42.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www.youtube.com/watch?v=kixc1mh55yY"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16D03FA7-3D73-F860-D803-F3FD4CEA0C4B}"/>
              </a:ext>
            </a:extLst>
          </p:cNvPr>
          <p:cNvSpPr>
            <a:spLocks noGrp="1"/>
          </p:cNvSpPr>
          <p:nvPr>
            <p:ph type="title"/>
          </p:nvPr>
        </p:nvSpPr>
        <p:spPr>
          <a:xfrm>
            <a:off x="2751502" y="778545"/>
            <a:ext cx="6714699" cy="3178689"/>
          </a:xfrm>
        </p:spPr>
        <p:txBody>
          <a:bodyPr vert="horz" lIns="91440" tIns="45720" rIns="91440" bIns="45720" rtlCol="0" anchor="b">
            <a:normAutofit/>
          </a:bodyPr>
          <a:lstStyle/>
          <a:p>
            <a:r>
              <a:rPr lang="fr-FR" sz="4800" dirty="0">
                <a:solidFill>
                  <a:schemeClr val="bg1"/>
                </a:solidFill>
              </a:rPr>
              <a:t>Introduction aux modèles multimodaux</a:t>
            </a:r>
            <a:endParaRPr lang="en-US" sz="4800" kern="1200" dirty="0">
              <a:solidFill>
                <a:schemeClr val="bg1"/>
              </a:solidFill>
              <a:latin typeface="+mj-lt"/>
              <a:ea typeface="+mj-ea"/>
              <a:cs typeface="+mj-cs"/>
            </a:endParaRPr>
          </a:p>
        </p:txBody>
      </p:sp>
      <p:sp>
        <p:nvSpPr>
          <p:cNvPr id="23" name="Rectangle 22">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Espace réservé du numéro de diapositive 3">
            <a:extLst>
              <a:ext uri="{FF2B5EF4-FFF2-40B4-BE49-F238E27FC236}">
                <a16:creationId xmlns:a16="http://schemas.microsoft.com/office/drawing/2014/main" id="{BE0DD1E2-9457-87AC-C4AE-42768AAB7B7B}"/>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rgbClr val="FFFFFF"/>
                </a:solidFill>
              </a:rPr>
              <a:pPr>
                <a:spcAft>
                  <a:spcPts val="600"/>
                </a:spcAft>
              </a:pPr>
              <a:t>1</a:t>
            </a:fld>
            <a:endParaRPr lang="en-US" sz="1100">
              <a:solidFill>
                <a:srgbClr val="FFFFFF"/>
              </a:solidFill>
            </a:endParaRPr>
          </a:p>
        </p:txBody>
      </p:sp>
      <p:sp>
        <p:nvSpPr>
          <p:cNvPr id="3" name="ZoneTexte 2">
            <a:extLst>
              <a:ext uri="{FF2B5EF4-FFF2-40B4-BE49-F238E27FC236}">
                <a16:creationId xmlns:a16="http://schemas.microsoft.com/office/drawing/2014/main" id="{06FD22EC-7417-3587-B5FC-0BDE636CF7BF}"/>
              </a:ext>
            </a:extLst>
          </p:cNvPr>
          <p:cNvSpPr txBox="1"/>
          <p:nvPr/>
        </p:nvSpPr>
        <p:spPr>
          <a:xfrm>
            <a:off x="277523" y="5483077"/>
            <a:ext cx="4947958" cy="923330"/>
          </a:xfrm>
          <a:prstGeom prst="rect">
            <a:avLst/>
          </a:prstGeom>
          <a:noFill/>
        </p:spPr>
        <p:txBody>
          <a:bodyPr wrap="none" rtlCol="0">
            <a:spAutoFit/>
          </a:bodyPr>
          <a:lstStyle/>
          <a:p>
            <a:r>
              <a:rPr lang="fr-FR" dirty="0">
                <a:solidFill>
                  <a:schemeClr val="bg1"/>
                </a:solidFill>
              </a:rPr>
              <a:t>Robin Mougne</a:t>
            </a:r>
          </a:p>
          <a:p>
            <a:r>
              <a:rPr lang="fr-FR" dirty="0" err="1">
                <a:solidFill>
                  <a:schemeClr val="bg1"/>
                </a:solidFill>
              </a:rPr>
              <a:t>Esaip</a:t>
            </a:r>
            <a:r>
              <a:rPr lang="fr-FR" dirty="0">
                <a:solidFill>
                  <a:schemeClr val="bg1"/>
                </a:solidFill>
              </a:rPr>
              <a:t> Angers</a:t>
            </a:r>
          </a:p>
          <a:p>
            <a:r>
              <a:rPr lang="fr-FR" dirty="0" err="1">
                <a:solidFill>
                  <a:schemeClr val="bg1"/>
                </a:solidFill>
              </a:rPr>
              <a:t>Periode</a:t>
            </a:r>
            <a:r>
              <a:rPr lang="fr-FR" dirty="0">
                <a:solidFill>
                  <a:schemeClr val="bg1"/>
                </a:solidFill>
              </a:rPr>
              <a:t> de stage: septembre 2025 / </a:t>
            </a:r>
            <a:r>
              <a:rPr lang="fr-FR" dirty="0" err="1">
                <a:solidFill>
                  <a:schemeClr val="bg1"/>
                </a:solidFill>
              </a:rPr>
              <a:t>Fevrier</a:t>
            </a:r>
            <a:r>
              <a:rPr lang="fr-FR" dirty="0">
                <a:solidFill>
                  <a:schemeClr val="bg1"/>
                </a:solidFill>
              </a:rPr>
              <a:t> 2026</a:t>
            </a:r>
          </a:p>
        </p:txBody>
      </p:sp>
    </p:spTree>
    <p:extLst>
      <p:ext uri="{BB962C8B-B14F-4D97-AF65-F5344CB8AC3E}">
        <p14:creationId xmlns:p14="http://schemas.microsoft.com/office/powerpoint/2010/main" val="3480327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rrière-plan de carte de circuit imprimé">
            <a:extLst>
              <a:ext uri="{FF2B5EF4-FFF2-40B4-BE49-F238E27FC236}">
                <a16:creationId xmlns:a16="http://schemas.microsoft.com/office/drawing/2014/main" id="{40DA87CF-CC19-9877-2794-4F5A3A05EC97}"/>
              </a:ext>
            </a:extLst>
          </p:cNvPr>
          <p:cNvPicPr>
            <a:picLocks noChangeAspect="1"/>
          </p:cNvPicPr>
          <p:nvPr/>
        </p:nvPicPr>
        <p:blipFill>
          <a:blip r:embed="rId3"/>
          <a:srcRect r="6237"/>
          <a:stretch>
            <a:fillRect/>
          </a:stretch>
        </p:blipFill>
        <p:spPr>
          <a:xfrm>
            <a:off x="1" y="10"/>
            <a:ext cx="9669642" cy="6857990"/>
          </a:xfrm>
          <a:prstGeom prst="rect">
            <a:avLst/>
          </a:prstGeom>
        </p:spPr>
      </p:pic>
      <p:sp>
        <p:nvSpPr>
          <p:cNvPr id="23" name="Rectangle 2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31201251-8AB0-3F4E-30E2-5A2B46C15249}"/>
              </a:ext>
            </a:extLst>
          </p:cNvPr>
          <p:cNvSpPr>
            <a:spLocks noGrp="1"/>
          </p:cNvSpPr>
          <p:nvPr>
            <p:ph type="title"/>
          </p:nvPr>
        </p:nvSpPr>
        <p:spPr>
          <a:xfrm>
            <a:off x="7531610" y="365125"/>
            <a:ext cx="3822189" cy="1899912"/>
          </a:xfrm>
        </p:spPr>
        <p:txBody>
          <a:bodyPr>
            <a:normAutofit/>
          </a:bodyPr>
          <a:lstStyle/>
          <a:p>
            <a:r>
              <a:rPr lang="fr-FR" sz="4000"/>
              <a:t>Sommaire:</a:t>
            </a:r>
            <a:endParaRPr lang="fr-FR" sz="4000" dirty="0"/>
          </a:p>
        </p:txBody>
      </p:sp>
      <p:sp>
        <p:nvSpPr>
          <p:cNvPr id="3" name="Espace réservé du contenu 2">
            <a:extLst>
              <a:ext uri="{FF2B5EF4-FFF2-40B4-BE49-F238E27FC236}">
                <a16:creationId xmlns:a16="http://schemas.microsoft.com/office/drawing/2014/main" id="{962B5EC8-D024-B2A3-AE7B-C5A7DCB34128}"/>
              </a:ext>
            </a:extLst>
          </p:cNvPr>
          <p:cNvSpPr>
            <a:spLocks noGrp="1"/>
          </p:cNvSpPr>
          <p:nvPr>
            <p:ph idx="1"/>
          </p:nvPr>
        </p:nvSpPr>
        <p:spPr>
          <a:xfrm>
            <a:off x="7531610" y="2434201"/>
            <a:ext cx="3822189" cy="3742762"/>
          </a:xfrm>
        </p:spPr>
        <p:txBody>
          <a:bodyPr>
            <a:normAutofit/>
          </a:bodyPr>
          <a:lstStyle/>
          <a:p>
            <a:r>
              <a:rPr lang="fr-FR" sz="2000" dirty="0"/>
              <a:t>Introduction</a:t>
            </a:r>
          </a:p>
          <a:p>
            <a:r>
              <a:rPr lang="fr-FR" sz="2000" dirty="0"/>
              <a:t>Domaines d’applications</a:t>
            </a:r>
          </a:p>
          <a:p>
            <a:r>
              <a:rPr lang="fr-FR" sz="2000" dirty="0"/>
              <a:t>Outils de la multimodalité </a:t>
            </a:r>
          </a:p>
          <a:p>
            <a:r>
              <a:rPr lang="en-US" sz="2000" dirty="0" err="1"/>
              <a:t>Défis</a:t>
            </a:r>
            <a:r>
              <a:rPr lang="en-US" sz="2000" dirty="0"/>
              <a:t> </a:t>
            </a:r>
            <a:r>
              <a:rPr lang="en-US" sz="2000" dirty="0" err="1"/>
              <a:t>ouverts</a:t>
            </a:r>
            <a:r>
              <a:rPr lang="en-US" sz="2000" dirty="0"/>
              <a:t> et solutions possibles</a:t>
            </a:r>
            <a:endParaRPr lang="fr-FR" sz="2000" dirty="0"/>
          </a:p>
        </p:txBody>
      </p:sp>
      <p:sp>
        <p:nvSpPr>
          <p:cNvPr id="4" name="Espace réservé du numéro de diapositive 3">
            <a:extLst>
              <a:ext uri="{FF2B5EF4-FFF2-40B4-BE49-F238E27FC236}">
                <a16:creationId xmlns:a16="http://schemas.microsoft.com/office/drawing/2014/main" id="{51D2A657-B0EB-5916-15EB-E333F724F210}"/>
              </a:ext>
            </a:extLst>
          </p:cNvPr>
          <p:cNvSpPr>
            <a:spLocks noGrp="1"/>
          </p:cNvSpPr>
          <p:nvPr>
            <p:ph type="sldNum" sz="quarter" idx="12"/>
          </p:nvPr>
        </p:nvSpPr>
        <p:spPr>
          <a:xfrm>
            <a:off x="8610600" y="6356350"/>
            <a:ext cx="2743200" cy="365125"/>
          </a:xfrm>
        </p:spPr>
        <p:txBody>
          <a:bodyPr>
            <a:normAutofit/>
          </a:bodyPr>
          <a:lstStyle/>
          <a:p>
            <a:pPr>
              <a:spcAft>
                <a:spcPts val="600"/>
              </a:spcAft>
            </a:pPr>
            <a:fld id="{BBC07E23-5D66-4BDA-857C-D8615BC30D33}" type="slidenum">
              <a:rPr lang="fr-FR" smtClean="0"/>
              <a:pPr>
                <a:spcAft>
                  <a:spcPts val="600"/>
                </a:spcAft>
              </a:pPr>
              <a:t>2</a:t>
            </a:fld>
            <a:endParaRPr lang="fr-FR"/>
          </a:p>
        </p:txBody>
      </p:sp>
    </p:spTree>
    <p:extLst>
      <p:ext uri="{BB962C8B-B14F-4D97-AF65-F5344CB8AC3E}">
        <p14:creationId xmlns:p14="http://schemas.microsoft.com/office/powerpoint/2010/main" val="39799756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re 1">
            <a:extLst>
              <a:ext uri="{FF2B5EF4-FFF2-40B4-BE49-F238E27FC236}">
                <a16:creationId xmlns:a16="http://schemas.microsoft.com/office/drawing/2014/main" id="{19DA5FD2-2F28-9B11-54FF-5A2FEAC21832}"/>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fr-FR" sz="4000" dirty="0">
                <a:solidFill>
                  <a:schemeClr val="bg1"/>
                </a:solidFill>
              </a:rPr>
              <a:t>Modalité</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FD8B7B88-95CE-3785-7A81-E58EEA8F0B6A}"/>
              </a:ext>
            </a:extLst>
          </p:cNvPr>
          <p:cNvSpPr>
            <a:spLocks noGrp="1"/>
          </p:cNvSpPr>
          <p:nvPr>
            <p:ph type="sldNum" sz="quarter" idx="12"/>
          </p:nvPr>
        </p:nvSpPr>
        <p:spPr/>
        <p:txBody>
          <a:bodyPr/>
          <a:lstStyle/>
          <a:p>
            <a:fld id="{BBC07E23-5D66-4BDA-857C-D8615BC30D33}" type="slidenum">
              <a:rPr lang="fr-FR" smtClean="0"/>
              <a:t>3</a:t>
            </a:fld>
            <a:endParaRPr lang="fr-FR"/>
          </a:p>
        </p:txBody>
      </p:sp>
      <p:graphicFrame>
        <p:nvGraphicFramePr>
          <p:cNvPr id="7" name="Espace réservé du contenu 2">
            <a:extLst>
              <a:ext uri="{FF2B5EF4-FFF2-40B4-BE49-F238E27FC236}">
                <a16:creationId xmlns:a16="http://schemas.microsoft.com/office/drawing/2014/main" id="{BEFFD754-9DC3-7DEB-4460-DCAA505ED271}"/>
              </a:ext>
            </a:extLst>
          </p:cNvPr>
          <p:cNvGraphicFramePr>
            <a:graphicFrameLocks/>
          </p:cNvGraphicFramePr>
          <p:nvPr>
            <p:extLst>
              <p:ext uri="{D42A27DB-BD31-4B8C-83A1-F6EECF244321}">
                <p14:modId xmlns:p14="http://schemas.microsoft.com/office/powerpoint/2010/main" val="170263927"/>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406466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7" name="Rectangle 104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Rectangle 1048">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105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52">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7553D618-21D5-B52D-6309-A783583768FB}"/>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Les modèles multimodaux : </a:t>
            </a:r>
          </a:p>
        </p:txBody>
      </p:sp>
      <p:pic>
        <p:nvPicPr>
          <p:cNvPr id="9" name="Image 8" descr="Une image contenant texte, capture d’écran, Police, logo&#10;&#10;Le contenu généré par l’IA peut être incorrect.">
            <a:extLst>
              <a:ext uri="{FF2B5EF4-FFF2-40B4-BE49-F238E27FC236}">
                <a16:creationId xmlns:a16="http://schemas.microsoft.com/office/drawing/2014/main" id="{CB623DEB-FD94-934E-02A3-6101B8E673CF}"/>
              </a:ext>
            </a:extLst>
          </p:cNvPr>
          <p:cNvPicPr>
            <a:picLocks noChangeAspect="1"/>
          </p:cNvPicPr>
          <p:nvPr/>
        </p:nvPicPr>
        <p:blipFill>
          <a:blip r:embed="rId3"/>
          <a:stretch>
            <a:fillRect/>
          </a:stretch>
        </p:blipFill>
        <p:spPr>
          <a:xfrm>
            <a:off x="1621468" y="1966293"/>
            <a:ext cx="8949063" cy="4452160"/>
          </a:xfrm>
          <a:prstGeom prst="rect">
            <a:avLst/>
          </a:prstGeom>
        </p:spPr>
      </p:pic>
      <p:sp>
        <p:nvSpPr>
          <p:cNvPr id="4" name="Espace réservé du numéro de diapositive 3">
            <a:extLst>
              <a:ext uri="{FF2B5EF4-FFF2-40B4-BE49-F238E27FC236}">
                <a16:creationId xmlns:a16="http://schemas.microsoft.com/office/drawing/2014/main" id="{977D760F-65A3-B682-D2A8-D583AA6DB500}"/>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4</a:t>
            </a:fld>
            <a:endParaRPr lang="en-US" sz="1100">
              <a:solidFill>
                <a:schemeClr val="tx1">
                  <a:lumMod val="50000"/>
                  <a:lumOff val="50000"/>
                </a:schemeClr>
              </a:solidFill>
            </a:endParaRPr>
          </a:p>
        </p:txBody>
      </p:sp>
    </p:spTree>
    <p:extLst>
      <p:ext uri="{BB962C8B-B14F-4D97-AF65-F5344CB8AC3E}">
        <p14:creationId xmlns:p14="http://schemas.microsoft.com/office/powerpoint/2010/main" val="2264990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75EEBFD7-A76E-255A-BEA0-7B36E6B26404}"/>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Domaines d’applications</a:t>
            </a:r>
            <a:endParaRPr lang="es-AR" sz="4000" dirty="0">
              <a:solidFill>
                <a:srgbClr val="FFFFFF"/>
              </a:solidFill>
            </a:endParaRPr>
          </a:p>
        </p:txBody>
      </p:sp>
      <p:sp>
        <p:nvSpPr>
          <p:cNvPr id="4" name="Espace réservé du numéro de diapositive 3">
            <a:extLst>
              <a:ext uri="{FF2B5EF4-FFF2-40B4-BE49-F238E27FC236}">
                <a16:creationId xmlns:a16="http://schemas.microsoft.com/office/drawing/2014/main" id="{573A36BC-DF62-35A2-6C36-3DF67D581AAF}"/>
              </a:ext>
            </a:extLst>
          </p:cNvPr>
          <p:cNvSpPr>
            <a:spLocks noGrp="1"/>
          </p:cNvSpPr>
          <p:nvPr>
            <p:ph type="sldNum" sz="quarter" idx="12"/>
          </p:nvPr>
        </p:nvSpPr>
        <p:spPr>
          <a:xfrm>
            <a:off x="11704320" y="6455664"/>
            <a:ext cx="448056"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5</a:t>
            </a:fld>
            <a:endParaRPr lang="fr-FR" sz="1100">
              <a:solidFill>
                <a:schemeClr val="tx1">
                  <a:lumMod val="50000"/>
                  <a:lumOff val="50000"/>
                </a:schemeClr>
              </a:solidFill>
            </a:endParaRPr>
          </a:p>
        </p:txBody>
      </p:sp>
      <p:graphicFrame>
        <p:nvGraphicFramePr>
          <p:cNvPr id="19" name="Espace réservé du contenu 2">
            <a:extLst>
              <a:ext uri="{FF2B5EF4-FFF2-40B4-BE49-F238E27FC236}">
                <a16:creationId xmlns:a16="http://schemas.microsoft.com/office/drawing/2014/main" id="{4DC2CD44-6111-DA18-A369-EE4FBABFBC26}"/>
              </a:ext>
            </a:extLst>
          </p:cNvPr>
          <p:cNvGraphicFramePr>
            <a:graphicFrameLocks noGrp="1"/>
          </p:cNvGraphicFramePr>
          <p:nvPr>
            <p:ph idx="1"/>
            <p:extLst>
              <p:ext uri="{D42A27DB-BD31-4B8C-83A1-F6EECF244321}">
                <p14:modId xmlns:p14="http://schemas.microsoft.com/office/powerpoint/2010/main" val="4244169258"/>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737807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79259912-2B72-B1D7-8A2E-C593972E6DA7}"/>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Les Outils des </a:t>
            </a:r>
            <a:r>
              <a:rPr lang="fr-FR" sz="4000" dirty="0">
                <a:solidFill>
                  <a:schemeClr val="bg1"/>
                </a:solidFill>
              </a:rPr>
              <a:t>modèles multimodaux</a:t>
            </a:r>
            <a:endParaRPr lang="fr-FR" sz="4000" dirty="0">
              <a:solidFill>
                <a:srgbClr val="FFFFFF"/>
              </a:solidFill>
            </a:endParaRPr>
          </a:p>
        </p:txBody>
      </p:sp>
      <p:graphicFrame>
        <p:nvGraphicFramePr>
          <p:cNvPr id="25" name="Rectangle 1">
            <a:extLst>
              <a:ext uri="{FF2B5EF4-FFF2-40B4-BE49-F238E27FC236}">
                <a16:creationId xmlns:a16="http://schemas.microsoft.com/office/drawing/2014/main" id="{B0752E3E-493A-A3E9-E38E-46AEC92DA971}"/>
              </a:ext>
            </a:extLst>
          </p:cNvPr>
          <p:cNvGraphicFramePr>
            <a:graphicFrameLocks noGrp="1"/>
          </p:cNvGraphicFramePr>
          <p:nvPr>
            <p:ph idx="1"/>
            <p:extLst>
              <p:ext uri="{D42A27DB-BD31-4B8C-83A1-F6EECF244321}">
                <p14:modId xmlns:p14="http://schemas.microsoft.com/office/powerpoint/2010/main" val="683105128"/>
              </p:ext>
            </p:extLst>
          </p:nvPr>
        </p:nvGraphicFramePr>
        <p:xfrm>
          <a:off x="644056" y="2615979"/>
          <a:ext cx="10927829" cy="37390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60C41CF1-5808-22FC-DA02-ED4AA38172F6}"/>
              </a:ext>
            </a:extLst>
          </p:cNvPr>
          <p:cNvSpPr>
            <a:spLocks noGrp="1"/>
          </p:cNvSpPr>
          <p:nvPr>
            <p:ph type="sldNum" sz="quarter" idx="12"/>
          </p:nvPr>
        </p:nvSpPr>
        <p:spPr/>
        <p:txBody>
          <a:bodyPr/>
          <a:lstStyle/>
          <a:p>
            <a:fld id="{BBC07E23-5D66-4BDA-857C-D8615BC30D33}" type="slidenum">
              <a:rPr lang="fr-FR" smtClean="0"/>
              <a:t>6</a:t>
            </a:fld>
            <a:endParaRPr lang="fr-FR"/>
          </a:p>
        </p:txBody>
      </p:sp>
    </p:spTree>
    <p:extLst>
      <p:ext uri="{BB962C8B-B14F-4D97-AF65-F5344CB8AC3E}">
        <p14:creationId xmlns:p14="http://schemas.microsoft.com/office/powerpoint/2010/main" val="891168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D02E03-608B-BAB0-9131-7BF1B92335ED}"/>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5D13F-2E0E-288E-817F-6703C3BA3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7F188A7-8ED3-CB6E-DAA4-1AED744B09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05F04C99-DBA0-5539-3685-D0ED65B872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3C20F72-1E6A-9DB8-3B10-526ACBA55F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8278FD0-A69A-D947-1FE0-316226A54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re 1">
            <a:extLst>
              <a:ext uri="{FF2B5EF4-FFF2-40B4-BE49-F238E27FC236}">
                <a16:creationId xmlns:a16="http://schemas.microsoft.com/office/drawing/2014/main" id="{ACC4091A-588E-EA00-3AE7-8D5B43A2AFDE}"/>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La fusion</a:t>
            </a:r>
          </a:p>
        </p:txBody>
      </p:sp>
      <p:pic>
        <p:nvPicPr>
          <p:cNvPr id="4" name="Espace réservé du contenu 3" descr="Une image contenant texte, capture d’écran, Police, nombre&#10;&#10;Le contenu généré par l’IA peut être incorrect.">
            <a:extLst>
              <a:ext uri="{FF2B5EF4-FFF2-40B4-BE49-F238E27FC236}">
                <a16:creationId xmlns:a16="http://schemas.microsoft.com/office/drawing/2014/main" id="{EE53AA58-A767-4E7F-556A-EE40D4A9E6F8}"/>
              </a:ext>
            </a:extLst>
          </p:cNvPr>
          <p:cNvPicPr>
            <a:picLocks noGrp="1" noChangeAspect="1"/>
          </p:cNvPicPr>
          <p:nvPr>
            <p:ph idx="1"/>
          </p:nvPr>
        </p:nvPicPr>
        <p:blipFill>
          <a:blip r:embed="rId3"/>
          <a:stretch>
            <a:fillRect/>
          </a:stretch>
        </p:blipFill>
        <p:spPr>
          <a:xfrm>
            <a:off x="4502428" y="1396759"/>
            <a:ext cx="7225748" cy="4064482"/>
          </a:xfrm>
          <a:prstGeom prst="rect">
            <a:avLst/>
          </a:prstGeom>
        </p:spPr>
      </p:pic>
      <p:sp>
        <p:nvSpPr>
          <p:cNvPr id="5" name="Espace réservé du numéro de diapositive 4">
            <a:extLst>
              <a:ext uri="{FF2B5EF4-FFF2-40B4-BE49-F238E27FC236}">
                <a16:creationId xmlns:a16="http://schemas.microsoft.com/office/drawing/2014/main" id="{CD20897E-A921-8B97-7206-0C93D263AA31}"/>
              </a:ext>
            </a:extLst>
          </p:cNvPr>
          <p:cNvSpPr>
            <a:spLocks noGrp="1"/>
          </p:cNvSpPr>
          <p:nvPr>
            <p:ph type="sldNum" sz="quarter" idx="12"/>
          </p:nvPr>
        </p:nvSpPr>
        <p:spPr/>
        <p:txBody>
          <a:bodyPr/>
          <a:lstStyle/>
          <a:p>
            <a:fld id="{BBC07E23-5D66-4BDA-857C-D8615BC30D33}" type="slidenum">
              <a:rPr lang="fr-FR" smtClean="0"/>
              <a:t>7</a:t>
            </a:fld>
            <a:endParaRPr lang="fr-FR"/>
          </a:p>
        </p:txBody>
      </p:sp>
    </p:spTree>
    <p:extLst>
      <p:ext uri="{BB962C8B-B14F-4D97-AF65-F5344CB8AC3E}">
        <p14:creationId xmlns:p14="http://schemas.microsoft.com/office/powerpoint/2010/main" val="2681741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172AF66E-B9AA-06A7-9A7D-EA6E5CCDEE82}"/>
              </a:ext>
            </a:extLst>
          </p:cNvPr>
          <p:cNvSpPr>
            <a:spLocks noGrp="1"/>
          </p:cNvSpPr>
          <p:nvPr>
            <p:ph type="title"/>
          </p:nvPr>
        </p:nvSpPr>
        <p:spPr>
          <a:xfrm>
            <a:off x="1383564" y="348865"/>
            <a:ext cx="9718111" cy="1576446"/>
          </a:xfrm>
        </p:spPr>
        <p:txBody>
          <a:bodyPr anchor="ctr">
            <a:normAutofit/>
          </a:bodyPr>
          <a:lstStyle/>
          <a:p>
            <a:r>
              <a:rPr lang="fr-FR" sz="4000">
                <a:solidFill>
                  <a:srgbClr val="FFFFFF"/>
                </a:solidFill>
              </a:rPr>
              <a:t>Les méthodes de fusion</a:t>
            </a:r>
          </a:p>
        </p:txBody>
      </p:sp>
      <p:graphicFrame>
        <p:nvGraphicFramePr>
          <p:cNvPr id="5" name="Espace réservé du contenu 2">
            <a:extLst>
              <a:ext uri="{FF2B5EF4-FFF2-40B4-BE49-F238E27FC236}">
                <a16:creationId xmlns:a16="http://schemas.microsoft.com/office/drawing/2014/main" id="{890679FC-A84E-3CDA-DCFD-B7F6B4E2C3E0}"/>
              </a:ext>
            </a:extLst>
          </p:cNvPr>
          <p:cNvGraphicFramePr>
            <a:graphicFrameLocks noGrp="1"/>
          </p:cNvGraphicFramePr>
          <p:nvPr>
            <p:ph idx="1"/>
            <p:extLst>
              <p:ext uri="{D42A27DB-BD31-4B8C-83A1-F6EECF244321}">
                <p14:modId xmlns:p14="http://schemas.microsoft.com/office/powerpoint/2010/main" val="3785532602"/>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Espace réservé du numéro de diapositive 3">
            <a:extLst>
              <a:ext uri="{FF2B5EF4-FFF2-40B4-BE49-F238E27FC236}">
                <a16:creationId xmlns:a16="http://schemas.microsoft.com/office/drawing/2014/main" id="{44199317-AFC1-78B7-9E3E-933D8F309A79}"/>
              </a:ext>
            </a:extLst>
          </p:cNvPr>
          <p:cNvSpPr>
            <a:spLocks noGrp="1"/>
          </p:cNvSpPr>
          <p:nvPr>
            <p:ph type="sldNum" sz="quarter" idx="12"/>
          </p:nvPr>
        </p:nvSpPr>
        <p:spPr/>
        <p:txBody>
          <a:bodyPr/>
          <a:lstStyle/>
          <a:p>
            <a:fld id="{BBC07E23-5D66-4BDA-857C-D8615BC30D33}" type="slidenum">
              <a:rPr lang="fr-FR" smtClean="0"/>
              <a:t>8</a:t>
            </a:fld>
            <a:endParaRPr lang="fr-FR"/>
          </a:p>
        </p:txBody>
      </p:sp>
    </p:spTree>
    <p:extLst>
      <p:ext uri="{BB962C8B-B14F-4D97-AF65-F5344CB8AC3E}">
        <p14:creationId xmlns:p14="http://schemas.microsoft.com/office/powerpoint/2010/main" val="23578255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7CA16D-5769-48EF-CA4C-73F741AD102D}"/>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58E2EEF1-A01C-8EFD-9DE0-E73F8FFB4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49E5A1-38A3-B04D-4025-5A2DB0135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C384252-5B83-F3BB-179D-53E730578E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73ED89E3-27EC-288E-7990-4131F037E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19A4C64-AB5F-42F9-2A44-7A5FD99EA73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Model unimodal </a:t>
            </a:r>
          </a:p>
        </p:txBody>
      </p:sp>
      <p:sp>
        <p:nvSpPr>
          <p:cNvPr id="5" name="Espace réservé du numéro de diapositive 4">
            <a:extLst>
              <a:ext uri="{FF2B5EF4-FFF2-40B4-BE49-F238E27FC236}">
                <a16:creationId xmlns:a16="http://schemas.microsoft.com/office/drawing/2014/main" id="{404B20A7-78C2-4A32-9AC5-27E03B20C291}"/>
              </a:ext>
            </a:extLst>
          </p:cNvPr>
          <p:cNvSpPr>
            <a:spLocks noGrp="1"/>
          </p:cNvSpPr>
          <p:nvPr>
            <p:ph type="sldNum" sz="quarter" idx="12"/>
          </p:nvPr>
        </p:nvSpPr>
        <p:spPr/>
        <p:txBody>
          <a:bodyPr/>
          <a:lstStyle/>
          <a:p>
            <a:fld id="{BBC07E23-5D66-4BDA-857C-D8615BC30D33}" type="slidenum">
              <a:rPr lang="fr-FR" smtClean="0"/>
              <a:t>9</a:t>
            </a:fld>
            <a:endParaRPr lang="fr-FR"/>
          </a:p>
        </p:txBody>
      </p:sp>
      <p:pic>
        <p:nvPicPr>
          <p:cNvPr id="8" name="Image 7" descr="Une image contenant texte, chien, capture d’écran&#10;&#10;Le contenu généré par l’IA peut être incorrect.">
            <a:extLst>
              <a:ext uri="{FF2B5EF4-FFF2-40B4-BE49-F238E27FC236}">
                <a16:creationId xmlns:a16="http://schemas.microsoft.com/office/drawing/2014/main" id="{8D7EC4CA-3865-B300-1EC3-969ECE0A2494}"/>
              </a:ext>
            </a:extLst>
          </p:cNvPr>
          <p:cNvPicPr>
            <a:picLocks noChangeAspect="1"/>
          </p:cNvPicPr>
          <p:nvPr/>
        </p:nvPicPr>
        <p:blipFill>
          <a:blip r:embed="rId3"/>
          <a:stretch>
            <a:fillRect/>
          </a:stretch>
        </p:blipFill>
        <p:spPr>
          <a:xfrm>
            <a:off x="1480491" y="3108783"/>
            <a:ext cx="9231013" cy="1714739"/>
          </a:xfrm>
          <a:prstGeom prst="rect">
            <a:avLst/>
          </a:prstGeom>
        </p:spPr>
      </p:pic>
    </p:spTree>
    <p:extLst>
      <p:ext uri="{BB962C8B-B14F-4D97-AF65-F5344CB8AC3E}">
        <p14:creationId xmlns:p14="http://schemas.microsoft.com/office/powerpoint/2010/main" val="553003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55ED729F-41EA-8387-A66D-AD9D5E5D5CCC}"/>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Early  Fusion</a:t>
            </a:r>
          </a:p>
        </p:txBody>
      </p:sp>
      <p:sp>
        <p:nvSpPr>
          <p:cNvPr id="5" name="Espace réservé du numéro de diapositive 4">
            <a:extLst>
              <a:ext uri="{FF2B5EF4-FFF2-40B4-BE49-F238E27FC236}">
                <a16:creationId xmlns:a16="http://schemas.microsoft.com/office/drawing/2014/main" id="{1376BBDB-7C7F-A1A1-C862-90EE7BE4301F}"/>
              </a:ext>
            </a:extLst>
          </p:cNvPr>
          <p:cNvSpPr>
            <a:spLocks noGrp="1"/>
          </p:cNvSpPr>
          <p:nvPr>
            <p:ph type="sldNum" sz="quarter" idx="12"/>
          </p:nvPr>
        </p:nvSpPr>
        <p:spPr/>
        <p:txBody>
          <a:bodyPr/>
          <a:lstStyle/>
          <a:p>
            <a:fld id="{BBC07E23-5D66-4BDA-857C-D8615BC30D33}" type="slidenum">
              <a:rPr lang="fr-FR" smtClean="0"/>
              <a:t>10</a:t>
            </a:fld>
            <a:endParaRPr lang="fr-FR"/>
          </a:p>
        </p:txBody>
      </p:sp>
      <p:pic>
        <p:nvPicPr>
          <p:cNvPr id="8" name="Image 7" descr="Une image contenant texte, capture d’écran&#10;&#10;Le contenu généré par l’IA peut être incorrect.">
            <a:extLst>
              <a:ext uri="{FF2B5EF4-FFF2-40B4-BE49-F238E27FC236}">
                <a16:creationId xmlns:a16="http://schemas.microsoft.com/office/drawing/2014/main" id="{3A6D3E72-A02D-0855-21D5-47361B67D71E}"/>
              </a:ext>
            </a:extLst>
          </p:cNvPr>
          <p:cNvPicPr>
            <a:picLocks noChangeAspect="1"/>
          </p:cNvPicPr>
          <p:nvPr/>
        </p:nvPicPr>
        <p:blipFill>
          <a:blip r:embed="rId3"/>
          <a:stretch>
            <a:fillRect/>
          </a:stretch>
        </p:blipFill>
        <p:spPr>
          <a:xfrm>
            <a:off x="951780" y="1905908"/>
            <a:ext cx="10288436" cy="4448796"/>
          </a:xfrm>
          <a:prstGeom prst="rect">
            <a:avLst/>
          </a:prstGeom>
        </p:spPr>
      </p:pic>
    </p:spTree>
    <p:extLst>
      <p:ext uri="{BB962C8B-B14F-4D97-AF65-F5344CB8AC3E}">
        <p14:creationId xmlns:p14="http://schemas.microsoft.com/office/powerpoint/2010/main" val="29398218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6F12F2-5CD7-B8F4-91DB-A78DB2DEE0DC}"/>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A296A9-3C03-C0D4-9712-0FB73BB85F9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Deep  Fusion</a:t>
            </a:r>
          </a:p>
        </p:txBody>
      </p:sp>
      <p:sp>
        <p:nvSpPr>
          <p:cNvPr id="5" name="Espace réservé du numéro de diapositive 4">
            <a:extLst>
              <a:ext uri="{FF2B5EF4-FFF2-40B4-BE49-F238E27FC236}">
                <a16:creationId xmlns:a16="http://schemas.microsoft.com/office/drawing/2014/main" id="{00AD0C1F-D5AB-3659-605B-20788BFA7B5F}"/>
              </a:ext>
            </a:extLst>
          </p:cNvPr>
          <p:cNvSpPr>
            <a:spLocks noGrp="1"/>
          </p:cNvSpPr>
          <p:nvPr>
            <p:ph type="sldNum" sz="quarter" idx="12"/>
          </p:nvPr>
        </p:nvSpPr>
        <p:spPr/>
        <p:txBody>
          <a:bodyPr/>
          <a:lstStyle/>
          <a:p>
            <a:fld id="{BBC07E23-5D66-4BDA-857C-D8615BC30D33}" type="slidenum">
              <a:rPr lang="fr-FR" smtClean="0"/>
              <a:t>11</a:t>
            </a:fld>
            <a:endParaRPr lang="fr-FR"/>
          </a:p>
        </p:txBody>
      </p:sp>
      <p:pic>
        <p:nvPicPr>
          <p:cNvPr id="4" name="Image 3" descr="Une image contenant texte, capture d’écran&#10;&#10;Le contenu généré par l’IA peut être incorrect.">
            <a:extLst>
              <a:ext uri="{FF2B5EF4-FFF2-40B4-BE49-F238E27FC236}">
                <a16:creationId xmlns:a16="http://schemas.microsoft.com/office/drawing/2014/main" id="{61829686-D7AD-BFFD-CEA6-367446A3E186}"/>
              </a:ext>
            </a:extLst>
          </p:cNvPr>
          <p:cNvPicPr>
            <a:picLocks noChangeAspect="1"/>
          </p:cNvPicPr>
          <p:nvPr/>
        </p:nvPicPr>
        <p:blipFill>
          <a:blip r:embed="rId2"/>
          <a:stretch>
            <a:fillRect/>
          </a:stretch>
        </p:blipFill>
        <p:spPr>
          <a:xfrm>
            <a:off x="1232807" y="1907554"/>
            <a:ext cx="9726382" cy="4448796"/>
          </a:xfrm>
          <a:prstGeom prst="rect">
            <a:avLst/>
          </a:prstGeom>
        </p:spPr>
      </p:pic>
    </p:spTree>
    <p:extLst>
      <p:ext uri="{BB962C8B-B14F-4D97-AF65-F5344CB8AC3E}">
        <p14:creationId xmlns:p14="http://schemas.microsoft.com/office/powerpoint/2010/main" val="4416888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BD2A36-0FDB-AD4C-283E-66EFC3BC0D0E}"/>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A9CA998-3388-00F8-6082-DC640591A36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Late  Fusion</a:t>
            </a:r>
          </a:p>
        </p:txBody>
      </p:sp>
      <p:sp>
        <p:nvSpPr>
          <p:cNvPr id="5" name="Espace réservé du numéro de diapositive 4">
            <a:extLst>
              <a:ext uri="{FF2B5EF4-FFF2-40B4-BE49-F238E27FC236}">
                <a16:creationId xmlns:a16="http://schemas.microsoft.com/office/drawing/2014/main" id="{5FDF3D5D-7F76-B069-32E8-D2E19570FF7C}"/>
              </a:ext>
            </a:extLst>
          </p:cNvPr>
          <p:cNvSpPr>
            <a:spLocks noGrp="1"/>
          </p:cNvSpPr>
          <p:nvPr>
            <p:ph type="sldNum" sz="quarter" idx="12"/>
          </p:nvPr>
        </p:nvSpPr>
        <p:spPr/>
        <p:txBody>
          <a:bodyPr/>
          <a:lstStyle/>
          <a:p>
            <a:fld id="{BBC07E23-5D66-4BDA-857C-D8615BC30D33}" type="slidenum">
              <a:rPr lang="fr-FR" smtClean="0"/>
              <a:t>12</a:t>
            </a:fld>
            <a:endParaRPr lang="fr-FR"/>
          </a:p>
        </p:txBody>
      </p:sp>
      <p:pic>
        <p:nvPicPr>
          <p:cNvPr id="4" name="Image 3" descr="Une image contenant texte, capture d’écran, chien&#10;&#10;Le contenu généré par l’IA peut être incorrect.">
            <a:extLst>
              <a:ext uri="{FF2B5EF4-FFF2-40B4-BE49-F238E27FC236}">
                <a16:creationId xmlns:a16="http://schemas.microsoft.com/office/drawing/2014/main" id="{4AF1D286-4F87-3E48-4462-AFDDD9E94466}"/>
              </a:ext>
            </a:extLst>
          </p:cNvPr>
          <p:cNvPicPr>
            <a:picLocks noChangeAspect="1"/>
          </p:cNvPicPr>
          <p:nvPr/>
        </p:nvPicPr>
        <p:blipFill>
          <a:blip r:embed="rId2"/>
          <a:stretch>
            <a:fillRect/>
          </a:stretch>
        </p:blipFill>
        <p:spPr>
          <a:xfrm>
            <a:off x="1480491" y="1822348"/>
            <a:ext cx="9231013" cy="4439270"/>
          </a:xfrm>
          <a:prstGeom prst="rect">
            <a:avLst/>
          </a:prstGeom>
        </p:spPr>
      </p:pic>
    </p:spTree>
    <p:extLst>
      <p:ext uri="{BB962C8B-B14F-4D97-AF65-F5344CB8AC3E}">
        <p14:creationId xmlns:p14="http://schemas.microsoft.com/office/powerpoint/2010/main" val="3392706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ADB575-138F-05A5-1719-D03AD3D0AC56}"/>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9EDD3ADE-A832-94C0-CD21-41C726C36D02}"/>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Hybrid  Fusion</a:t>
            </a:r>
          </a:p>
        </p:txBody>
      </p:sp>
      <p:sp>
        <p:nvSpPr>
          <p:cNvPr id="5" name="Espace réservé du numéro de diapositive 4">
            <a:extLst>
              <a:ext uri="{FF2B5EF4-FFF2-40B4-BE49-F238E27FC236}">
                <a16:creationId xmlns:a16="http://schemas.microsoft.com/office/drawing/2014/main" id="{9F9A99F0-374E-0D09-BF80-1BE333CA60C4}"/>
              </a:ext>
            </a:extLst>
          </p:cNvPr>
          <p:cNvSpPr>
            <a:spLocks noGrp="1"/>
          </p:cNvSpPr>
          <p:nvPr>
            <p:ph type="sldNum" sz="quarter" idx="12"/>
          </p:nvPr>
        </p:nvSpPr>
        <p:spPr/>
        <p:txBody>
          <a:bodyPr/>
          <a:lstStyle/>
          <a:p>
            <a:fld id="{BBC07E23-5D66-4BDA-857C-D8615BC30D33}" type="slidenum">
              <a:rPr lang="fr-FR" smtClean="0"/>
              <a:t>13</a:t>
            </a:fld>
            <a:endParaRPr lang="fr-FR"/>
          </a:p>
        </p:txBody>
      </p:sp>
      <p:pic>
        <p:nvPicPr>
          <p:cNvPr id="6" name="Image 5" descr="Une image contenant texte, capture d’écran, chien&#10;&#10;Le contenu généré par l’IA peut être incorrect.">
            <a:extLst>
              <a:ext uri="{FF2B5EF4-FFF2-40B4-BE49-F238E27FC236}">
                <a16:creationId xmlns:a16="http://schemas.microsoft.com/office/drawing/2014/main" id="{18BF3DFB-6C59-F2D6-B1DC-9001D6C9F711}"/>
              </a:ext>
            </a:extLst>
          </p:cNvPr>
          <p:cNvPicPr>
            <a:picLocks noChangeAspect="1"/>
          </p:cNvPicPr>
          <p:nvPr/>
        </p:nvPicPr>
        <p:blipFill>
          <a:blip r:embed="rId3"/>
          <a:stretch>
            <a:fillRect/>
          </a:stretch>
        </p:blipFill>
        <p:spPr>
          <a:xfrm>
            <a:off x="1528123" y="1822348"/>
            <a:ext cx="9135750" cy="4448796"/>
          </a:xfrm>
          <a:prstGeom prst="rect">
            <a:avLst/>
          </a:prstGeom>
        </p:spPr>
      </p:pic>
    </p:spTree>
    <p:extLst>
      <p:ext uri="{BB962C8B-B14F-4D97-AF65-F5344CB8AC3E}">
        <p14:creationId xmlns:p14="http://schemas.microsoft.com/office/powerpoint/2010/main" val="3331981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AEF3DD86-2D5A-9894-9452-C530E63942BF}"/>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Technologies de Fusion</a:t>
            </a:r>
          </a:p>
        </p:txBody>
      </p:sp>
      <p:graphicFrame>
        <p:nvGraphicFramePr>
          <p:cNvPr id="5" name="Espace réservé du contenu 2">
            <a:extLst>
              <a:ext uri="{FF2B5EF4-FFF2-40B4-BE49-F238E27FC236}">
                <a16:creationId xmlns:a16="http://schemas.microsoft.com/office/drawing/2014/main" id="{FFC0724E-F78B-1599-0BE3-7BFA9B85D9E1}"/>
              </a:ext>
            </a:extLst>
          </p:cNvPr>
          <p:cNvGraphicFramePr>
            <a:graphicFrameLocks noGrp="1"/>
          </p:cNvGraphicFramePr>
          <p:nvPr>
            <p:ph idx="1"/>
            <p:extLst>
              <p:ext uri="{D42A27DB-BD31-4B8C-83A1-F6EECF244321}">
                <p14:modId xmlns:p14="http://schemas.microsoft.com/office/powerpoint/2010/main" val="2605109461"/>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B41B5C15-A131-E598-A156-3BA90FE00DE5}"/>
              </a:ext>
            </a:extLst>
          </p:cNvPr>
          <p:cNvSpPr>
            <a:spLocks noGrp="1"/>
          </p:cNvSpPr>
          <p:nvPr>
            <p:ph type="sldNum" sz="quarter" idx="12"/>
          </p:nvPr>
        </p:nvSpPr>
        <p:spPr/>
        <p:txBody>
          <a:bodyPr/>
          <a:lstStyle/>
          <a:p>
            <a:fld id="{BBC07E23-5D66-4BDA-857C-D8615BC30D33}" type="slidenum">
              <a:rPr lang="fr-FR" smtClean="0"/>
              <a:t>14</a:t>
            </a:fld>
            <a:endParaRPr lang="fr-FR"/>
          </a:p>
        </p:txBody>
      </p:sp>
    </p:spTree>
    <p:extLst>
      <p:ext uri="{BB962C8B-B14F-4D97-AF65-F5344CB8AC3E}">
        <p14:creationId xmlns:p14="http://schemas.microsoft.com/office/powerpoint/2010/main" val="15830895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CD6DD8F-A0FA-BAE5-E36D-E2E238B0F4AE}"/>
              </a:ext>
            </a:extLst>
          </p:cNvPr>
          <p:cNvSpPr>
            <a:spLocks noGrp="1"/>
          </p:cNvSpPr>
          <p:nvPr>
            <p:ph type="title"/>
          </p:nvPr>
        </p:nvSpPr>
        <p:spPr>
          <a:xfrm>
            <a:off x="1136397" y="502020"/>
            <a:ext cx="5323715" cy="1642970"/>
          </a:xfrm>
        </p:spPr>
        <p:txBody>
          <a:bodyPr vert="horz" lIns="91440" tIns="45720" rIns="91440" bIns="45720" rtlCol="0" anchor="b">
            <a:normAutofit/>
          </a:bodyPr>
          <a:lstStyle/>
          <a:p>
            <a:r>
              <a:rPr lang="en-US" sz="4000" kern="1200" dirty="0">
                <a:solidFill>
                  <a:schemeClr val="tx1"/>
                </a:solidFill>
                <a:latin typeface="+mj-lt"/>
                <a:ea typeface="+mj-ea"/>
                <a:cs typeface="+mj-cs"/>
              </a:rPr>
              <a:t>Data Representation:</a:t>
            </a:r>
          </a:p>
        </p:txBody>
      </p:sp>
      <p:sp>
        <p:nvSpPr>
          <p:cNvPr id="6" name="Espace réservé du contenu 2">
            <a:extLst>
              <a:ext uri="{FF2B5EF4-FFF2-40B4-BE49-F238E27FC236}">
                <a16:creationId xmlns:a16="http://schemas.microsoft.com/office/drawing/2014/main" id="{DDC4E616-B944-E50B-DE25-D9491B703713}"/>
              </a:ext>
            </a:extLst>
          </p:cNvPr>
          <p:cNvSpPr txBox="1">
            <a:spLocks/>
          </p:cNvSpPr>
          <p:nvPr/>
        </p:nvSpPr>
        <p:spPr>
          <a:xfrm>
            <a:off x="1136397" y="2820897"/>
            <a:ext cx="5315189" cy="353508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100" dirty="0"/>
              <a:t>A pour but de réduire l’hétérogénéité entres les modalités.</a:t>
            </a:r>
          </a:p>
          <a:p>
            <a:pPr marL="0" indent="0">
              <a:buNone/>
            </a:pPr>
            <a:r>
              <a:rPr lang="fr-FR" dirty="0"/>
              <a:t> </a:t>
            </a:r>
          </a:p>
          <a:p>
            <a:r>
              <a:rPr lang="en-US" sz="2000" b="1" dirty="0"/>
              <a:t>Joint Representation</a:t>
            </a:r>
          </a:p>
          <a:p>
            <a:r>
              <a:rPr lang="en-US" sz="2000" b="1" dirty="0"/>
              <a:t>Coordinated Representation</a:t>
            </a:r>
          </a:p>
        </p:txBody>
      </p:sp>
      <p:sp>
        <p:nvSpPr>
          <p:cNvPr id="23" name="Rectangle 2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Espace réservé du numéro de diapositive 4">
            <a:extLst>
              <a:ext uri="{FF2B5EF4-FFF2-40B4-BE49-F238E27FC236}">
                <a16:creationId xmlns:a16="http://schemas.microsoft.com/office/drawing/2014/main" id="{E5B5B405-90BD-C2B1-9A65-BC8B3610B324}"/>
              </a:ext>
            </a:extLst>
          </p:cNvPr>
          <p:cNvSpPr>
            <a:spLocks noGrp="1"/>
          </p:cNvSpPr>
          <p:nvPr>
            <p:ph type="sldNum" sz="quarter" idx="12"/>
          </p:nvPr>
        </p:nvSpPr>
        <p:spPr/>
        <p:txBody>
          <a:bodyPr/>
          <a:lstStyle/>
          <a:p>
            <a:fld id="{BBC07E23-5D66-4BDA-857C-D8615BC30D33}" type="slidenum">
              <a:rPr lang="fr-FR" smtClean="0"/>
              <a:t>15</a:t>
            </a:fld>
            <a:endParaRPr lang="fr-FR"/>
          </a:p>
        </p:txBody>
      </p:sp>
      <p:pic>
        <p:nvPicPr>
          <p:cNvPr id="9" name="Image 8" descr="Une image contenant texte, capture d’écran, diagramme, Police&#10;&#10;Le contenu généré par l’IA peut être incorrect.">
            <a:extLst>
              <a:ext uri="{FF2B5EF4-FFF2-40B4-BE49-F238E27FC236}">
                <a16:creationId xmlns:a16="http://schemas.microsoft.com/office/drawing/2014/main" id="{F5AC5A39-8449-AFC0-DC3C-F0FBB16DC35E}"/>
              </a:ext>
            </a:extLst>
          </p:cNvPr>
          <p:cNvPicPr>
            <a:picLocks noChangeAspect="1"/>
          </p:cNvPicPr>
          <p:nvPr/>
        </p:nvPicPr>
        <p:blipFill>
          <a:blip r:embed="rId3"/>
          <a:stretch>
            <a:fillRect/>
          </a:stretch>
        </p:blipFill>
        <p:spPr>
          <a:xfrm>
            <a:off x="6250239" y="2241055"/>
            <a:ext cx="5703902" cy="2375889"/>
          </a:xfrm>
          <a:prstGeom prst="rect">
            <a:avLst/>
          </a:prstGeom>
          <a:ln>
            <a:solidFill>
              <a:schemeClr val="tx1"/>
            </a:solidFill>
          </a:ln>
        </p:spPr>
      </p:pic>
    </p:spTree>
    <p:extLst>
      <p:ext uri="{BB962C8B-B14F-4D97-AF65-F5344CB8AC3E}">
        <p14:creationId xmlns:p14="http://schemas.microsoft.com/office/powerpoint/2010/main" val="26665927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CDC6D9FA-C277-77E7-D65A-B17143F45FB4}"/>
              </a:ext>
            </a:extLst>
          </p:cNvPr>
          <p:cNvSpPr>
            <a:spLocks noGrp="1"/>
          </p:cNvSpPr>
          <p:nvPr>
            <p:ph type="title"/>
          </p:nvPr>
        </p:nvSpPr>
        <p:spPr>
          <a:xfrm>
            <a:off x="826396" y="586855"/>
            <a:ext cx="4230100"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Data Translation</a:t>
            </a:r>
          </a:p>
        </p:txBody>
      </p:sp>
      <p:sp>
        <p:nvSpPr>
          <p:cNvPr id="5" name="ZoneTexte 4">
            <a:extLst>
              <a:ext uri="{FF2B5EF4-FFF2-40B4-BE49-F238E27FC236}">
                <a16:creationId xmlns:a16="http://schemas.microsoft.com/office/drawing/2014/main" id="{D7F56C88-046F-D9E7-8BD4-4BA82279F704}"/>
              </a:ext>
            </a:extLst>
          </p:cNvPr>
          <p:cNvSpPr txBox="1"/>
          <p:nvPr/>
        </p:nvSpPr>
        <p:spPr>
          <a:xfrm>
            <a:off x="6503158" y="649480"/>
            <a:ext cx="4862447" cy="5546047"/>
          </a:xfrm>
          <a:prstGeom prst="rect">
            <a:avLst/>
          </a:prstGeom>
        </p:spPr>
        <p:txBody>
          <a:bodyPr vert="horz" lIns="91440" tIns="45720" rIns="91440" bIns="45720" rtlCol="0" anchor="ctr">
            <a:normAutofit/>
          </a:bodyPr>
          <a:lstStyle/>
          <a:p>
            <a:pPr>
              <a:lnSpc>
                <a:spcPct val="90000"/>
              </a:lnSpc>
              <a:spcAft>
                <a:spcPts val="600"/>
              </a:spcAft>
            </a:pPr>
            <a:endParaRPr lang="en-US" sz="2000" dirty="0"/>
          </a:p>
        </p:txBody>
      </p:sp>
      <p:sp>
        <p:nvSpPr>
          <p:cNvPr id="4" name="Espace réservé du numéro de diapositive 3">
            <a:extLst>
              <a:ext uri="{FF2B5EF4-FFF2-40B4-BE49-F238E27FC236}">
                <a16:creationId xmlns:a16="http://schemas.microsoft.com/office/drawing/2014/main" id="{0304715F-64A9-2798-4B43-0A182CEEB0B0}"/>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16</a:t>
            </a:fld>
            <a:endParaRPr lang="en-US" sz="1100">
              <a:solidFill>
                <a:schemeClr val="tx1">
                  <a:lumMod val="50000"/>
                  <a:lumOff val="50000"/>
                </a:schemeClr>
              </a:solidFill>
            </a:endParaRPr>
          </a:p>
        </p:txBody>
      </p:sp>
      <p:pic>
        <p:nvPicPr>
          <p:cNvPr id="3" name="Graphique 6" descr="Flèche vers la droite avec un remplissage uni">
            <a:extLst>
              <a:ext uri="{FF2B5EF4-FFF2-40B4-BE49-F238E27FC236}">
                <a16:creationId xmlns:a16="http://schemas.microsoft.com/office/drawing/2014/main" id="{68F84852-876A-9F4E-C4F6-329DD055D97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2257922"/>
            <a:ext cx="1603331" cy="1040141"/>
          </a:xfrm>
          <a:prstGeom prst="rect">
            <a:avLst/>
          </a:prstGeom>
        </p:spPr>
      </p:pic>
      <p:pic>
        <p:nvPicPr>
          <p:cNvPr id="6" name="Graphique 2" descr="Document avec un remplissage uni">
            <a:extLst>
              <a:ext uri="{FF2B5EF4-FFF2-40B4-BE49-F238E27FC236}">
                <a16:creationId xmlns:a16="http://schemas.microsoft.com/office/drawing/2014/main" id="{61856182-C6DF-B4DA-363B-160F9151AE0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2280316"/>
            <a:ext cx="914400" cy="914400"/>
          </a:xfrm>
          <a:prstGeom prst="rect">
            <a:avLst/>
          </a:prstGeom>
        </p:spPr>
      </p:pic>
      <p:pic>
        <p:nvPicPr>
          <p:cNvPr id="7" name="Graphique 6" descr="Flèche vers la droite avec un remplissage uni">
            <a:extLst>
              <a:ext uri="{FF2B5EF4-FFF2-40B4-BE49-F238E27FC236}">
                <a16:creationId xmlns:a16="http://schemas.microsoft.com/office/drawing/2014/main" id="{07DD1054-5F2B-439C-6D97-F0048D2D37E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3298063"/>
            <a:ext cx="1603331" cy="1040141"/>
          </a:xfrm>
          <a:prstGeom prst="rect">
            <a:avLst/>
          </a:prstGeom>
        </p:spPr>
      </p:pic>
      <p:pic>
        <p:nvPicPr>
          <p:cNvPr id="8" name="Graphique 2" descr="Document avec un remplissage uni">
            <a:extLst>
              <a:ext uri="{FF2B5EF4-FFF2-40B4-BE49-F238E27FC236}">
                <a16:creationId xmlns:a16="http://schemas.microsoft.com/office/drawing/2014/main" id="{1C92F604-8281-4F9B-6038-5B2A427ED29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3320457"/>
            <a:ext cx="914400" cy="914400"/>
          </a:xfrm>
          <a:prstGeom prst="rect">
            <a:avLst/>
          </a:prstGeom>
        </p:spPr>
      </p:pic>
      <p:pic>
        <p:nvPicPr>
          <p:cNvPr id="9" name="Graphique 1" descr="Images avec un remplissage uni">
            <a:extLst>
              <a:ext uri="{FF2B5EF4-FFF2-40B4-BE49-F238E27FC236}">
                <a16:creationId xmlns:a16="http://schemas.microsoft.com/office/drawing/2014/main" id="{A0F93B82-846B-FEA5-3E54-04E593B780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968392" y="4234857"/>
            <a:ext cx="914400" cy="914400"/>
          </a:xfrm>
          <a:prstGeom prst="rect">
            <a:avLst/>
          </a:prstGeom>
        </p:spPr>
      </p:pic>
      <p:pic>
        <p:nvPicPr>
          <p:cNvPr id="10" name="Graphique 6" descr="Flèche vers la droite avec un remplissage uni">
            <a:extLst>
              <a:ext uri="{FF2B5EF4-FFF2-40B4-BE49-F238E27FC236}">
                <a16:creationId xmlns:a16="http://schemas.microsoft.com/office/drawing/2014/main" id="{60E4460E-53D4-AC1E-BE29-28957A0D67D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4212463"/>
            <a:ext cx="1603331" cy="1040141"/>
          </a:xfrm>
          <a:prstGeom prst="rect">
            <a:avLst/>
          </a:prstGeom>
        </p:spPr>
      </p:pic>
      <p:pic>
        <p:nvPicPr>
          <p:cNvPr id="11" name="Graphique 2" descr="Document avec un remplissage uni">
            <a:extLst>
              <a:ext uri="{FF2B5EF4-FFF2-40B4-BE49-F238E27FC236}">
                <a16:creationId xmlns:a16="http://schemas.microsoft.com/office/drawing/2014/main" id="{250BF6E1-C31C-3D65-426D-01FBB097C84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69101" y="4234857"/>
            <a:ext cx="914400" cy="914400"/>
          </a:xfrm>
          <a:prstGeom prst="rect">
            <a:avLst/>
          </a:prstGeom>
        </p:spPr>
      </p:pic>
      <p:pic>
        <p:nvPicPr>
          <p:cNvPr id="12" name="Graphique 1" descr="Images avec un remplissage uni">
            <a:extLst>
              <a:ext uri="{FF2B5EF4-FFF2-40B4-BE49-F238E27FC236}">
                <a16:creationId xmlns:a16="http://schemas.microsoft.com/office/drawing/2014/main" id="{6332FD86-ED3E-3E05-1019-0BB4FAE19C9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109602" y="1379338"/>
            <a:ext cx="914400" cy="914400"/>
          </a:xfrm>
          <a:prstGeom prst="rect">
            <a:avLst/>
          </a:prstGeom>
        </p:spPr>
      </p:pic>
      <p:pic>
        <p:nvPicPr>
          <p:cNvPr id="13" name="Graphique 6" descr="Flèche vers la droite avec un remplissage uni">
            <a:extLst>
              <a:ext uri="{FF2B5EF4-FFF2-40B4-BE49-F238E27FC236}">
                <a16:creationId xmlns:a16="http://schemas.microsoft.com/office/drawing/2014/main" id="{F587747B-A0F1-E51B-032F-068256DFEF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1382683"/>
            <a:ext cx="1603331" cy="1040141"/>
          </a:xfrm>
          <a:prstGeom prst="rect">
            <a:avLst/>
          </a:prstGeom>
        </p:spPr>
      </p:pic>
      <p:pic>
        <p:nvPicPr>
          <p:cNvPr id="14" name="Graphique 2" descr="Document avec un remplissage uni">
            <a:extLst>
              <a:ext uri="{FF2B5EF4-FFF2-40B4-BE49-F238E27FC236}">
                <a16:creationId xmlns:a16="http://schemas.microsoft.com/office/drawing/2014/main" id="{66442A5A-1DDB-FC6A-B58F-390909F710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1405077"/>
            <a:ext cx="914400" cy="914400"/>
          </a:xfrm>
          <a:prstGeom prst="rect">
            <a:avLst/>
          </a:prstGeom>
        </p:spPr>
      </p:pic>
      <p:pic>
        <p:nvPicPr>
          <p:cNvPr id="15" name="Graphique 4" descr="Présentation avec multimédia avec un remplissage uni">
            <a:extLst>
              <a:ext uri="{FF2B5EF4-FFF2-40B4-BE49-F238E27FC236}">
                <a16:creationId xmlns:a16="http://schemas.microsoft.com/office/drawing/2014/main" id="{075FDECB-A57C-F343-1D95-20C3A1D82D8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09602" y="2364121"/>
            <a:ext cx="914400" cy="914400"/>
          </a:xfrm>
          <a:prstGeom prst="rect">
            <a:avLst/>
          </a:prstGeom>
        </p:spPr>
      </p:pic>
      <p:pic>
        <p:nvPicPr>
          <p:cNvPr id="16" name="Graphique 5" descr="Commande vocale avec un remplissage uni">
            <a:extLst>
              <a:ext uri="{FF2B5EF4-FFF2-40B4-BE49-F238E27FC236}">
                <a16:creationId xmlns:a16="http://schemas.microsoft.com/office/drawing/2014/main" id="{FCAEF404-4DEF-3399-F776-920534C919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175349" y="3219022"/>
            <a:ext cx="914400" cy="914400"/>
          </a:xfrm>
          <a:prstGeom prst="rect">
            <a:avLst/>
          </a:prstGeom>
        </p:spPr>
      </p:pic>
    </p:spTree>
    <p:extLst>
      <p:ext uri="{BB962C8B-B14F-4D97-AF65-F5344CB8AC3E}">
        <p14:creationId xmlns:p14="http://schemas.microsoft.com/office/powerpoint/2010/main" val="2436435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CF1E377C-B493-3EAC-F9A5-9B44BBB340F5}"/>
              </a:ext>
            </a:extLst>
          </p:cNvPr>
          <p:cNvSpPr>
            <a:spLocks noGrp="1"/>
          </p:cNvSpPr>
          <p:nvPr>
            <p:ph type="title"/>
          </p:nvPr>
        </p:nvSpPr>
        <p:spPr>
          <a:xfrm>
            <a:off x="826396" y="586855"/>
            <a:ext cx="4230100" cy="3387497"/>
          </a:xfrm>
        </p:spPr>
        <p:txBody>
          <a:bodyPr anchor="b">
            <a:normAutofit/>
          </a:bodyPr>
          <a:lstStyle/>
          <a:p>
            <a:pPr algn="r"/>
            <a:r>
              <a:rPr lang="en-US" sz="4000" dirty="0">
                <a:solidFill>
                  <a:srgbClr val="FFFFFF"/>
                </a:solidFill>
              </a:rPr>
              <a:t>Data Alignment</a:t>
            </a:r>
            <a:endParaRPr lang="fr-FR" sz="4000" dirty="0">
              <a:solidFill>
                <a:srgbClr val="FFFFFF"/>
              </a:solidFill>
            </a:endParaRPr>
          </a:p>
        </p:txBody>
      </p:sp>
      <p:sp>
        <p:nvSpPr>
          <p:cNvPr id="4" name="Espace réservé du numéro de diapositive 3">
            <a:extLst>
              <a:ext uri="{FF2B5EF4-FFF2-40B4-BE49-F238E27FC236}">
                <a16:creationId xmlns:a16="http://schemas.microsoft.com/office/drawing/2014/main" id="{1C25C1BF-4B4E-ED0A-977F-799D8CD01FD7}"/>
              </a:ext>
            </a:extLst>
          </p:cNvPr>
          <p:cNvSpPr>
            <a:spLocks noGrp="1"/>
          </p:cNvSpPr>
          <p:nvPr>
            <p:ph type="sldNum" sz="quarter" idx="12"/>
          </p:nvPr>
        </p:nvSpPr>
        <p:spPr>
          <a:xfrm>
            <a:off x="11704320" y="6455664"/>
            <a:ext cx="448056"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17</a:t>
            </a:fld>
            <a:endParaRPr lang="fr-FR" sz="1100">
              <a:solidFill>
                <a:schemeClr val="tx1">
                  <a:lumMod val="50000"/>
                  <a:lumOff val="50000"/>
                </a:schemeClr>
              </a:solidFill>
            </a:endParaRPr>
          </a:p>
        </p:txBody>
      </p:sp>
      <p:pic>
        <p:nvPicPr>
          <p:cNvPr id="5" name="Espace réservé du contenu 3" descr="Une image contenant herbe, plein air, chien, animal domestique&#10;&#10;Le contenu généré par l’IA peut être incorrect.">
            <a:extLst>
              <a:ext uri="{FF2B5EF4-FFF2-40B4-BE49-F238E27FC236}">
                <a16:creationId xmlns:a16="http://schemas.microsoft.com/office/drawing/2014/main" id="{BCAE9E72-EEF7-A1D4-2C21-F3E3FCF28BA5}"/>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rcRect l="13818" t="9091"/>
          <a:stretch>
            <a:fillRect/>
          </a:stretch>
        </p:blipFill>
        <p:spPr bwMode="auto">
          <a:xfrm>
            <a:off x="6611797" y="848623"/>
            <a:ext cx="4862513" cy="3846156"/>
          </a:xfrm>
          <a:prstGeom prst="rect">
            <a:avLst/>
          </a:prstGeom>
          <a:noFill/>
        </p:spPr>
      </p:pic>
      <p:sp>
        <p:nvSpPr>
          <p:cNvPr id="7" name="ZoneTexte 6">
            <a:extLst>
              <a:ext uri="{FF2B5EF4-FFF2-40B4-BE49-F238E27FC236}">
                <a16:creationId xmlns:a16="http://schemas.microsoft.com/office/drawing/2014/main" id="{FA5424BE-CC94-D2B4-B6E1-14D1E87E2983}"/>
              </a:ext>
            </a:extLst>
          </p:cNvPr>
          <p:cNvSpPr txBox="1"/>
          <p:nvPr/>
        </p:nvSpPr>
        <p:spPr>
          <a:xfrm>
            <a:off x="7155635" y="5666142"/>
            <a:ext cx="3701441" cy="343235"/>
          </a:xfrm>
          <a:prstGeom prst="rect">
            <a:avLst/>
          </a:prstGeom>
          <a:noFill/>
          <a:ln>
            <a:solidFill>
              <a:schemeClr val="tx2"/>
            </a:solidFill>
          </a:ln>
        </p:spPr>
        <p:txBody>
          <a:bodyPr wrap="square">
            <a:spAutoFit/>
          </a:bodyPr>
          <a:lstStyle/>
          <a:p>
            <a:pPr>
              <a:lnSpc>
                <a:spcPct val="90000"/>
              </a:lnSpc>
              <a:spcBef>
                <a:spcPts val="1000"/>
              </a:spcBef>
            </a:pPr>
            <a:r>
              <a:rPr lang="en-US" sz="1800" kern="1200" dirty="0">
                <a:latin typeface="+mn-lt"/>
                <a:ea typeface="+mn-ea"/>
                <a:cs typeface="+mn-cs"/>
              </a:rPr>
              <a:t>“</a:t>
            </a:r>
            <a:r>
              <a:rPr lang="en-US" sz="1800" kern="1200" dirty="0">
                <a:highlight>
                  <a:srgbClr val="FF0000"/>
                </a:highlight>
                <a:latin typeface="+mn-lt"/>
                <a:ea typeface="+mn-ea"/>
                <a:cs typeface="+mn-cs"/>
              </a:rPr>
              <a:t>Le Chien </a:t>
            </a:r>
            <a:r>
              <a:rPr lang="en-US" sz="1800" kern="1200" dirty="0">
                <a:latin typeface="+mn-lt"/>
                <a:ea typeface="+mn-ea"/>
                <a:cs typeface="+mn-cs"/>
              </a:rPr>
              <a:t>court dans </a:t>
            </a:r>
            <a:r>
              <a:rPr lang="en-US" sz="1800" kern="1200" dirty="0">
                <a:highlight>
                  <a:srgbClr val="FFFF00"/>
                </a:highlight>
                <a:latin typeface="+mn-lt"/>
                <a:ea typeface="+mn-ea"/>
                <a:cs typeface="+mn-cs"/>
              </a:rPr>
              <a:t>l’ </a:t>
            </a:r>
            <a:r>
              <a:rPr lang="en-US" sz="1800" kern="1200" dirty="0" err="1">
                <a:highlight>
                  <a:srgbClr val="FFFF00"/>
                </a:highlight>
                <a:latin typeface="+mn-lt"/>
                <a:ea typeface="+mn-ea"/>
                <a:cs typeface="+mn-cs"/>
              </a:rPr>
              <a:t>herbe</a:t>
            </a:r>
            <a:r>
              <a:rPr lang="en-US" sz="1800" kern="1200" dirty="0">
                <a:highlight>
                  <a:srgbClr val="FFFF00"/>
                </a:highlight>
                <a:latin typeface="+mn-lt"/>
                <a:ea typeface="+mn-ea"/>
                <a:cs typeface="+mn-cs"/>
              </a:rPr>
              <a:t> verte</a:t>
            </a:r>
            <a:r>
              <a:rPr lang="en-US" sz="1800" kern="1200" dirty="0">
                <a:latin typeface="+mn-lt"/>
                <a:ea typeface="+mn-ea"/>
                <a:cs typeface="+mn-cs"/>
              </a:rPr>
              <a:t>”</a:t>
            </a:r>
          </a:p>
        </p:txBody>
      </p:sp>
    </p:spTree>
    <p:extLst>
      <p:ext uri="{BB962C8B-B14F-4D97-AF65-F5344CB8AC3E}">
        <p14:creationId xmlns:p14="http://schemas.microsoft.com/office/powerpoint/2010/main" val="2256158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FE8311-813D-5C3C-A6D7-CCD9E7AC5A81}"/>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BA767897-FD45-0631-108A-0A9D03944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BB6F2375-7097-BCD2-BA71-754E007E37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ACB93499-DB0F-2B33-7481-F0FCC27C66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D79EA06-0667-9710-C63F-512E4F21A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Espace réservé du numéro de diapositive 5">
            <a:extLst>
              <a:ext uri="{FF2B5EF4-FFF2-40B4-BE49-F238E27FC236}">
                <a16:creationId xmlns:a16="http://schemas.microsoft.com/office/drawing/2014/main" id="{FF2CCAA3-A426-6EDB-DF10-5EB9788FCB78}"/>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18</a:t>
            </a:fld>
            <a:endParaRPr lang="en-US" sz="1100">
              <a:solidFill>
                <a:schemeClr val="tx1">
                  <a:lumMod val="50000"/>
                  <a:lumOff val="50000"/>
                </a:schemeClr>
              </a:solidFill>
            </a:endParaRPr>
          </a:p>
        </p:txBody>
      </p:sp>
      <p:sp>
        <p:nvSpPr>
          <p:cNvPr id="10" name="Titre 1">
            <a:extLst>
              <a:ext uri="{FF2B5EF4-FFF2-40B4-BE49-F238E27FC236}">
                <a16:creationId xmlns:a16="http://schemas.microsoft.com/office/drawing/2014/main" id="{CB761CC0-1A63-1068-FE69-8E449A88AD14}"/>
              </a:ext>
            </a:extLst>
          </p:cNvPr>
          <p:cNvSpPr txBox="1">
            <a:spLocks/>
          </p:cNvSpPr>
          <p:nvPr/>
        </p:nvSpPr>
        <p:spPr>
          <a:xfrm>
            <a:off x="440692" y="125656"/>
            <a:ext cx="9392421" cy="13308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solidFill>
                  <a:schemeClr val="bg1"/>
                </a:solidFill>
              </a:rPr>
              <a:t>Structure d’</a:t>
            </a:r>
            <a:r>
              <a:rPr lang="en-US" dirty="0">
                <a:solidFill>
                  <a:schemeClr val="bg1"/>
                </a:solidFill>
              </a:rPr>
              <a:t> Alignment</a:t>
            </a:r>
            <a:endParaRPr lang="fr-FR" dirty="0">
              <a:solidFill>
                <a:schemeClr val="bg1"/>
              </a:solidFill>
            </a:endParaRPr>
          </a:p>
        </p:txBody>
      </p:sp>
      <p:sp>
        <p:nvSpPr>
          <p:cNvPr id="11" name="Espace réservé du contenu 2">
            <a:extLst>
              <a:ext uri="{FF2B5EF4-FFF2-40B4-BE49-F238E27FC236}">
                <a16:creationId xmlns:a16="http://schemas.microsoft.com/office/drawing/2014/main" id="{8B4FCAD3-933B-02F1-B22C-B30C83210E59}"/>
              </a:ext>
            </a:extLst>
          </p:cNvPr>
          <p:cNvSpPr>
            <a:spLocks noGrp="1"/>
          </p:cNvSpPr>
          <p:nvPr>
            <p:ph idx="1"/>
          </p:nvPr>
        </p:nvSpPr>
        <p:spPr>
          <a:xfrm>
            <a:off x="961670" y="2899819"/>
            <a:ext cx="4958966" cy="1942475"/>
          </a:xfrm>
        </p:spPr>
        <p:txBody>
          <a:bodyPr>
            <a:normAutofit/>
          </a:bodyPr>
          <a:lstStyle/>
          <a:p>
            <a:pPr marL="0" indent="0">
              <a:buNone/>
            </a:pPr>
            <a:r>
              <a:rPr lang="fr-FR" sz="2000" dirty="0"/>
              <a:t>Il existe deux principales structures, l’alignement Discret et l’alignement continue:</a:t>
            </a:r>
          </a:p>
          <a:p>
            <a:r>
              <a:rPr lang="fr-FR" sz="2000" b="1" dirty="0"/>
              <a:t>L’alignement discret </a:t>
            </a:r>
          </a:p>
          <a:p>
            <a:r>
              <a:rPr lang="fr-FR" sz="2000" b="1" dirty="0"/>
              <a:t>L’alignement continue</a:t>
            </a:r>
          </a:p>
          <a:p>
            <a:endParaRPr lang="fr-FR" sz="2000" dirty="0"/>
          </a:p>
        </p:txBody>
      </p:sp>
      <p:pic>
        <p:nvPicPr>
          <p:cNvPr id="12" name="Image 11" descr="Une image contenant texte, ligne, diagramme, capture d’écran&#10;&#10;Le contenu généré par l’IA peut être incorrect.">
            <a:extLst>
              <a:ext uri="{FF2B5EF4-FFF2-40B4-BE49-F238E27FC236}">
                <a16:creationId xmlns:a16="http://schemas.microsoft.com/office/drawing/2014/main" id="{4ED8A8EF-330D-2BF1-6769-FE73EA254A94}"/>
              </a:ext>
            </a:extLst>
          </p:cNvPr>
          <p:cNvPicPr>
            <a:picLocks noChangeAspect="1"/>
          </p:cNvPicPr>
          <p:nvPr/>
        </p:nvPicPr>
        <p:blipFill>
          <a:blip r:embed="rId3"/>
          <a:stretch>
            <a:fillRect/>
          </a:stretch>
        </p:blipFill>
        <p:spPr>
          <a:xfrm>
            <a:off x="6412761" y="3186010"/>
            <a:ext cx="5462478" cy="1942475"/>
          </a:xfrm>
          <a:prstGeom prst="rect">
            <a:avLst/>
          </a:prstGeom>
        </p:spPr>
      </p:pic>
    </p:spTree>
    <p:extLst>
      <p:ext uri="{BB962C8B-B14F-4D97-AF65-F5344CB8AC3E}">
        <p14:creationId xmlns:p14="http://schemas.microsoft.com/office/powerpoint/2010/main" val="18715322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Freeform: Shape 4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5" name="Rectangle 4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1ED33EF-C029-9B2C-C2EC-CAED1E7D0C3E}"/>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dirty="0">
                <a:solidFill>
                  <a:srgbClr val="FFFFFF"/>
                </a:solidFill>
                <a:latin typeface="+mj-lt"/>
                <a:ea typeface="+mj-ea"/>
                <a:cs typeface="+mj-cs"/>
              </a:rPr>
              <a:t>Le Co-learning</a:t>
            </a:r>
          </a:p>
        </p:txBody>
      </p:sp>
      <p:sp>
        <p:nvSpPr>
          <p:cNvPr id="3" name="ZoneTexte 2">
            <a:extLst>
              <a:ext uri="{FF2B5EF4-FFF2-40B4-BE49-F238E27FC236}">
                <a16:creationId xmlns:a16="http://schemas.microsoft.com/office/drawing/2014/main" id="{D696D38D-8A35-E72B-B2FE-5F6DCCA9E3C4}"/>
              </a:ext>
            </a:extLst>
          </p:cNvPr>
          <p:cNvSpPr txBox="1"/>
          <p:nvPr/>
        </p:nvSpPr>
        <p:spPr>
          <a:xfrm>
            <a:off x="5297557" y="3003756"/>
            <a:ext cx="5817895" cy="3339751"/>
          </a:xfrm>
          <a:prstGeom prst="rect">
            <a:avLst/>
          </a:prstGeom>
        </p:spPr>
        <p:txBody>
          <a:bodyPr vert="horz" lIns="91440" tIns="45720" rIns="91440" bIns="45720" rtlCol="0" anchor="ctr">
            <a:normAutofit/>
          </a:bodyPr>
          <a:lstStyle/>
          <a:p>
            <a:endParaRPr lang="fr-FR" dirty="0"/>
          </a:p>
        </p:txBody>
      </p:sp>
      <p:pic>
        <p:nvPicPr>
          <p:cNvPr id="4" name="Espace réservé du contenu 3" descr="Une image contenant texte, capture d’écran, Police, Rectangle&#10;&#10;Le contenu généré par l’IA peut être incorrect.">
            <a:extLst>
              <a:ext uri="{FF2B5EF4-FFF2-40B4-BE49-F238E27FC236}">
                <a16:creationId xmlns:a16="http://schemas.microsoft.com/office/drawing/2014/main" id="{F401D835-4EA5-E9DA-3880-AEEAC28DD2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6766112" y="457574"/>
            <a:ext cx="2209913" cy="5922571"/>
          </a:xfrm>
          <a:prstGeom prst="rect">
            <a:avLst/>
          </a:prstGeom>
          <a:noFill/>
        </p:spPr>
      </p:pic>
      <p:sp>
        <p:nvSpPr>
          <p:cNvPr id="5" name="Espace réservé du numéro de diapositive 4">
            <a:extLst>
              <a:ext uri="{FF2B5EF4-FFF2-40B4-BE49-F238E27FC236}">
                <a16:creationId xmlns:a16="http://schemas.microsoft.com/office/drawing/2014/main" id="{CF652423-A3F4-01DA-D14D-7FAF6972D38D}"/>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19</a:t>
            </a:fld>
            <a:endParaRPr lang="en-US" sz="1100">
              <a:solidFill>
                <a:schemeClr val="tx1">
                  <a:lumMod val="50000"/>
                  <a:lumOff val="50000"/>
                </a:schemeClr>
              </a:solidFill>
            </a:endParaRPr>
          </a:p>
        </p:txBody>
      </p:sp>
    </p:spTree>
    <p:extLst>
      <p:ext uri="{BB962C8B-B14F-4D97-AF65-F5344CB8AC3E}">
        <p14:creationId xmlns:p14="http://schemas.microsoft.com/office/powerpoint/2010/main" val="16030243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D901FC-675F-4C8A-C468-E16141D3565F}"/>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400C95E-A6CA-702D-297E-C5A67719F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1B508D6-BD60-184C-7F76-9EFF1C6B1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4" y="-1"/>
            <a:ext cx="8111296"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3E2DCDD-B252-4BF1-CA30-9107836C17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858281" y="-401562"/>
            <a:ext cx="6858004" cy="7661129"/>
          </a:xfrm>
          <a:prstGeom prst="rect">
            <a:avLst/>
          </a:prstGeom>
          <a:gradFill>
            <a:gsLst>
              <a:gs pos="0">
                <a:schemeClr val="accent1">
                  <a:alpha val="23000"/>
                </a:schemeClr>
              </a:gs>
              <a:gs pos="71000">
                <a:schemeClr val="accent1">
                  <a:lumMod val="50000"/>
                  <a:alpha val="0"/>
                </a:schemeClr>
              </a:gs>
              <a:gs pos="100000">
                <a:srgbClr val="000000">
                  <a:alpha val="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D2D0F36F-5F54-E5D5-BCD7-1FF16F8E20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9" y="-1"/>
            <a:ext cx="8118331" cy="6858000"/>
          </a:xfrm>
          <a:prstGeom prst="rect">
            <a:avLst/>
          </a:prstGeom>
          <a:gradFill>
            <a:gsLst>
              <a:gs pos="14000">
                <a:schemeClr val="accent1">
                  <a:alpha val="0"/>
                </a:schemeClr>
              </a:gs>
              <a:gs pos="100000">
                <a:srgbClr val="000000">
                  <a:alpha val="82000"/>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6E2E3770-2FE0-64B5-6322-F78B3AD13A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449520">
            <a:off x="2569700" y="983306"/>
            <a:ext cx="5005754" cy="5005754"/>
          </a:xfrm>
          <a:prstGeom prst="ellipse">
            <a:avLst/>
          </a:prstGeom>
          <a:gradFill>
            <a:gsLst>
              <a:gs pos="17000">
                <a:schemeClr val="accent1">
                  <a:lumMod val="75000"/>
                  <a:alpha val="0"/>
                </a:schemeClr>
              </a:gs>
              <a:gs pos="82000">
                <a:srgbClr val="000000">
                  <a:alpha val="24000"/>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E80FDBEB-6074-77AE-F7ED-C8DEB70788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8" y="4354178"/>
            <a:ext cx="8118330" cy="2503817"/>
          </a:xfrm>
          <a:prstGeom prst="rect">
            <a:avLst/>
          </a:prstGeom>
          <a:gradFill>
            <a:gsLst>
              <a:gs pos="0">
                <a:schemeClr val="accent1">
                  <a:lumMod val="75000"/>
                  <a:alpha val="33000"/>
                </a:schemeClr>
              </a:gs>
              <a:gs pos="83000">
                <a:srgbClr val="000000">
                  <a:alpha val="21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Espace réservé du contenu 3" descr="Une image contenant texte, capture d’écran, Police, Rectangle&#10;&#10;Le contenu généré par l’IA peut être incorrect.">
            <a:extLst>
              <a:ext uri="{FF2B5EF4-FFF2-40B4-BE49-F238E27FC236}">
                <a16:creationId xmlns:a16="http://schemas.microsoft.com/office/drawing/2014/main" id="{F5A474C5-D771-6929-585A-F21784E390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9039010" y="457200"/>
            <a:ext cx="2217760" cy="5943600"/>
          </a:xfrm>
          <a:prstGeom prst="rect">
            <a:avLst/>
          </a:prstGeom>
          <a:noFill/>
        </p:spPr>
      </p:pic>
      <p:sp>
        <p:nvSpPr>
          <p:cNvPr id="3" name="ZoneTexte 2">
            <a:extLst>
              <a:ext uri="{FF2B5EF4-FFF2-40B4-BE49-F238E27FC236}">
                <a16:creationId xmlns:a16="http://schemas.microsoft.com/office/drawing/2014/main" id="{98223776-0720-7498-5463-5C6C00DBF877}"/>
              </a:ext>
            </a:extLst>
          </p:cNvPr>
          <p:cNvSpPr txBox="1"/>
          <p:nvPr/>
        </p:nvSpPr>
        <p:spPr>
          <a:xfrm>
            <a:off x="456717" y="2413336"/>
            <a:ext cx="6780810" cy="2031325"/>
          </a:xfrm>
          <a:prstGeom prst="rect">
            <a:avLst/>
          </a:prstGeom>
          <a:noFill/>
        </p:spPr>
        <p:txBody>
          <a:bodyPr wrap="square" rtlCol="0">
            <a:spAutoFit/>
          </a:bodyPr>
          <a:lstStyle/>
          <a:p>
            <a:pPr marL="285750" indent="-285750">
              <a:buFont typeface="Arial" panose="020B0604020202020204" pitchFamily="34" charset="0"/>
              <a:buChar char="•"/>
            </a:pPr>
            <a:r>
              <a:rPr lang="fr-FR" dirty="0">
                <a:solidFill>
                  <a:schemeClr val="bg1"/>
                </a:solidFill>
              </a:rPr>
              <a:t>Transférer de connaissance</a:t>
            </a:r>
          </a:p>
          <a:p>
            <a:pPr marL="285750" indent="-285750">
              <a:buFont typeface="Arial" panose="020B0604020202020204" pitchFamily="34" charset="0"/>
              <a:buChar char="•"/>
            </a:pPr>
            <a:endParaRPr lang="fr-FR" dirty="0">
              <a:solidFill>
                <a:schemeClr val="bg1"/>
              </a:solidFill>
            </a:endParaRPr>
          </a:p>
          <a:p>
            <a:pPr marL="285750" indent="-285750">
              <a:buFont typeface="Arial" panose="020B0604020202020204" pitchFamily="34" charset="0"/>
              <a:buChar char="•"/>
            </a:pPr>
            <a:r>
              <a:rPr lang="fr-FR" dirty="0">
                <a:solidFill>
                  <a:schemeClr val="bg1"/>
                </a:solidFill>
              </a:rPr>
              <a:t>Complémentarité des modalités</a:t>
            </a:r>
          </a:p>
          <a:p>
            <a:pPr marL="285750" indent="-285750">
              <a:buFont typeface="Arial" panose="020B0604020202020204" pitchFamily="34" charset="0"/>
              <a:buChar char="•"/>
            </a:pPr>
            <a:endParaRPr lang="fr-FR" dirty="0">
              <a:solidFill>
                <a:schemeClr val="bg1"/>
              </a:solidFill>
            </a:endParaRPr>
          </a:p>
          <a:p>
            <a:pPr marL="285750" indent="-285750">
              <a:buFont typeface="Arial" panose="020B0604020202020204" pitchFamily="34" charset="0"/>
              <a:buChar char="•"/>
            </a:pPr>
            <a:r>
              <a:rPr lang="fr-FR" dirty="0">
                <a:solidFill>
                  <a:schemeClr val="bg1"/>
                </a:solidFill>
              </a:rPr>
              <a:t>Adaptée à la réalité</a:t>
            </a:r>
          </a:p>
          <a:p>
            <a:pPr marL="285750" indent="-285750">
              <a:buFont typeface="Arial" panose="020B0604020202020204" pitchFamily="34" charset="0"/>
              <a:buChar char="•"/>
            </a:pPr>
            <a:endParaRPr lang="fr-FR" dirty="0">
              <a:solidFill>
                <a:schemeClr val="bg1"/>
              </a:solidFill>
            </a:endParaRPr>
          </a:p>
          <a:p>
            <a:pPr marL="285750" indent="-285750">
              <a:buFont typeface="Arial" panose="020B0604020202020204" pitchFamily="34" charset="0"/>
              <a:buChar char="•"/>
            </a:pPr>
            <a:r>
              <a:rPr lang="fr-FR" dirty="0">
                <a:solidFill>
                  <a:schemeClr val="bg1"/>
                </a:solidFill>
              </a:rPr>
              <a:t>Flexibilité d'apprentissage</a:t>
            </a:r>
          </a:p>
        </p:txBody>
      </p:sp>
      <p:sp>
        <p:nvSpPr>
          <p:cNvPr id="5" name="Espace réservé du numéro de diapositive 4">
            <a:extLst>
              <a:ext uri="{FF2B5EF4-FFF2-40B4-BE49-F238E27FC236}">
                <a16:creationId xmlns:a16="http://schemas.microsoft.com/office/drawing/2014/main" id="{23D18DD9-2199-D765-DFC5-022416D3C81F}"/>
              </a:ext>
            </a:extLst>
          </p:cNvPr>
          <p:cNvSpPr>
            <a:spLocks noGrp="1"/>
          </p:cNvSpPr>
          <p:nvPr>
            <p:ph type="sldNum" sz="quarter" idx="12"/>
          </p:nvPr>
        </p:nvSpPr>
        <p:spPr/>
        <p:txBody>
          <a:bodyPr/>
          <a:lstStyle/>
          <a:p>
            <a:fld id="{BBC07E23-5D66-4BDA-857C-D8615BC30D33}" type="slidenum">
              <a:rPr lang="fr-FR" smtClean="0"/>
              <a:t>20</a:t>
            </a:fld>
            <a:endParaRPr lang="fr-FR"/>
          </a:p>
        </p:txBody>
      </p:sp>
    </p:spTree>
    <p:extLst>
      <p:ext uri="{BB962C8B-B14F-4D97-AF65-F5344CB8AC3E}">
        <p14:creationId xmlns:p14="http://schemas.microsoft.com/office/powerpoint/2010/main" val="317412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14ACF0-BEE7-9776-296F-E5FD2B55EC6B}"/>
            </a:ext>
          </a:extLst>
        </p:cNvPr>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Rectangle 76">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Freeform: Shape 80">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ZoneTexte 2">
            <a:extLst>
              <a:ext uri="{FF2B5EF4-FFF2-40B4-BE49-F238E27FC236}">
                <a16:creationId xmlns:a16="http://schemas.microsoft.com/office/drawing/2014/main" id="{11A8254C-4A28-2E6A-DFEC-DF12A6B0C935}"/>
              </a:ext>
            </a:extLst>
          </p:cNvPr>
          <p:cNvSpPr txBox="1"/>
          <p:nvPr/>
        </p:nvSpPr>
        <p:spPr>
          <a:xfrm>
            <a:off x="660041" y="2767106"/>
            <a:ext cx="2880828" cy="3071906"/>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4000" kern="1200" dirty="0" err="1">
                <a:solidFill>
                  <a:srgbClr val="FFFFFF"/>
                </a:solidFill>
                <a:latin typeface="+mj-lt"/>
                <a:ea typeface="+mj-ea"/>
                <a:cs typeface="+mj-cs"/>
              </a:rPr>
              <a:t>Défis</a:t>
            </a:r>
            <a:r>
              <a:rPr lang="en-US" sz="4000" kern="1200" dirty="0">
                <a:solidFill>
                  <a:srgbClr val="FFFFFF"/>
                </a:solidFill>
                <a:latin typeface="+mj-lt"/>
                <a:ea typeface="+mj-ea"/>
                <a:cs typeface="+mj-cs"/>
              </a:rPr>
              <a:t> </a:t>
            </a:r>
            <a:r>
              <a:rPr lang="en-US" sz="4000" kern="1200" dirty="0" err="1">
                <a:solidFill>
                  <a:srgbClr val="FFFFFF"/>
                </a:solidFill>
                <a:latin typeface="+mj-lt"/>
                <a:ea typeface="+mj-ea"/>
                <a:cs typeface="+mj-cs"/>
              </a:rPr>
              <a:t>ouverts</a:t>
            </a:r>
            <a:r>
              <a:rPr lang="en-US" sz="4000" kern="1200" dirty="0">
                <a:solidFill>
                  <a:srgbClr val="FFFFFF"/>
                </a:solidFill>
                <a:latin typeface="+mj-lt"/>
                <a:ea typeface="+mj-ea"/>
                <a:cs typeface="+mj-cs"/>
              </a:rPr>
              <a:t> et solutions possibles :</a:t>
            </a:r>
          </a:p>
        </p:txBody>
      </p:sp>
      <p:pic>
        <p:nvPicPr>
          <p:cNvPr id="48" name="Graphic 47" descr="Ampoule">
            <a:extLst>
              <a:ext uri="{FF2B5EF4-FFF2-40B4-BE49-F238E27FC236}">
                <a16:creationId xmlns:a16="http://schemas.microsoft.com/office/drawing/2014/main" id="{85324288-9544-26DB-290D-F606B3A8B00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153510" y="467208"/>
            <a:ext cx="5923584" cy="5923584"/>
          </a:xfrm>
          <a:prstGeom prst="rect">
            <a:avLst/>
          </a:prstGeom>
        </p:spPr>
      </p:pic>
      <p:sp>
        <p:nvSpPr>
          <p:cNvPr id="5" name="Espace réservé du numéro de diapositive 4">
            <a:extLst>
              <a:ext uri="{FF2B5EF4-FFF2-40B4-BE49-F238E27FC236}">
                <a16:creationId xmlns:a16="http://schemas.microsoft.com/office/drawing/2014/main" id="{F4BC51B5-7B7A-00B6-AE14-32A3548BE55F}"/>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21</a:t>
            </a:fld>
            <a:endParaRPr lang="en-US" sz="1100">
              <a:solidFill>
                <a:schemeClr val="tx1">
                  <a:lumMod val="50000"/>
                  <a:lumOff val="50000"/>
                </a:schemeClr>
              </a:solidFill>
            </a:endParaRPr>
          </a:p>
        </p:txBody>
      </p:sp>
    </p:spTree>
    <p:extLst>
      <p:ext uri="{BB962C8B-B14F-4D97-AF65-F5344CB8AC3E}">
        <p14:creationId xmlns:p14="http://schemas.microsoft.com/office/powerpoint/2010/main" val="427527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500"/>
                                  </p:stCondLst>
                                  <p:iterate>
                                    <p:tmPct val="10000"/>
                                  </p:iterate>
                                  <p:childTnLst>
                                    <p:set>
                                      <p:cBhvr>
                                        <p:cTn id="6" dur="1" fill="hold">
                                          <p:stCondLst>
                                            <p:cond delay="0"/>
                                          </p:stCondLst>
                                        </p:cTn>
                                        <p:tgtEl>
                                          <p:spTgt spid="48"/>
                                        </p:tgtEl>
                                        <p:attrNameLst>
                                          <p:attrName>style.visibility</p:attrName>
                                        </p:attrNameLst>
                                      </p:cBhvr>
                                      <p:to>
                                        <p:strVal val="visible"/>
                                      </p:to>
                                    </p:set>
                                    <p:animEffect transition="in" filter="fade">
                                      <p:cBhvr>
                                        <p:cTn id="7" dur="7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535EC-3D36-3C1B-5E8D-94956D810C7D}"/>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C92C2BA-6A82-7941-09A0-3B873A353188}"/>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b="1" kern="1200" dirty="0" err="1">
                <a:solidFill>
                  <a:srgbClr val="FFFFFF"/>
                </a:solidFill>
                <a:latin typeface="+mj-lt"/>
                <a:ea typeface="+mj-ea"/>
                <a:cs typeface="+mj-cs"/>
              </a:rPr>
              <a:t>Qualité</a:t>
            </a:r>
            <a:r>
              <a:rPr lang="en-US" sz="4000" b="1" kern="1200" dirty="0">
                <a:solidFill>
                  <a:srgbClr val="FFFFFF"/>
                </a:solidFill>
                <a:latin typeface="+mj-lt"/>
                <a:ea typeface="+mj-ea"/>
                <a:cs typeface="+mj-cs"/>
              </a:rPr>
              <a:t> des données :</a:t>
            </a:r>
          </a:p>
        </p:txBody>
      </p:sp>
      <p:sp>
        <p:nvSpPr>
          <p:cNvPr id="4" name="ZoneTexte 3">
            <a:extLst>
              <a:ext uri="{FF2B5EF4-FFF2-40B4-BE49-F238E27FC236}">
                <a16:creationId xmlns:a16="http://schemas.microsoft.com/office/drawing/2014/main" id="{894C3EDE-840F-25C0-4FCC-3C04444E36F7}"/>
              </a:ext>
            </a:extLst>
          </p:cNvPr>
          <p:cNvSpPr txBox="1"/>
          <p:nvPr/>
        </p:nvSpPr>
        <p:spPr>
          <a:xfrm>
            <a:off x="1371599" y="2318197"/>
            <a:ext cx="9724031" cy="3683358"/>
          </a:xfrm>
          <a:prstGeom prst="rect">
            <a:avLst/>
          </a:prstGeom>
        </p:spPr>
        <p:txBody>
          <a:bodyPr vert="horz" lIns="91440" tIns="45720" rIns="91440" bIns="45720" rtlCol="0" anchor="ctr">
            <a:normAutofit/>
          </a:bodyPr>
          <a:lstStyle/>
          <a:p>
            <a:pPr>
              <a:lnSpc>
                <a:spcPct val="90000"/>
              </a:lnSpc>
              <a:spcAft>
                <a:spcPts val="600"/>
              </a:spcAft>
            </a:pPr>
            <a:r>
              <a:rPr lang="fr-FR" sz="2000" b="1" dirty="0"/>
              <a:t>Défis </a:t>
            </a:r>
            <a:r>
              <a:rPr lang="en-US" sz="2000" b="1" dirty="0"/>
              <a:t>:</a:t>
            </a:r>
          </a:p>
          <a:p>
            <a:pPr marL="285750" lvl="0" indent="-285750">
              <a:buFont typeface="Arial" panose="020B0604020202020204" pitchFamily="34" charset="0"/>
              <a:buChar char="•"/>
            </a:pPr>
            <a:r>
              <a:rPr lang="es-AR" dirty="0" err="1"/>
              <a:t>Petite</a:t>
            </a:r>
            <a:r>
              <a:rPr lang="es-AR" dirty="0"/>
              <a:t> </a:t>
            </a:r>
            <a:r>
              <a:rPr lang="es-AR" dirty="0" err="1"/>
              <a:t>taille</a:t>
            </a:r>
            <a:r>
              <a:rPr lang="es-AR" dirty="0"/>
              <a:t> du </a:t>
            </a:r>
            <a:r>
              <a:rPr lang="es-AR" dirty="0" err="1"/>
              <a:t>dataset</a:t>
            </a:r>
            <a:endParaRPr lang="es-AR" dirty="0"/>
          </a:p>
          <a:p>
            <a:pPr marL="285750" lvl="0" indent="-285750">
              <a:buFont typeface="Arial" panose="020B0604020202020204" pitchFamily="34" charset="0"/>
              <a:buChar char="•"/>
            </a:pPr>
            <a:r>
              <a:rPr lang="es-AR" dirty="0" err="1"/>
              <a:t>Catégories</a:t>
            </a:r>
            <a:r>
              <a:rPr lang="es-AR" dirty="0"/>
              <a:t> </a:t>
            </a:r>
            <a:r>
              <a:rPr lang="es-AR" dirty="0" err="1"/>
              <a:t>déséquilibrées</a:t>
            </a:r>
            <a:endParaRPr lang="es-AR" dirty="0"/>
          </a:p>
          <a:p>
            <a:pPr marL="285750" lvl="0" indent="-285750">
              <a:buFont typeface="Arial" panose="020B0604020202020204" pitchFamily="34" charset="0"/>
              <a:buChar char="•"/>
            </a:pPr>
            <a:r>
              <a:rPr lang="es-AR" dirty="0" err="1"/>
              <a:t>Erreurs</a:t>
            </a:r>
            <a:r>
              <a:rPr lang="es-AR" dirty="0"/>
              <a:t> </a:t>
            </a:r>
            <a:r>
              <a:rPr lang="es-AR" dirty="0" err="1"/>
              <a:t>d’annotation</a:t>
            </a:r>
            <a:endParaRPr lang="es-AR" dirty="0"/>
          </a:p>
          <a:p>
            <a:pPr lvl="1" indent="-228600">
              <a:lnSpc>
                <a:spcPct val="90000"/>
              </a:lnSpc>
              <a:spcAft>
                <a:spcPts val="600"/>
              </a:spcAft>
              <a:buFont typeface="Arial" panose="020B0604020202020204" pitchFamily="34" charset="0"/>
              <a:buChar char="•"/>
            </a:pPr>
            <a:endParaRPr lang="en-US" sz="2000" dirty="0"/>
          </a:p>
          <a:p>
            <a:pPr>
              <a:lnSpc>
                <a:spcPct val="90000"/>
              </a:lnSpc>
              <a:spcAft>
                <a:spcPts val="600"/>
              </a:spcAft>
            </a:pPr>
            <a:r>
              <a:rPr lang="en-US" sz="2000" b="1" dirty="0"/>
              <a:t>Solutions possibles :</a:t>
            </a:r>
          </a:p>
          <a:p>
            <a:pPr marL="285750" lvl="0" indent="-285750">
              <a:buFont typeface="Arial" panose="020B0604020202020204" pitchFamily="34" charset="0"/>
              <a:buChar char="•"/>
            </a:pPr>
            <a:r>
              <a:rPr lang="fr-FR" dirty="0"/>
              <a:t>Utilisation de </a:t>
            </a:r>
            <a:r>
              <a:rPr lang="fr-FR" dirty="0" err="1"/>
              <a:t>datasets</a:t>
            </a:r>
            <a:r>
              <a:rPr lang="fr-FR" dirty="0"/>
              <a:t> augmentés par des données synthétiques</a:t>
            </a:r>
            <a:endParaRPr lang="es-AR" dirty="0"/>
          </a:p>
          <a:p>
            <a:pPr marL="285750" lvl="0" indent="-285750">
              <a:buFont typeface="Arial" panose="020B0604020202020204" pitchFamily="34" charset="0"/>
              <a:buChar char="•"/>
            </a:pPr>
            <a:r>
              <a:rPr lang="fr-FR" dirty="0"/>
              <a:t>Augmentation du nombre de capteurs</a:t>
            </a:r>
            <a:endParaRPr lang="es-AR" dirty="0"/>
          </a:p>
          <a:p>
            <a:pPr marL="285750" lvl="0" indent="-285750">
              <a:buFont typeface="Arial" panose="020B0604020202020204" pitchFamily="34" charset="0"/>
              <a:buChar char="•"/>
            </a:pPr>
            <a:r>
              <a:rPr lang="fr-FR" dirty="0"/>
              <a:t>Porter une attention particulière à l’équilibre des données</a:t>
            </a:r>
            <a:endParaRPr lang="es-AR"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5" name="Espace réservé du numéro de diapositive 4">
            <a:extLst>
              <a:ext uri="{FF2B5EF4-FFF2-40B4-BE49-F238E27FC236}">
                <a16:creationId xmlns:a16="http://schemas.microsoft.com/office/drawing/2014/main" id="{E6CCEE14-FA7D-C8F6-2B28-F84F4CE63AA5}"/>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22</a:t>
            </a:fld>
            <a:endParaRPr lang="en-US" sz="1100">
              <a:solidFill>
                <a:schemeClr val="tx1">
                  <a:lumMod val="50000"/>
                  <a:lumOff val="50000"/>
                </a:schemeClr>
              </a:solidFill>
            </a:endParaRPr>
          </a:p>
        </p:txBody>
      </p:sp>
    </p:spTree>
    <p:extLst>
      <p:ext uri="{BB962C8B-B14F-4D97-AF65-F5344CB8AC3E}">
        <p14:creationId xmlns:p14="http://schemas.microsoft.com/office/powerpoint/2010/main" val="40116636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29084C-8296-34FA-BA65-E4FE210BBF58}"/>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87169BE-AB4D-733E-CE83-AF0BE93E9622}"/>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Perte </a:t>
            </a:r>
            <a:r>
              <a:rPr lang="en-US" sz="4000" kern="1200" dirty="0" err="1">
                <a:solidFill>
                  <a:srgbClr val="FFFFFF"/>
                </a:solidFill>
                <a:latin typeface="+mj-lt"/>
                <a:ea typeface="+mj-ea"/>
                <a:cs typeface="+mj-cs"/>
              </a:rPr>
              <a:t>d’information</a:t>
            </a:r>
            <a:r>
              <a:rPr lang="en-US" sz="4000" kern="1200" dirty="0">
                <a:solidFill>
                  <a:srgbClr val="FFFFFF"/>
                </a:solidFill>
                <a:latin typeface="+mj-lt"/>
                <a:ea typeface="+mj-ea"/>
                <a:cs typeface="+mj-cs"/>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791137E7-8003-ABE0-A758-C52792C603EB}"/>
              </a:ext>
            </a:extLst>
          </p:cNvPr>
          <p:cNvSpPr txBox="1"/>
          <p:nvPr/>
        </p:nvSpPr>
        <p:spPr>
          <a:xfrm>
            <a:off x="1371599" y="2739983"/>
            <a:ext cx="9724031" cy="2975466"/>
          </a:xfrm>
          <a:prstGeom prst="rect">
            <a:avLst/>
          </a:prstGeom>
        </p:spPr>
        <p:txBody>
          <a:bodyPr vert="horz" lIns="91440" tIns="45720" rIns="91440" bIns="45720" rtlCol="0" anchor="ctr">
            <a:normAutofit lnSpcReduction="10000"/>
          </a:bodyPr>
          <a:lstStyle/>
          <a:p>
            <a:r>
              <a:rPr lang="fr-FR" b="1" dirty="0"/>
              <a:t>Défis :</a:t>
            </a:r>
            <a:br>
              <a:rPr lang="fr-FR" dirty="0"/>
            </a:br>
            <a:r>
              <a:rPr lang="fr-FR" dirty="0"/>
              <a:t>La fusion entraîne une perte d’informations lors de la translation des données d’une modalité vers une autre.</a:t>
            </a:r>
            <a:br>
              <a:rPr lang="fr-FR" dirty="0"/>
            </a:br>
            <a:r>
              <a:rPr lang="fr-FR" dirty="0"/>
              <a:t>Par exemple, lors du passage d’une modalité 3D vers 2D, il y a une perte d’informations, tout comme lors de la transformation d’une image en description textuelle.</a:t>
            </a:r>
          </a:p>
          <a:p>
            <a:endParaRPr lang="es-AR" dirty="0"/>
          </a:p>
          <a:p>
            <a:r>
              <a:rPr lang="es-AR" b="1" dirty="0" err="1"/>
              <a:t>Solutions</a:t>
            </a:r>
            <a:r>
              <a:rPr lang="es-AR" b="1" dirty="0"/>
              <a:t> </a:t>
            </a:r>
            <a:r>
              <a:rPr lang="es-AR" b="1" dirty="0" err="1"/>
              <a:t>possibles</a:t>
            </a:r>
            <a:r>
              <a:rPr lang="es-AR" b="1" dirty="0"/>
              <a:t> :</a:t>
            </a:r>
          </a:p>
          <a:p>
            <a:pPr marL="285750" indent="-285750">
              <a:buFont typeface="Arial" panose="020B0604020202020204" pitchFamily="34" charset="0"/>
              <a:buChar char="•"/>
            </a:pPr>
            <a:r>
              <a:rPr lang="fr-FR" dirty="0"/>
              <a:t>NAS (Neural Architecture </a:t>
            </a:r>
            <a:r>
              <a:rPr lang="fr-FR" dirty="0" err="1"/>
              <a:t>Search</a:t>
            </a:r>
            <a:r>
              <a:rPr lang="fr-FR" dirty="0"/>
              <a:t>)</a:t>
            </a:r>
          </a:p>
          <a:p>
            <a:pPr marL="742950" lvl="1" indent="-285750">
              <a:buFont typeface="Arial" panose="020B0604020202020204" pitchFamily="34" charset="0"/>
              <a:buChar char="•"/>
            </a:pPr>
            <a:r>
              <a:rPr lang="fr-FR" dirty="0"/>
              <a:t>Chercher automatiquement une architecture de réseau plus adaptée.</a:t>
            </a:r>
          </a:p>
          <a:p>
            <a:pPr marL="742950" lvl="1" indent="-285750">
              <a:buFont typeface="Arial" panose="020B0604020202020204" pitchFamily="34" charset="0"/>
              <a:buChar char="•"/>
            </a:pPr>
            <a:r>
              <a:rPr lang="fr-FR" dirty="0"/>
              <a:t>Déterminer où et comment fusionne.</a:t>
            </a:r>
          </a:p>
          <a:p>
            <a:pPr marL="742950" lvl="1" indent="-285750">
              <a:buFont typeface="Arial" panose="020B0604020202020204" pitchFamily="34" charset="0"/>
              <a:buChar char="•"/>
            </a:pPr>
            <a:r>
              <a:rPr lang="fr-FR" dirty="0"/>
              <a:t>Trouver une structure qui maximise la performance tout en minimisant la perte d’info</a:t>
            </a:r>
          </a:p>
          <a:p>
            <a:pPr marL="742950" lvl="1" indent="-285750">
              <a:buFont typeface="Arial" panose="020B0604020202020204" pitchFamily="34" charset="0"/>
              <a:buChar char="•"/>
            </a:pPr>
            <a:endParaRPr lang="fr-FR" dirty="0"/>
          </a:p>
          <a:p>
            <a:pPr marL="742950" lvl="1" indent="-285750">
              <a:buFont typeface="Arial" panose="020B0604020202020204" pitchFamily="34" charset="0"/>
              <a:buChar char="•"/>
            </a:pPr>
            <a:endParaRPr lang="es-AR" dirty="0"/>
          </a:p>
        </p:txBody>
      </p:sp>
      <p:sp>
        <p:nvSpPr>
          <p:cNvPr id="5" name="Espace réservé du numéro de diapositive 4">
            <a:extLst>
              <a:ext uri="{FF2B5EF4-FFF2-40B4-BE49-F238E27FC236}">
                <a16:creationId xmlns:a16="http://schemas.microsoft.com/office/drawing/2014/main" id="{FAD93120-1070-07DE-38AA-60EC49C77119}"/>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23</a:t>
            </a:fld>
            <a:endParaRPr lang="en-US" sz="1100">
              <a:solidFill>
                <a:schemeClr val="tx1">
                  <a:lumMod val="50000"/>
                  <a:lumOff val="50000"/>
                </a:schemeClr>
              </a:solidFill>
            </a:endParaRPr>
          </a:p>
        </p:txBody>
      </p:sp>
    </p:spTree>
    <p:extLst>
      <p:ext uri="{BB962C8B-B14F-4D97-AF65-F5344CB8AC3E}">
        <p14:creationId xmlns:p14="http://schemas.microsoft.com/office/powerpoint/2010/main" val="6665884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465869-182C-0AD0-A4D8-34AB5377BB1F}"/>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8662677-2987-83B9-FD1A-E6F0E23072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C3A56EC-A386-15BC-C4E0-FC6763B68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49709FE-A78E-A6BE-DA78-8222DA37B9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70CDC970-1033-520F-C0C8-BA2BDD957E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FF22B140-637E-C299-E830-F6A275B9D7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4953D0E-538C-E65F-8715-0B1F02587055}"/>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Accumulation</a:t>
            </a:r>
            <a:r>
              <a:rPr lang="es-AR" sz="4000" dirty="0">
                <a:solidFill>
                  <a:schemeClr val="bg1"/>
                </a:solidFill>
              </a:rPr>
              <a:t> </a:t>
            </a:r>
            <a:r>
              <a:rPr lang="es-AR" sz="4000" dirty="0" err="1">
                <a:solidFill>
                  <a:schemeClr val="bg1"/>
                </a:solidFill>
              </a:rPr>
              <a:t>d’erreurs</a:t>
            </a:r>
            <a:r>
              <a:rPr lang="es-AR" sz="4000" dirty="0">
                <a:solidFill>
                  <a:schemeClr val="bg1"/>
                </a:solidFill>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AE10B7C0-48FB-2B2E-295E-D7798BA132E4}"/>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endParaRPr lang="es-AR" b="1" dirty="0"/>
          </a:p>
          <a:p>
            <a:r>
              <a:rPr lang="fr-FR" dirty="0"/>
              <a:t>La fusion de modalités peut introduire du bruit.</a:t>
            </a:r>
            <a:br>
              <a:rPr lang="fr-FR" dirty="0"/>
            </a:br>
            <a:r>
              <a:rPr lang="fr-FR" dirty="0"/>
              <a:t>On distingue deux types de bruit : interne et externe.</a:t>
            </a:r>
            <a:endParaRPr lang="es-AR" dirty="0"/>
          </a:p>
          <a:p>
            <a:pPr marL="285750" lvl="0" indent="-285750">
              <a:buFont typeface="Arial" panose="020B0604020202020204" pitchFamily="34" charset="0"/>
              <a:buChar char="•"/>
            </a:pPr>
            <a:r>
              <a:rPr lang="fr-FR" dirty="0"/>
              <a:t>Bruit interne ou bruit caractéristique : bruit intrinsèque aux données. </a:t>
            </a:r>
            <a:endParaRPr lang="es-AR" dirty="0"/>
          </a:p>
          <a:p>
            <a:pPr marL="285750" lvl="0" indent="-285750">
              <a:buFont typeface="Arial" panose="020B0604020202020204" pitchFamily="34" charset="0"/>
              <a:buChar char="•"/>
            </a:pPr>
            <a:r>
              <a:rPr lang="fr-FR" dirty="0"/>
              <a:t>Bruit externe : bruit généré lors de l’étape de fusion des données multimodales.</a:t>
            </a:r>
          </a:p>
          <a:p>
            <a:pPr lvl="0"/>
            <a:endParaRPr lang="es-AR" dirty="0"/>
          </a:p>
          <a:p>
            <a:r>
              <a:rPr lang="fr-FR" b="1" dirty="0"/>
              <a:t>Solution possible :</a:t>
            </a:r>
          </a:p>
          <a:p>
            <a:pPr marL="285750" indent="-285750">
              <a:buFont typeface="Arial" panose="020B0604020202020204" pitchFamily="34" charset="0"/>
              <a:buChar char="•"/>
            </a:pPr>
            <a:r>
              <a:rPr lang="fr-FR" dirty="0"/>
              <a:t>Choisir de meilleures méthodes d’alignement et de fusion</a:t>
            </a:r>
          </a:p>
          <a:p>
            <a:pPr marL="285750" indent="-285750">
              <a:buFont typeface="Arial" panose="020B0604020202020204" pitchFamily="34" charset="0"/>
              <a:buChar char="•"/>
            </a:pPr>
            <a:r>
              <a:rPr lang="fr-FR" dirty="0"/>
              <a:t>Utiliser la translation</a:t>
            </a:r>
            <a:endParaRPr lang="es-AR" dirty="0"/>
          </a:p>
        </p:txBody>
      </p:sp>
      <p:sp>
        <p:nvSpPr>
          <p:cNvPr id="5" name="Espace réservé du numéro de diapositive 4">
            <a:extLst>
              <a:ext uri="{FF2B5EF4-FFF2-40B4-BE49-F238E27FC236}">
                <a16:creationId xmlns:a16="http://schemas.microsoft.com/office/drawing/2014/main" id="{7DB018E5-5FE0-67F5-F871-6859B93E3683}"/>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24</a:t>
            </a:fld>
            <a:endParaRPr lang="en-US" sz="1100">
              <a:solidFill>
                <a:schemeClr val="tx1">
                  <a:lumMod val="50000"/>
                  <a:lumOff val="50000"/>
                </a:schemeClr>
              </a:solidFill>
            </a:endParaRPr>
          </a:p>
        </p:txBody>
      </p:sp>
    </p:spTree>
    <p:extLst>
      <p:ext uri="{BB962C8B-B14F-4D97-AF65-F5344CB8AC3E}">
        <p14:creationId xmlns:p14="http://schemas.microsoft.com/office/powerpoint/2010/main" val="24272092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B0CD2A-8E6D-2DBB-6389-51011E910A23}"/>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DCF7D8CD-41B6-44ED-DB0B-200027560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BEB649D1-F5A6-A58D-54E5-DE7B09F431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94F123C3-9D97-9176-723A-81EBFA0B37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F1EB907-CB4D-0490-8444-DD281BD92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35FD5B13-5DFE-E687-D310-D7C04106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AB2B2AF8-27E9-4D0C-2086-9FEE61CCCEEC}"/>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Quantité</a:t>
            </a:r>
            <a:r>
              <a:rPr lang="es-AR" sz="4000" dirty="0">
                <a:solidFill>
                  <a:schemeClr val="bg1"/>
                </a:solidFill>
              </a:rPr>
              <a:t> de </a:t>
            </a:r>
            <a:r>
              <a:rPr lang="es-AR" sz="4000" dirty="0" err="1">
                <a:solidFill>
                  <a:schemeClr val="bg1"/>
                </a:solidFill>
              </a:rPr>
              <a:t>modalités</a:t>
            </a:r>
            <a:r>
              <a:rPr lang="es-AR" sz="4000" dirty="0">
                <a:solidFill>
                  <a:schemeClr val="bg1"/>
                </a:solidFill>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56C6DEFA-50C4-CE09-0628-526BB66E9012}"/>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br>
              <a:rPr lang="fr-FR" dirty="0"/>
            </a:br>
            <a:r>
              <a:rPr lang="fr-FR" dirty="0"/>
              <a:t>La plupart des travaux de fusion multimodale se limitent à deux modalités, car l’ajout de modalités supplémentaires augmente fortement la dimension des caractéristiques et introduit davantage de bruit, et rendant les calculs plus complexes. Pourtant, certains domaines comme la conduite autonome </a:t>
            </a:r>
            <a:r>
              <a:rPr lang="fr-FR" dirty="0" err="1"/>
              <a:t>necessite</a:t>
            </a:r>
            <a:r>
              <a:rPr lang="fr-FR" dirty="0"/>
              <a:t>, l’utilisation de plus de modalité.</a:t>
            </a:r>
          </a:p>
          <a:p>
            <a:endParaRPr lang="es-AR" dirty="0"/>
          </a:p>
          <a:p>
            <a:r>
              <a:rPr lang="es-AR" b="1" dirty="0" err="1"/>
              <a:t>Solutions</a:t>
            </a:r>
            <a:r>
              <a:rPr lang="es-AR" b="1" dirty="0"/>
              <a:t> </a:t>
            </a:r>
            <a:r>
              <a:rPr lang="es-AR" b="1" dirty="0" err="1"/>
              <a:t>possibles</a:t>
            </a:r>
            <a:r>
              <a:rPr lang="es-AR" b="1" dirty="0"/>
              <a:t> :</a:t>
            </a:r>
            <a:endParaRPr lang="es-AR" dirty="0"/>
          </a:p>
          <a:p>
            <a:pPr marL="285750" lvl="0" indent="-285750">
              <a:buFont typeface="Arial" panose="020B0604020202020204" pitchFamily="34" charset="0"/>
              <a:buChar char="•"/>
            </a:pPr>
            <a:r>
              <a:rPr lang="fr-FR" dirty="0"/>
              <a:t>Réduction de dimension</a:t>
            </a:r>
            <a:endParaRPr lang="es-AR" dirty="0"/>
          </a:p>
          <a:p>
            <a:pPr marL="742950" lvl="1" indent="-285750">
              <a:buFont typeface="Arial" panose="020B0604020202020204" pitchFamily="34" charset="0"/>
              <a:buChar char="•"/>
            </a:pPr>
            <a:r>
              <a:rPr lang="fr-FR" dirty="0"/>
              <a:t>PCA </a:t>
            </a:r>
            <a:endParaRPr lang="es-AR" dirty="0"/>
          </a:p>
          <a:p>
            <a:pPr marL="742950" lvl="1" indent="-285750">
              <a:buFont typeface="Arial" panose="020B0604020202020204" pitchFamily="34" charset="0"/>
              <a:buChar char="•"/>
            </a:pPr>
            <a:r>
              <a:rPr lang="fr-FR" dirty="0"/>
              <a:t>GPLVM (</a:t>
            </a:r>
            <a:r>
              <a:rPr lang="fr-FR" dirty="0" err="1"/>
              <a:t>Gaussian</a:t>
            </a:r>
            <a:r>
              <a:rPr lang="fr-FR" dirty="0"/>
              <a:t> Process Latent Variable Model) </a:t>
            </a:r>
            <a:endParaRPr lang="es-AR" dirty="0"/>
          </a:p>
          <a:p>
            <a:pPr marL="285750" lvl="0" indent="-285750">
              <a:buFont typeface="Arial" panose="020B0604020202020204" pitchFamily="34" charset="0"/>
              <a:buChar char="•"/>
            </a:pPr>
            <a:r>
              <a:rPr lang="fr-FR" dirty="0"/>
              <a:t>Filtrage de caractéristiques </a:t>
            </a:r>
          </a:p>
          <a:p>
            <a:pPr marL="285750" lvl="0" indent="-285750">
              <a:buFont typeface="Arial" panose="020B0604020202020204" pitchFamily="34" charset="0"/>
              <a:buChar char="•"/>
            </a:pPr>
            <a:r>
              <a:rPr lang="fr-FR" dirty="0"/>
              <a:t>Clustering</a:t>
            </a:r>
            <a:endParaRPr lang="es-AR" dirty="0"/>
          </a:p>
        </p:txBody>
      </p:sp>
      <p:sp>
        <p:nvSpPr>
          <p:cNvPr id="5" name="Espace réservé du numéro de diapositive 4">
            <a:extLst>
              <a:ext uri="{FF2B5EF4-FFF2-40B4-BE49-F238E27FC236}">
                <a16:creationId xmlns:a16="http://schemas.microsoft.com/office/drawing/2014/main" id="{D67FC217-BB39-28B0-08FA-FD5D3BFF4205}"/>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25</a:t>
            </a:fld>
            <a:endParaRPr lang="en-US" sz="1100">
              <a:solidFill>
                <a:schemeClr val="tx1">
                  <a:lumMod val="50000"/>
                  <a:lumOff val="50000"/>
                </a:schemeClr>
              </a:solidFill>
            </a:endParaRPr>
          </a:p>
        </p:txBody>
      </p:sp>
    </p:spTree>
    <p:extLst>
      <p:ext uri="{BB962C8B-B14F-4D97-AF65-F5344CB8AC3E}">
        <p14:creationId xmlns:p14="http://schemas.microsoft.com/office/powerpoint/2010/main" val="5123976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956481-9C05-C2EE-4200-B0B1877D0AC4}"/>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490D6A23-E5B7-28C5-4D99-C98CAAAA19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0DA95082-9737-2E22-E612-9D8A27B396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211EB1D-644F-0A20-5605-D3866F908A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E2913725-AD89-0A77-BC77-B357BA23AF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240E08C-EC2E-13C2-DC8F-EB7CABF859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2401567-F394-572A-CCC9-BEC421F65B22}"/>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Garantie</a:t>
            </a:r>
            <a:r>
              <a:rPr lang="es-AR" sz="4000" dirty="0">
                <a:solidFill>
                  <a:schemeClr val="bg1"/>
                </a:solidFill>
              </a:rPr>
              <a:t> en </a:t>
            </a:r>
            <a:r>
              <a:rPr lang="es-AR" sz="4000" dirty="0" err="1">
                <a:solidFill>
                  <a:schemeClr val="bg1"/>
                </a:solidFill>
              </a:rPr>
              <a:t>temps</a:t>
            </a:r>
            <a:r>
              <a:rPr lang="es-AR" sz="4000" dirty="0">
                <a:solidFill>
                  <a:schemeClr val="bg1"/>
                </a:solidFill>
              </a:rPr>
              <a:t> </a:t>
            </a:r>
            <a:r>
              <a:rPr lang="es-AR" sz="4000" dirty="0" err="1">
                <a:solidFill>
                  <a:schemeClr val="bg1"/>
                </a:solidFill>
              </a:rPr>
              <a:t>réel</a:t>
            </a:r>
            <a:r>
              <a:rPr lang="es-AR" sz="4000" dirty="0">
                <a:solidFill>
                  <a:schemeClr val="bg1"/>
                </a:solidFill>
              </a:rPr>
              <a:t>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BE67FC27-51B8-7818-777F-D2E28AD5329F}"/>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p>
          <a:p>
            <a:r>
              <a:rPr lang="fr-FR" dirty="0"/>
              <a:t>L’ajout de plusieurs modalités implique davantage de traitement et augmente potentiellement la complexité computationnelle. Le temps de réponse peut donc s’allonger, ce qui peut limiter l’utilisation de la fusion multimodale dans des applications en temps réel.</a:t>
            </a:r>
          </a:p>
          <a:p>
            <a:endParaRPr lang="fr-FR" dirty="0"/>
          </a:p>
          <a:p>
            <a:r>
              <a:rPr lang="fr-FR" b="1" dirty="0"/>
              <a:t>Solutions possibles :</a:t>
            </a:r>
          </a:p>
          <a:p>
            <a:pPr marL="285750" indent="-285750">
              <a:buFont typeface="Arial" panose="020B0604020202020204" pitchFamily="34" charset="0"/>
              <a:buChar char="•"/>
            </a:pPr>
            <a:r>
              <a:rPr lang="fr-FR" dirty="0"/>
              <a:t>Réduire la complexité computationnelle</a:t>
            </a:r>
          </a:p>
          <a:p>
            <a:pPr marL="742950" lvl="1" indent="-285750">
              <a:buFont typeface="Arial" panose="020B0604020202020204" pitchFamily="34" charset="0"/>
              <a:buChar char="•"/>
            </a:pPr>
            <a:r>
              <a:rPr lang="fr-FR" i="1" dirty="0" err="1"/>
              <a:t>Pruning</a:t>
            </a:r>
            <a:endParaRPr lang="fr-FR" dirty="0"/>
          </a:p>
          <a:p>
            <a:pPr marL="742950" lvl="1" indent="-285750">
              <a:buFont typeface="Arial" panose="020B0604020202020204" pitchFamily="34" charset="0"/>
              <a:buChar char="•"/>
            </a:pPr>
            <a:r>
              <a:rPr lang="fr-FR" i="1" dirty="0" err="1"/>
              <a:t>Quantization</a:t>
            </a:r>
            <a:endParaRPr lang="fr-FR" dirty="0"/>
          </a:p>
          <a:p>
            <a:pPr marL="285750" indent="-285750">
              <a:buFont typeface="Arial" panose="020B0604020202020204" pitchFamily="34" charset="0"/>
              <a:buChar char="•"/>
            </a:pPr>
            <a:r>
              <a:rPr lang="fr-FR" dirty="0"/>
              <a:t>Stratégies de compression</a:t>
            </a:r>
          </a:p>
        </p:txBody>
      </p:sp>
      <p:sp>
        <p:nvSpPr>
          <p:cNvPr id="5" name="Espace réservé du numéro de diapositive 4">
            <a:extLst>
              <a:ext uri="{FF2B5EF4-FFF2-40B4-BE49-F238E27FC236}">
                <a16:creationId xmlns:a16="http://schemas.microsoft.com/office/drawing/2014/main" id="{E519E10F-12DE-2BC4-91C9-7886FA768CAC}"/>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26</a:t>
            </a:fld>
            <a:endParaRPr lang="en-US" sz="1100">
              <a:solidFill>
                <a:schemeClr val="tx1">
                  <a:lumMod val="50000"/>
                  <a:lumOff val="50000"/>
                </a:schemeClr>
              </a:solidFill>
            </a:endParaRPr>
          </a:p>
        </p:txBody>
      </p:sp>
    </p:spTree>
    <p:extLst>
      <p:ext uri="{BB962C8B-B14F-4D97-AF65-F5344CB8AC3E}">
        <p14:creationId xmlns:p14="http://schemas.microsoft.com/office/powerpoint/2010/main" val="26336402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D6F20B-B41C-7872-9D06-CA6D052A7F44}"/>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F70798C-740B-6008-ED3B-C80A3DB38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6F67D5EA-1F6B-1BB7-3383-0D98C24BC9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4333281-8043-6C86-1DAC-1F85DD2B8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B1A497E5-A508-96AE-BEA3-A80015E0F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9987398F-CB4E-F98C-E12E-3231CAC15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C92EAF7-0D0A-5152-42F4-6353CF144739}"/>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Environnement</a:t>
            </a:r>
            <a:r>
              <a:rPr lang="es-AR" sz="4000" dirty="0">
                <a:solidFill>
                  <a:schemeClr val="bg1"/>
                </a:solidFill>
              </a:rPr>
              <a:t> </a:t>
            </a:r>
            <a:r>
              <a:rPr lang="es-AR" sz="4000" dirty="0" err="1">
                <a:solidFill>
                  <a:schemeClr val="bg1"/>
                </a:solidFill>
              </a:rPr>
              <a:t>dynamique</a:t>
            </a:r>
            <a:r>
              <a:rPr lang="es-AR" sz="4000" dirty="0">
                <a:solidFill>
                  <a:schemeClr val="bg1"/>
                </a:solidFill>
              </a:rPr>
              <a:t>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8315165D-A46F-6604-6BF6-5693A7789E6E}"/>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a:t>
            </a:r>
          </a:p>
          <a:p>
            <a:r>
              <a:rPr lang="fr-FR" dirty="0"/>
              <a:t>Même si les données restent de la même modalité, elles ne sont pas figées : elles évoluent au fil du temps, comme le vocabulaire. Dans ce genre de cas, il est nécessaire de réentraîner les modèles pour les conserver à jour. Cependant, cette approche est souvent très coûteuse et peut entraîner un risque de </a:t>
            </a:r>
            <a:r>
              <a:rPr lang="fr-FR" dirty="0" err="1"/>
              <a:t>catastrophic</a:t>
            </a:r>
            <a:r>
              <a:rPr lang="fr-FR" dirty="0"/>
              <a:t> </a:t>
            </a:r>
            <a:r>
              <a:rPr lang="fr-FR" dirty="0" err="1"/>
              <a:t>forgetting</a:t>
            </a:r>
            <a:r>
              <a:rPr lang="fr-FR" dirty="0"/>
              <a:t>.</a:t>
            </a:r>
          </a:p>
          <a:p>
            <a:endParaRPr lang="fr-FR" b="1" dirty="0"/>
          </a:p>
          <a:p>
            <a:r>
              <a:rPr lang="fr-FR" b="1" dirty="0"/>
              <a:t>Solutions possibles :</a:t>
            </a:r>
          </a:p>
          <a:p>
            <a:pPr marL="285750" indent="-285750">
              <a:buFont typeface="Arial" panose="020B0604020202020204" pitchFamily="34" charset="0"/>
              <a:buChar char="•"/>
            </a:pPr>
            <a:r>
              <a:rPr lang="fr-FR" dirty="0"/>
              <a:t>Intégration des données historiques</a:t>
            </a:r>
          </a:p>
          <a:p>
            <a:pPr marL="285750" indent="-285750">
              <a:buFont typeface="Arial" panose="020B0604020202020204" pitchFamily="34" charset="0"/>
              <a:buChar char="•"/>
            </a:pPr>
            <a:r>
              <a:rPr lang="fr-FR" dirty="0"/>
              <a:t>Implémentation d’une stratégie d’</a:t>
            </a:r>
            <a:r>
              <a:rPr lang="fr-FR" dirty="0" err="1"/>
              <a:t>incremental</a:t>
            </a:r>
            <a:r>
              <a:rPr lang="fr-FR" dirty="0"/>
              <a:t> </a:t>
            </a:r>
            <a:r>
              <a:rPr lang="fr-FR" dirty="0" err="1"/>
              <a:t>learning</a:t>
            </a:r>
            <a:endParaRPr lang="fr-FR" dirty="0"/>
          </a:p>
        </p:txBody>
      </p:sp>
      <p:sp>
        <p:nvSpPr>
          <p:cNvPr id="5" name="Espace réservé du numéro de diapositive 4">
            <a:extLst>
              <a:ext uri="{FF2B5EF4-FFF2-40B4-BE49-F238E27FC236}">
                <a16:creationId xmlns:a16="http://schemas.microsoft.com/office/drawing/2014/main" id="{AE6E3619-C238-D6AA-3494-5D83B004280F}"/>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27</a:t>
            </a:fld>
            <a:endParaRPr lang="en-US" sz="1100">
              <a:solidFill>
                <a:schemeClr val="tx1">
                  <a:lumMod val="50000"/>
                  <a:lumOff val="50000"/>
                </a:schemeClr>
              </a:solidFill>
            </a:endParaRPr>
          </a:p>
        </p:txBody>
      </p:sp>
    </p:spTree>
    <p:extLst>
      <p:ext uri="{BB962C8B-B14F-4D97-AF65-F5344CB8AC3E}">
        <p14:creationId xmlns:p14="http://schemas.microsoft.com/office/powerpoint/2010/main" val="37536107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5D71013-BFAD-BB02-0D2C-046BBB56F2C9}"/>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2709E9EC-FE21-5F25-65B0-D89B9BF066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D9AE8251-E73F-509E-36D9-C2EDCE82C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F4F97546-29FC-1CCB-891C-4E2ECA96BC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ACB4FABC-A6DB-0A21-4604-20E4655BAA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C6E0FA15-5697-01FC-D593-9D661C207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B1F636E-1E33-C876-0828-499E043B06DB}"/>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fr-FR" sz="4000" dirty="0">
                <a:solidFill>
                  <a:schemeClr val="bg1"/>
                </a:solidFill>
              </a:rPr>
              <a:t>Synchronisation temporelle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C376C462-6A7E-ECA0-4F02-F2CFD133AD59}"/>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endParaRPr lang="es-AR" b="1" dirty="0"/>
          </a:p>
          <a:p>
            <a:r>
              <a:rPr lang="fr-FR" dirty="0"/>
              <a:t>La synchronisation temporelle consiste à s’assurer que les données multimodales fusionnées sont correctement alignées dans le temps et dans l’espace. Pour les longues séquences il est difficile de capturer les associations sémantiques entre modalités. </a:t>
            </a:r>
            <a:endParaRPr lang="es-AR" dirty="0"/>
          </a:p>
          <a:p>
            <a:r>
              <a:rPr lang="fr-FR" dirty="0"/>
              <a:t>La collecte des données multimodales peu présenter un désalignement dû au décalage temporel entre les capteurs. </a:t>
            </a:r>
          </a:p>
          <a:p>
            <a:endParaRPr lang="es-AR" dirty="0"/>
          </a:p>
          <a:p>
            <a:r>
              <a:rPr lang="fr-FR" b="1" dirty="0"/>
              <a:t>Solutions possibles :</a:t>
            </a:r>
            <a:endParaRPr lang="es-AR" b="1" dirty="0"/>
          </a:p>
          <a:p>
            <a:pPr marL="285750" lvl="0" indent="-285750">
              <a:buFont typeface="Arial" panose="020B0604020202020204" pitchFamily="34" charset="0"/>
              <a:buChar char="•"/>
            </a:pPr>
            <a:r>
              <a:rPr lang="fr-FR" dirty="0"/>
              <a:t>Mesures de similarité </a:t>
            </a:r>
          </a:p>
          <a:p>
            <a:pPr marL="285750" lvl="0" indent="-285750">
              <a:buFont typeface="Arial" panose="020B0604020202020204" pitchFamily="34" charset="0"/>
              <a:buChar char="•"/>
            </a:pPr>
            <a:r>
              <a:rPr lang="fr-FR" dirty="0"/>
              <a:t>Graphes de connaissances </a:t>
            </a:r>
          </a:p>
          <a:p>
            <a:pPr marL="285750" lvl="0" indent="-285750">
              <a:buFont typeface="Arial" panose="020B0604020202020204" pitchFamily="34" charset="0"/>
              <a:buChar char="•"/>
            </a:pPr>
            <a:r>
              <a:rPr lang="fr-FR" dirty="0"/>
              <a:t>Mécanisme de mise en cache pour gérer la latence des données.</a:t>
            </a:r>
            <a:endParaRPr lang="es-AR" dirty="0"/>
          </a:p>
        </p:txBody>
      </p:sp>
      <p:sp>
        <p:nvSpPr>
          <p:cNvPr id="5" name="Espace réservé du numéro de diapositive 4">
            <a:extLst>
              <a:ext uri="{FF2B5EF4-FFF2-40B4-BE49-F238E27FC236}">
                <a16:creationId xmlns:a16="http://schemas.microsoft.com/office/drawing/2014/main" id="{9C1D2BC6-A921-346B-61EE-142A208945D9}"/>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28</a:t>
            </a:fld>
            <a:endParaRPr lang="en-US" sz="1100">
              <a:solidFill>
                <a:schemeClr val="tx1">
                  <a:lumMod val="50000"/>
                  <a:lumOff val="50000"/>
                </a:schemeClr>
              </a:solidFill>
            </a:endParaRPr>
          </a:p>
        </p:txBody>
      </p:sp>
    </p:spTree>
    <p:extLst>
      <p:ext uri="{BB962C8B-B14F-4D97-AF65-F5344CB8AC3E}">
        <p14:creationId xmlns:p14="http://schemas.microsoft.com/office/powerpoint/2010/main" val="25149375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3FCB4D-5791-BDAD-9D64-F3CE4D60456E}"/>
              </a:ext>
            </a:extLst>
          </p:cNvPr>
          <p:cNvSpPr>
            <a:spLocks noGrp="1"/>
          </p:cNvSpPr>
          <p:nvPr>
            <p:ph type="title"/>
          </p:nvPr>
        </p:nvSpPr>
        <p:spPr/>
        <p:txBody>
          <a:bodyPr/>
          <a:lstStyle/>
          <a:p>
            <a:r>
              <a:rPr lang="fr-FR" dirty="0"/>
              <a:t>Sources:</a:t>
            </a:r>
            <a:endParaRPr lang="es-AR" dirty="0"/>
          </a:p>
        </p:txBody>
      </p:sp>
      <p:sp>
        <p:nvSpPr>
          <p:cNvPr id="3" name="Espace réservé du contenu 2">
            <a:extLst>
              <a:ext uri="{FF2B5EF4-FFF2-40B4-BE49-F238E27FC236}">
                <a16:creationId xmlns:a16="http://schemas.microsoft.com/office/drawing/2014/main" id="{E6FF6EA4-8A67-DB1D-5EB1-7E17095F9270}"/>
              </a:ext>
            </a:extLst>
          </p:cNvPr>
          <p:cNvSpPr>
            <a:spLocks noGrp="1"/>
          </p:cNvSpPr>
          <p:nvPr>
            <p:ph idx="1"/>
          </p:nvPr>
        </p:nvSpPr>
        <p:spPr/>
        <p:txBody>
          <a:bodyPr>
            <a:normAutofit/>
          </a:bodyPr>
          <a:lstStyle/>
          <a:p>
            <a:r>
              <a:rPr lang="en-US" sz="1600" dirty="0"/>
              <a:t>A Comprehensive Survey on Deep Learning Multi-Modal Fusion: Methods, Technologies and Applications </a:t>
            </a:r>
            <a:r>
              <a:rPr lang="es-AR" sz="1600" dirty="0" err="1"/>
              <a:t>Tianzhe</a:t>
            </a:r>
            <a:r>
              <a:rPr lang="es-AR" sz="1600" dirty="0"/>
              <a:t> </a:t>
            </a:r>
            <a:r>
              <a:rPr lang="es-AR" sz="1600" dirty="0" err="1"/>
              <a:t>Jiao</a:t>
            </a:r>
            <a:r>
              <a:rPr lang="es-AR" sz="1600" dirty="0"/>
              <a:t>, </a:t>
            </a:r>
            <a:r>
              <a:rPr lang="es-AR" sz="1600" dirty="0" err="1"/>
              <a:t>Chaopeng</a:t>
            </a:r>
            <a:r>
              <a:rPr lang="es-AR" sz="1600" dirty="0"/>
              <a:t> </a:t>
            </a:r>
            <a:r>
              <a:rPr lang="es-AR" sz="1600" dirty="0" err="1"/>
              <a:t>Guo</a:t>
            </a:r>
            <a:r>
              <a:rPr lang="es-AR" sz="1600" dirty="0"/>
              <a:t>, </a:t>
            </a:r>
            <a:r>
              <a:rPr lang="es-AR" sz="1600" dirty="0" err="1"/>
              <a:t>Xiaoyue</a:t>
            </a:r>
            <a:r>
              <a:rPr lang="es-AR" sz="1600" dirty="0"/>
              <a:t> Feng, </a:t>
            </a:r>
            <a:r>
              <a:rPr lang="es-AR" sz="1600" dirty="0" err="1"/>
              <a:t>Yuming</a:t>
            </a:r>
            <a:r>
              <a:rPr lang="es-AR" sz="1600" dirty="0"/>
              <a:t> Chen and Jie </a:t>
            </a:r>
            <a:r>
              <a:rPr lang="es-AR" sz="1600" dirty="0" err="1"/>
              <a:t>Song</a:t>
            </a:r>
            <a:r>
              <a:rPr lang="es-AR" sz="1600" dirty="0"/>
              <a:t> 2024</a:t>
            </a:r>
          </a:p>
          <a:p>
            <a:r>
              <a:rPr lang="en-US" sz="1600" dirty="0"/>
              <a:t>Multimodal Machine Learning: A Survey and Taxonomy Tadas Baltrusaitis, Chaitanya Ahuja, and Louis-Philippe Morency 2017</a:t>
            </a:r>
          </a:p>
          <a:p>
            <a:r>
              <a:rPr lang="es-AR" sz="1600" dirty="0"/>
              <a:t>Multimodal </a:t>
            </a:r>
            <a:r>
              <a:rPr lang="es-AR" sz="1600" dirty="0" err="1"/>
              <a:t>Co-learning</a:t>
            </a:r>
            <a:r>
              <a:rPr lang="es-AR" sz="1600" dirty="0"/>
              <a:t>: </a:t>
            </a:r>
            <a:r>
              <a:rPr lang="es-AR" sz="1600" dirty="0" err="1"/>
              <a:t>Challenges</a:t>
            </a:r>
            <a:r>
              <a:rPr lang="es-AR" sz="1600" dirty="0"/>
              <a:t>, </a:t>
            </a:r>
            <a:r>
              <a:rPr lang="es-AR" sz="1600" dirty="0" err="1"/>
              <a:t>Applications</a:t>
            </a:r>
            <a:r>
              <a:rPr lang="es-AR" sz="1600" dirty="0"/>
              <a:t> </a:t>
            </a:r>
            <a:r>
              <a:rPr lang="es-AR" sz="1600" dirty="0" err="1"/>
              <a:t>with</a:t>
            </a:r>
            <a:r>
              <a:rPr lang="es-AR" sz="1600" dirty="0"/>
              <a:t> </a:t>
            </a:r>
            <a:r>
              <a:rPr lang="es-AR" sz="1600" dirty="0" err="1"/>
              <a:t>Datasets</a:t>
            </a:r>
            <a:r>
              <a:rPr lang="es-AR" sz="1600" dirty="0"/>
              <a:t>, </a:t>
            </a:r>
            <a:r>
              <a:rPr lang="es-AR" sz="1600" dirty="0" err="1"/>
              <a:t>Recent</a:t>
            </a:r>
            <a:r>
              <a:rPr lang="es-AR" sz="1600" dirty="0"/>
              <a:t> </a:t>
            </a:r>
            <a:r>
              <a:rPr lang="es-AR" sz="1600" dirty="0" err="1"/>
              <a:t>Advances</a:t>
            </a:r>
            <a:r>
              <a:rPr lang="es-AR" sz="1600" dirty="0"/>
              <a:t> and Future </a:t>
            </a:r>
            <a:r>
              <a:rPr lang="es-AR" sz="1600" dirty="0" err="1"/>
              <a:t>Directions</a:t>
            </a:r>
            <a:r>
              <a:rPr lang="es-AR" sz="1600" dirty="0"/>
              <a:t> Anil </a:t>
            </a:r>
            <a:r>
              <a:rPr lang="es-AR" sz="1600" dirty="0" err="1"/>
              <a:t>Rahatea</a:t>
            </a:r>
            <a:r>
              <a:rPr lang="es-AR" sz="1600" dirty="0"/>
              <a:t> , </a:t>
            </a:r>
            <a:r>
              <a:rPr lang="es-AR" sz="1600" dirty="0" err="1"/>
              <a:t>Rahee</a:t>
            </a:r>
            <a:r>
              <a:rPr lang="es-AR" sz="1600" dirty="0"/>
              <a:t> </a:t>
            </a:r>
            <a:r>
              <a:rPr lang="es-AR" sz="1600" dirty="0" err="1"/>
              <a:t>Walambea</a:t>
            </a:r>
            <a:r>
              <a:rPr lang="es-AR" sz="1600" dirty="0"/>
              <a:t>, b, </a:t>
            </a:r>
            <a:r>
              <a:rPr lang="es-AR" sz="1600" dirty="0" err="1"/>
              <a:t>Sheela</a:t>
            </a:r>
            <a:r>
              <a:rPr lang="es-AR" sz="1600" dirty="0"/>
              <a:t> </a:t>
            </a:r>
            <a:r>
              <a:rPr lang="es-AR" sz="1600" dirty="0" err="1"/>
              <a:t>Ramannac</a:t>
            </a:r>
            <a:r>
              <a:rPr lang="es-AR" sz="1600" dirty="0"/>
              <a:t> , </a:t>
            </a:r>
            <a:r>
              <a:rPr lang="es-AR" sz="1600" dirty="0" err="1"/>
              <a:t>Ketan</a:t>
            </a:r>
            <a:r>
              <a:rPr lang="es-AR" sz="1600" dirty="0"/>
              <a:t> </a:t>
            </a:r>
            <a:r>
              <a:rPr lang="es-AR" sz="1600" dirty="0" err="1"/>
              <a:t>Kotechaa</a:t>
            </a:r>
            <a:r>
              <a:rPr lang="es-AR" sz="1600" dirty="0"/>
              <a:t> 2022 </a:t>
            </a:r>
          </a:p>
          <a:p>
            <a:r>
              <a:rPr lang="es-AR" sz="1600" dirty="0">
                <a:hlinkClick r:id="rId2">
                  <a:extLst>
                    <a:ext uri="{A12FA001-AC4F-418D-AE19-62706E023703}">
                      <ahyp:hlinkClr xmlns:ahyp="http://schemas.microsoft.com/office/drawing/2018/hyperlinkcolor" val="tx"/>
                    </a:ext>
                  </a:extLst>
                </a:hlinkClick>
              </a:rPr>
              <a:t>https://www.youtube.com/watch?v=kixc1mh55yY</a:t>
            </a:r>
            <a:endParaRPr lang="es-AR" sz="1600" dirty="0"/>
          </a:p>
          <a:p>
            <a:r>
              <a:rPr lang="es-AR" sz="1600" dirty="0"/>
              <a:t>https://www.youtube.com/watch?v=xcOMHwjNLaA</a:t>
            </a:r>
          </a:p>
          <a:p>
            <a:endParaRPr lang="es-AR" sz="1600" dirty="0"/>
          </a:p>
        </p:txBody>
      </p:sp>
      <p:sp>
        <p:nvSpPr>
          <p:cNvPr id="4" name="Espace réservé du numéro de diapositive 3">
            <a:extLst>
              <a:ext uri="{FF2B5EF4-FFF2-40B4-BE49-F238E27FC236}">
                <a16:creationId xmlns:a16="http://schemas.microsoft.com/office/drawing/2014/main" id="{EF68CB79-5CD9-AB4A-7239-D9C964CF7CB0}"/>
              </a:ext>
            </a:extLst>
          </p:cNvPr>
          <p:cNvSpPr>
            <a:spLocks noGrp="1"/>
          </p:cNvSpPr>
          <p:nvPr>
            <p:ph type="sldNum" sz="quarter" idx="12"/>
          </p:nvPr>
        </p:nvSpPr>
        <p:spPr/>
        <p:txBody>
          <a:bodyPr/>
          <a:lstStyle/>
          <a:p>
            <a:fld id="{BBC07E23-5D66-4BDA-857C-D8615BC30D33}" type="slidenum">
              <a:rPr lang="fr-FR" smtClean="0"/>
              <a:t>29</a:t>
            </a:fld>
            <a:endParaRPr lang="fr-FR"/>
          </a:p>
        </p:txBody>
      </p:sp>
    </p:spTree>
    <p:extLst>
      <p:ext uri="{BB962C8B-B14F-4D97-AF65-F5344CB8AC3E}">
        <p14:creationId xmlns:p14="http://schemas.microsoft.com/office/powerpoint/2010/main" val="446004295"/>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9983</TotalTime>
  <Words>2158</Words>
  <Application>Microsoft Office PowerPoint</Application>
  <PresentationFormat>Grand écran</PresentationFormat>
  <Paragraphs>321</Paragraphs>
  <Slides>29</Slides>
  <Notes>25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29</vt:i4>
      </vt:variant>
    </vt:vector>
  </HeadingPairs>
  <TitlesOfParts>
    <vt:vector size="33" baseType="lpstr">
      <vt:lpstr>Aptos</vt:lpstr>
      <vt:lpstr>Aptos Display</vt:lpstr>
      <vt:lpstr>Arial</vt:lpstr>
      <vt:lpstr>Thème Office</vt:lpstr>
      <vt:lpstr>Introduction aux modèles multimodaux</vt:lpstr>
      <vt:lpstr>Sommaire:</vt:lpstr>
      <vt:lpstr>Modalité</vt:lpstr>
      <vt:lpstr>Les modèles multimodaux : </vt:lpstr>
      <vt:lpstr>Domaines d’applications</vt:lpstr>
      <vt:lpstr>Les Outils des modèles multimodaux</vt:lpstr>
      <vt:lpstr>La fusion</vt:lpstr>
      <vt:lpstr>Les méthodes de fusion</vt:lpstr>
      <vt:lpstr>Model unimodal </vt:lpstr>
      <vt:lpstr>Early  Fusion</vt:lpstr>
      <vt:lpstr>Deep  Fusion</vt:lpstr>
      <vt:lpstr>Late  Fusion</vt:lpstr>
      <vt:lpstr>Hybrid  Fusion</vt:lpstr>
      <vt:lpstr>Technologies de Fusion</vt:lpstr>
      <vt:lpstr>Data Representation:</vt:lpstr>
      <vt:lpstr>Data Translation</vt:lpstr>
      <vt:lpstr>Data Alignment</vt:lpstr>
      <vt:lpstr>Présentation PowerPoint</vt:lpstr>
      <vt:lpstr>Le Co-learning</vt:lpstr>
      <vt:lpstr>Présentation PowerPoint</vt:lpstr>
      <vt:lpstr>Présentation PowerPoint</vt:lpstr>
      <vt:lpstr>Qualité des données :</vt:lpstr>
      <vt:lpstr>Perte d’information :</vt:lpstr>
      <vt:lpstr>Accumulation d’erreurs :</vt:lpstr>
      <vt:lpstr>Quantité de modalités :</vt:lpstr>
      <vt:lpstr>Garantie en temps réel :</vt:lpstr>
      <vt:lpstr>Environnement dynamique :</vt:lpstr>
      <vt:lpstr>Synchronisation temporelle :</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Robin Mougne</dc:creator>
  <cp:lastModifiedBy>MOUGNE Robin</cp:lastModifiedBy>
  <cp:revision>37</cp:revision>
  <dcterms:created xsi:type="dcterms:W3CDTF">2025-09-05T12:51:10Z</dcterms:created>
  <dcterms:modified xsi:type="dcterms:W3CDTF">2026-01-26T21:45:46Z</dcterms:modified>
</cp:coreProperties>
</file>