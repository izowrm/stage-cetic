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305" r:id="rId2"/>
    <p:sldId id="301" r:id="rId3"/>
    <p:sldId id="302" r:id="rId4"/>
    <p:sldId id="303" r:id="rId5"/>
    <p:sldId id="265" r:id="rId6"/>
    <p:sldId id="264" r:id="rId7"/>
    <p:sldId id="266" r:id="rId8"/>
    <p:sldId id="304" r:id="rId9"/>
    <p:sldId id="270" r:id="rId10"/>
    <p:sldId id="271" r:id="rId11"/>
    <p:sldId id="267" r:id="rId12"/>
    <p:sldId id="269" r:id="rId13"/>
    <p:sldId id="272" r:id="rId14"/>
    <p:sldId id="275" r:id="rId15"/>
    <p:sldId id="307" r:id="rId16"/>
    <p:sldId id="276" r:id="rId17"/>
    <p:sldId id="277" r:id="rId18"/>
    <p:sldId id="278" r:id="rId19"/>
    <p:sldId id="279" r:id="rId20"/>
    <p:sldId id="280" r:id="rId21"/>
    <p:sldId id="259" r:id="rId22"/>
    <p:sldId id="299" r:id="rId23"/>
    <p:sldId id="258" r:id="rId24"/>
    <p:sldId id="282" r:id="rId25"/>
    <p:sldId id="281" r:id="rId26"/>
    <p:sldId id="308" r:id="rId27"/>
    <p:sldId id="309" r:id="rId28"/>
    <p:sldId id="310" r:id="rId29"/>
    <p:sldId id="311" r:id="rId30"/>
    <p:sldId id="300" r:id="rId3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yle moyen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86467" autoAdjust="0"/>
  </p:normalViewPr>
  <p:slideViewPr>
    <p:cSldViewPr snapToGrid="0">
      <p:cViewPr varScale="1">
        <p:scale>
          <a:sx n="59" d="100"/>
          <a:sy n="59" d="100"/>
        </p:scale>
        <p:origin x="60" y="1816"/>
      </p:cViewPr>
      <p:guideLst/>
    </p:cSldViewPr>
  </p:slideViewPr>
  <p:outlineViewPr>
    <p:cViewPr>
      <p:scale>
        <a:sx n="33" d="100"/>
        <a:sy n="33" d="100"/>
      </p:scale>
      <p:origin x="0" y="-1059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527C63-637A-47B6-9930-5B1ADF83777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3AC5D597-481A-4C98-A575-0F05414DA7C3}">
      <dgm:prSet/>
      <dgm:spPr/>
      <dgm:t>
        <a:bodyPr/>
        <a:lstStyle/>
        <a:p>
          <a:r>
            <a:rPr lang="fr-FR" b="1" dirty="0"/>
            <a:t>Fusion</a:t>
          </a:r>
          <a:r>
            <a:rPr lang="fr-FR" dirty="0"/>
            <a:t> </a:t>
          </a:r>
          <a:endParaRPr lang="en-US" dirty="0"/>
        </a:p>
      </dgm:t>
    </dgm:pt>
    <dgm:pt modelId="{C20A4F57-6BC4-4A9D-BE4E-ADDEB8E25348}" type="parTrans" cxnId="{CF1649E2-6D7B-47EE-B1E6-276B951FC6DF}">
      <dgm:prSet/>
      <dgm:spPr/>
      <dgm:t>
        <a:bodyPr/>
        <a:lstStyle/>
        <a:p>
          <a:endParaRPr lang="en-US"/>
        </a:p>
      </dgm:t>
    </dgm:pt>
    <dgm:pt modelId="{0E7221D1-324D-4FB6-B8B1-13F60970C3AE}" type="sibTrans" cxnId="{CF1649E2-6D7B-47EE-B1E6-276B951FC6DF}">
      <dgm:prSet/>
      <dgm:spPr/>
      <dgm:t>
        <a:bodyPr/>
        <a:lstStyle/>
        <a:p>
          <a:endParaRPr lang="en-US"/>
        </a:p>
      </dgm:t>
    </dgm:pt>
    <dgm:pt modelId="{E8D4B822-EC9B-4AA8-9A41-BB029713E7EA}">
      <dgm:prSet/>
      <dgm:spPr/>
      <dgm:t>
        <a:bodyPr/>
        <a:lstStyle/>
        <a:p>
          <a:r>
            <a:rPr lang="fr-FR" b="1" i="0" baseline="0"/>
            <a:t>Représentation</a:t>
          </a:r>
          <a:r>
            <a:rPr lang="fr-FR" b="0" i="0" baseline="0"/>
            <a:t> </a:t>
          </a:r>
          <a:endParaRPr lang="en-US"/>
        </a:p>
      </dgm:t>
    </dgm:pt>
    <dgm:pt modelId="{793A2D8B-482C-483C-8C97-2052FAFD3358}" type="parTrans" cxnId="{C6DD3067-5C7B-4F32-9691-6494F58F54EC}">
      <dgm:prSet/>
      <dgm:spPr/>
      <dgm:t>
        <a:bodyPr/>
        <a:lstStyle/>
        <a:p>
          <a:endParaRPr lang="en-US"/>
        </a:p>
      </dgm:t>
    </dgm:pt>
    <dgm:pt modelId="{4076CB6E-E0FB-405A-B4D2-A87422E458D3}" type="sibTrans" cxnId="{C6DD3067-5C7B-4F32-9691-6494F58F54EC}">
      <dgm:prSet/>
      <dgm:spPr/>
      <dgm:t>
        <a:bodyPr/>
        <a:lstStyle/>
        <a:p>
          <a:endParaRPr lang="en-US"/>
        </a:p>
      </dgm:t>
    </dgm:pt>
    <dgm:pt modelId="{1366E4AC-3A3A-4200-8A36-1304F8472F76}">
      <dgm:prSet/>
      <dgm:spPr/>
      <dgm:t>
        <a:bodyPr/>
        <a:lstStyle/>
        <a:p>
          <a:r>
            <a:rPr lang="fr-FR" b="1" i="0" baseline="0"/>
            <a:t>Traduction</a:t>
          </a:r>
          <a:r>
            <a:rPr lang="fr-FR" b="0" i="0" baseline="0"/>
            <a:t> </a:t>
          </a:r>
          <a:endParaRPr lang="en-US"/>
        </a:p>
      </dgm:t>
    </dgm:pt>
    <dgm:pt modelId="{60FC05CA-CF2E-4A9A-8CB5-E43356E57D1E}" type="parTrans" cxnId="{994FA51E-F9AF-439D-8945-DE87DAA54F0D}">
      <dgm:prSet/>
      <dgm:spPr/>
      <dgm:t>
        <a:bodyPr/>
        <a:lstStyle/>
        <a:p>
          <a:endParaRPr lang="en-US"/>
        </a:p>
      </dgm:t>
    </dgm:pt>
    <dgm:pt modelId="{32714EF9-D79C-42CE-8ABC-6056F365A420}" type="sibTrans" cxnId="{994FA51E-F9AF-439D-8945-DE87DAA54F0D}">
      <dgm:prSet/>
      <dgm:spPr/>
      <dgm:t>
        <a:bodyPr/>
        <a:lstStyle/>
        <a:p>
          <a:endParaRPr lang="en-US"/>
        </a:p>
      </dgm:t>
    </dgm:pt>
    <dgm:pt modelId="{AE731D34-2FB4-4F2D-867D-ECFE465B2E2C}">
      <dgm:prSet/>
      <dgm:spPr/>
      <dgm:t>
        <a:bodyPr/>
        <a:lstStyle/>
        <a:p>
          <a:r>
            <a:rPr lang="fr-FR" b="1" i="0" baseline="0"/>
            <a:t>Alignement</a:t>
          </a:r>
          <a:r>
            <a:rPr lang="fr-FR" b="0" i="0" baseline="0"/>
            <a:t> </a:t>
          </a:r>
          <a:endParaRPr lang="en-US"/>
        </a:p>
      </dgm:t>
    </dgm:pt>
    <dgm:pt modelId="{5D6EDA61-D412-4877-B487-DC0C4E8C9989}" type="parTrans" cxnId="{3D3C3548-5F8A-4946-845C-B796EAF912A6}">
      <dgm:prSet/>
      <dgm:spPr/>
      <dgm:t>
        <a:bodyPr/>
        <a:lstStyle/>
        <a:p>
          <a:endParaRPr lang="en-US"/>
        </a:p>
      </dgm:t>
    </dgm:pt>
    <dgm:pt modelId="{903ABB12-44FB-448F-ABA0-BCF94FB3BC57}" type="sibTrans" cxnId="{3D3C3548-5F8A-4946-845C-B796EAF912A6}">
      <dgm:prSet/>
      <dgm:spPr/>
      <dgm:t>
        <a:bodyPr/>
        <a:lstStyle/>
        <a:p>
          <a:endParaRPr lang="en-US"/>
        </a:p>
      </dgm:t>
    </dgm:pt>
    <dgm:pt modelId="{BF6BD076-2E0C-42A4-B6FE-E7C7672D199B}">
      <dgm:prSet/>
      <dgm:spPr/>
      <dgm:t>
        <a:bodyPr/>
        <a:lstStyle/>
        <a:p>
          <a:r>
            <a:rPr lang="fr-FR" b="1" i="0" baseline="0" dirty="0"/>
            <a:t>Co-Learning</a:t>
          </a:r>
          <a:endParaRPr lang="en-US" dirty="0"/>
        </a:p>
      </dgm:t>
    </dgm:pt>
    <dgm:pt modelId="{6C223CB5-8594-437C-9A0E-9D83EAF07F44}" type="parTrans" cxnId="{3302CB3D-B5A6-430D-AB45-CEAE0E46ACE6}">
      <dgm:prSet/>
      <dgm:spPr/>
      <dgm:t>
        <a:bodyPr/>
        <a:lstStyle/>
        <a:p>
          <a:endParaRPr lang="en-US"/>
        </a:p>
      </dgm:t>
    </dgm:pt>
    <dgm:pt modelId="{FC1D5E44-3463-48DF-BA62-0EA2F8E5A11A}" type="sibTrans" cxnId="{3302CB3D-B5A6-430D-AB45-CEAE0E46ACE6}">
      <dgm:prSet/>
      <dgm:spPr/>
      <dgm:t>
        <a:bodyPr/>
        <a:lstStyle/>
        <a:p>
          <a:endParaRPr lang="en-US"/>
        </a:p>
      </dgm:t>
    </dgm:pt>
    <dgm:pt modelId="{FDED81C0-AD38-4337-B50C-9B43E2A72CFE}" type="pres">
      <dgm:prSet presAssocID="{90527C63-637A-47B6-9930-5B1ADF837775}" presName="root" presStyleCnt="0">
        <dgm:presLayoutVars>
          <dgm:dir/>
          <dgm:resizeHandles val="exact"/>
        </dgm:presLayoutVars>
      </dgm:prSet>
      <dgm:spPr/>
    </dgm:pt>
    <dgm:pt modelId="{D09DE903-2802-47E8-B021-68B5AB8FB992}" type="pres">
      <dgm:prSet presAssocID="{3AC5D597-481A-4C98-A575-0F05414DA7C3}" presName="compNode" presStyleCnt="0"/>
      <dgm:spPr/>
    </dgm:pt>
    <dgm:pt modelId="{C1AECE2B-2273-4143-8305-E4D351ED2994}" type="pres">
      <dgm:prSet presAssocID="{3AC5D597-481A-4C98-A575-0F05414DA7C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e"/>
        </a:ext>
      </dgm:extLst>
    </dgm:pt>
    <dgm:pt modelId="{7417F7C8-F1C9-413D-837E-C9A750559281}" type="pres">
      <dgm:prSet presAssocID="{3AC5D597-481A-4C98-A575-0F05414DA7C3}" presName="spaceRect" presStyleCnt="0"/>
      <dgm:spPr/>
    </dgm:pt>
    <dgm:pt modelId="{C709DBD9-5D6D-4237-B6C8-B66DBCEBA4AF}" type="pres">
      <dgm:prSet presAssocID="{3AC5D597-481A-4C98-A575-0F05414DA7C3}" presName="textRect" presStyleLbl="revTx" presStyleIdx="0" presStyleCnt="5">
        <dgm:presLayoutVars>
          <dgm:chMax val="1"/>
          <dgm:chPref val="1"/>
        </dgm:presLayoutVars>
      </dgm:prSet>
      <dgm:spPr/>
    </dgm:pt>
    <dgm:pt modelId="{A31DB54D-75AD-4E91-B81D-B3F2A5532A3E}" type="pres">
      <dgm:prSet presAssocID="{0E7221D1-324D-4FB6-B8B1-13F60970C3AE}" presName="sibTrans" presStyleCnt="0"/>
      <dgm:spPr/>
    </dgm:pt>
    <dgm:pt modelId="{A1918E05-B36E-45E8-9FFA-A4C8F0DD43EB}" type="pres">
      <dgm:prSet presAssocID="{E8D4B822-EC9B-4AA8-9A41-BB029713E7EA}" presName="compNode" presStyleCnt="0"/>
      <dgm:spPr/>
    </dgm:pt>
    <dgm:pt modelId="{EDD65A80-8423-4DF1-8E79-6EDF70057F8A}" type="pres">
      <dgm:prSet presAssocID="{E8D4B822-EC9B-4AA8-9A41-BB029713E7EA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53522F8-31EE-40F1-A4C8-538EF10DB982}" type="pres">
      <dgm:prSet presAssocID="{E8D4B822-EC9B-4AA8-9A41-BB029713E7EA}" presName="spaceRect" presStyleCnt="0"/>
      <dgm:spPr/>
    </dgm:pt>
    <dgm:pt modelId="{5C99234B-9CF4-4102-A132-90645053C218}" type="pres">
      <dgm:prSet presAssocID="{E8D4B822-EC9B-4AA8-9A41-BB029713E7EA}" presName="textRect" presStyleLbl="revTx" presStyleIdx="1" presStyleCnt="5">
        <dgm:presLayoutVars>
          <dgm:chMax val="1"/>
          <dgm:chPref val="1"/>
        </dgm:presLayoutVars>
      </dgm:prSet>
      <dgm:spPr/>
    </dgm:pt>
    <dgm:pt modelId="{6EDB8033-8BDF-4E6D-BA13-57E36D75502C}" type="pres">
      <dgm:prSet presAssocID="{4076CB6E-E0FB-405A-B4D2-A87422E458D3}" presName="sibTrans" presStyleCnt="0"/>
      <dgm:spPr/>
    </dgm:pt>
    <dgm:pt modelId="{9F57A237-0E93-4837-8EE4-9CC954C1E63F}" type="pres">
      <dgm:prSet presAssocID="{1366E4AC-3A3A-4200-8A36-1304F8472F76}" presName="compNode" presStyleCnt="0"/>
      <dgm:spPr/>
    </dgm:pt>
    <dgm:pt modelId="{3EF79444-47EA-47DA-AE09-DD57D8E9623F}" type="pres">
      <dgm:prSet presAssocID="{1366E4AC-3A3A-4200-8A36-1304F8472F76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67CF3264-7F9F-46A0-BA56-4301BBD114DE}" type="pres">
      <dgm:prSet presAssocID="{1366E4AC-3A3A-4200-8A36-1304F8472F76}" presName="spaceRect" presStyleCnt="0"/>
      <dgm:spPr/>
    </dgm:pt>
    <dgm:pt modelId="{352143A5-8353-4652-BB68-409B3B0CE23D}" type="pres">
      <dgm:prSet presAssocID="{1366E4AC-3A3A-4200-8A36-1304F8472F76}" presName="textRect" presStyleLbl="revTx" presStyleIdx="2" presStyleCnt="5">
        <dgm:presLayoutVars>
          <dgm:chMax val="1"/>
          <dgm:chPref val="1"/>
        </dgm:presLayoutVars>
      </dgm:prSet>
      <dgm:spPr/>
    </dgm:pt>
    <dgm:pt modelId="{B99319D3-FFBB-4E6B-9631-1BFADF2DCE49}" type="pres">
      <dgm:prSet presAssocID="{32714EF9-D79C-42CE-8ABC-6056F365A420}" presName="sibTrans" presStyleCnt="0"/>
      <dgm:spPr/>
    </dgm:pt>
    <dgm:pt modelId="{275CE9D9-56E7-45BB-8CB2-86DBE006AAE2}" type="pres">
      <dgm:prSet presAssocID="{AE731D34-2FB4-4F2D-867D-ECFE465B2E2C}" presName="compNode" presStyleCnt="0"/>
      <dgm:spPr/>
    </dgm:pt>
    <dgm:pt modelId="{7FA499EB-A690-47AE-877C-1F6C506686C9}" type="pres">
      <dgm:prSet presAssocID="{AE731D34-2FB4-4F2D-867D-ECFE465B2E2C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ignée de main"/>
        </a:ext>
      </dgm:extLst>
    </dgm:pt>
    <dgm:pt modelId="{775E2A32-8112-4E7E-88D7-F6D4DD2CF500}" type="pres">
      <dgm:prSet presAssocID="{AE731D34-2FB4-4F2D-867D-ECFE465B2E2C}" presName="spaceRect" presStyleCnt="0"/>
      <dgm:spPr/>
    </dgm:pt>
    <dgm:pt modelId="{0CE6B2CE-5C63-42C8-AB97-2BD91D6255CF}" type="pres">
      <dgm:prSet presAssocID="{AE731D34-2FB4-4F2D-867D-ECFE465B2E2C}" presName="textRect" presStyleLbl="revTx" presStyleIdx="3" presStyleCnt="5">
        <dgm:presLayoutVars>
          <dgm:chMax val="1"/>
          <dgm:chPref val="1"/>
        </dgm:presLayoutVars>
      </dgm:prSet>
      <dgm:spPr/>
    </dgm:pt>
    <dgm:pt modelId="{ED7622D9-2EAF-4205-A1AF-70E071E2B8F4}" type="pres">
      <dgm:prSet presAssocID="{903ABB12-44FB-448F-ABA0-BCF94FB3BC57}" presName="sibTrans" presStyleCnt="0"/>
      <dgm:spPr/>
    </dgm:pt>
    <dgm:pt modelId="{50A1885E-3C13-45BE-B168-AD130D266356}" type="pres">
      <dgm:prSet presAssocID="{BF6BD076-2E0C-42A4-B6FE-E7C7672D199B}" presName="compNode" presStyleCnt="0"/>
      <dgm:spPr/>
    </dgm:pt>
    <dgm:pt modelId="{96CFD845-DAFC-4FB3-BB8D-D7DDB2659D25}" type="pres">
      <dgm:prSet presAssocID="{BF6BD076-2E0C-42A4-B6FE-E7C7672D199B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e"/>
        </a:ext>
      </dgm:extLst>
    </dgm:pt>
    <dgm:pt modelId="{BD5FEB2A-F5FE-46A0-80FF-1DDAC9F8F940}" type="pres">
      <dgm:prSet presAssocID="{BF6BD076-2E0C-42A4-B6FE-E7C7672D199B}" presName="spaceRect" presStyleCnt="0"/>
      <dgm:spPr/>
    </dgm:pt>
    <dgm:pt modelId="{9847FA4E-43E5-4878-91F1-1A5FDF3FE69D}" type="pres">
      <dgm:prSet presAssocID="{BF6BD076-2E0C-42A4-B6FE-E7C7672D199B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E72CC03-E202-4E55-BC48-F2E1184646E0}" type="presOf" srcId="{BF6BD076-2E0C-42A4-B6FE-E7C7672D199B}" destId="{9847FA4E-43E5-4878-91F1-1A5FDF3FE69D}" srcOrd="0" destOrd="0" presId="urn:microsoft.com/office/officeart/2018/2/layout/IconLabelList"/>
    <dgm:cxn modelId="{994FA51E-F9AF-439D-8945-DE87DAA54F0D}" srcId="{90527C63-637A-47B6-9930-5B1ADF837775}" destId="{1366E4AC-3A3A-4200-8A36-1304F8472F76}" srcOrd="2" destOrd="0" parTransId="{60FC05CA-CF2E-4A9A-8CB5-E43356E57D1E}" sibTransId="{32714EF9-D79C-42CE-8ABC-6056F365A420}"/>
    <dgm:cxn modelId="{3302CB3D-B5A6-430D-AB45-CEAE0E46ACE6}" srcId="{90527C63-637A-47B6-9930-5B1ADF837775}" destId="{BF6BD076-2E0C-42A4-B6FE-E7C7672D199B}" srcOrd="4" destOrd="0" parTransId="{6C223CB5-8594-437C-9A0E-9D83EAF07F44}" sibTransId="{FC1D5E44-3463-48DF-BA62-0EA2F8E5A11A}"/>
    <dgm:cxn modelId="{C6DD3067-5C7B-4F32-9691-6494F58F54EC}" srcId="{90527C63-637A-47B6-9930-5B1ADF837775}" destId="{E8D4B822-EC9B-4AA8-9A41-BB029713E7EA}" srcOrd="1" destOrd="0" parTransId="{793A2D8B-482C-483C-8C97-2052FAFD3358}" sibTransId="{4076CB6E-E0FB-405A-B4D2-A87422E458D3}"/>
    <dgm:cxn modelId="{3D3C3548-5F8A-4946-845C-B796EAF912A6}" srcId="{90527C63-637A-47B6-9930-5B1ADF837775}" destId="{AE731D34-2FB4-4F2D-867D-ECFE465B2E2C}" srcOrd="3" destOrd="0" parTransId="{5D6EDA61-D412-4877-B487-DC0C4E8C9989}" sibTransId="{903ABB12-44FB-448F-ABA0-BCF94FB3BC57}"/>
    <dgm:cxn modelId="{F948D051-9399-41A8-BB4D-51C58760A0A6}" type="presOf" srcId="{3AC5D597-481A-4C98-A575-0F05414DA7C3}" destId="{C709DBD9-5D6D-4237-B6C8-B66DBCEBA4AF}" srcOrd="0" destOrd="0" presId="urn:microsoft.com/office/officeart/2018/2/layout/IconLabelList"/>
    <dgm:cxn modelId="{CA919C88-C0C1-4066-A3C3-8FE21A3C4E06}" type="presOf" srcId="{AE731D34-2FB4-4F2D-867D-ECFE465B2E2C}" destId="{0CE6B2CE-5C63-42C8-AB97-2BD91D6255CF}" srcOrd="0" destOrd="0" presId="urn:microsoft.com/office/officeart/2018/2/layout/IconLabelList"/>
    <dgm:cxn modelId="{EBCFAF88-0562-4BFF-9A01-45458BAA289B}" type="presOf" srcId="{E8D4B822-EC9B-4AA8-9A41-BB029713E7EA}" destId="{5C99234B-9CF4-4102-A132-90645053C218}" srcOrd="0" destOrd="0" presId="urn:microsoft.com/office/officeart/2018/2/layout/IconLabelList"/>
    <dgm:cxn modelId="{B6B5C3CD-A7ED-433A-9460-9BADFA174E20}" type="presOf" srcId="{90527C63-637A-47B6-9930-5B1ADF837775}" destId="{FDED81C0-AD38-4337-B50C-9B43E2A72CFE}" srcOrd="0" destOrd="0" presId="urn:microsoft.com/office/officeart/2018/2/layout/IconLabelList"/>
    <dgm:cxn modelId="{CF1649E2-6D7B-47EE-B1E6-276B951FC6DF}" srcId="{90527C63-637A-47B6-9930-5B1ADF837775}" destId="{3AC5D597-481A-4C98-A575-0F05414DA7C3}" srcOrd="0" destOrd="0" parTransId="{C20A4F57-6BC4-4A9D-BE4E-ADDEB8E25348}" sibTransId="{0E7221D1-324D-4FB6-B8B1-13F60970C3AE}"/>
    <dgm:cxn modelId="{4B83EFF6-F7DB-4F7D-BCB1-A2B03DFBE687}" type="presOf" srcId="{1366E4AC-3A3A-4200-8A36-1304F8472F76}" destId="{352143A5-8353-4652-BB68-409B3B0CE23D}" srcOrd="0" destOrd="0" presId="urn:microsoft.com/office/officeart/2018/2/layout/IconLabelList"/>
    <dgm:cxn modelId="{4E12E286-EDA6-4396-B501-092573E3095D}" type="presParOf" srcId="{FDED81C0-AD38-4337-B50C-9B43E2A72CFE}" destId="{D09DE903-2802-47E8-B021-68B5AB8FB992}" srcOrd="0" destOrd="0" presId="urn:microsoft.com/office/officeart/2018/2/layout/IconLabelList"/>
    <dgm:cxn modelId="{812C9EC2-8868-4B4B-9F69-05EE6154F9DA}" type="presParOf" srcId="{D09DE903-2802-47E8-B021-68B5AB8FB992}" destId="{C1AECE2B-2273-4143-8305-E4D351ED2994}" srcOrd="0" destOrd="0" presId="urn:microsoft.com/office/officeart/2018/2/layout/IconLabelList"/>
    <dgm:cxn modelId="{A632A178-BC92-4EDA-85E6-A288C7C19A14}" type="presParOf" srcId="{D09DE903-2802-47E8-B021-68B5AB8FB992}" destId="{7417F7C8-F1C9-413D-837E-C9A750559281}" srcOrd="1" destOrd="0" presId="urn:microsoft.com/office/officeart/2018/2/layout/IconLabelList"/>
    <dgm:cxn modelId="{D24F70A2-AB5A-481A-96DF-2DE8A1922073}" type="presParOf" srcId="{D09DE903-2802-47E8-B021-68B5AB8FB992}" destId="{C709DBD9-5D6D-4237-B6C8-B66DBCEBA4AF}" srcOrd="2" destOrd="0" presId="urn:microsoft.com/office/officeart/2018/2/layout/IconLabelList"/>
    <dgm:cxn modelId="{9E033598-BCB3-4481-9436-63A014F913C8}" type="presParOf" srcId="{FDED81C0-AD38-4337-B50C-9B43E2A72CFE}" destId="{A31DB54D-75AD-4E91-B81D-B3F2A5532A3E}" srcOrd="1" destOrd="0" presId="urn:microsoft.com/office/officeart/2018/2/layout/IconLabelList"/>
    <dgm:cxn modelId="{ED7C82A4-1F0B-4987-9D94-A16E08D956CB}" type="presParOf" srcId="{FDED81C0-AD38-4337-B50C-9B43E2A72CFE}" destId="{A1918E05-B36E-45E8-9FFA-A4C8F0DD43EB}" srcOrd="2" destOrd="0" presId="urn:microsoft.com/office/officeart/2018/2/layout/IconLabelList"/>
    <dgm:cxn modelId="{1EC3F6CC-18D9-473F-98F3-5F0F49CFADEE}" type="presParOf" srcId="{A1918E05-B36E-45E8-9FFA-A4C8F0DD43EB}" destId="{EDD65A80-8423-4DF1-8E79-6EDF70057F8A}" srcOrd="0" destOrd="0" presId="urn:microsoft.com/office/officeart/2018/2/layout/IconLabelList"/>
    <dgm:cxn modelId="{5DD63E66-638F-49CA-AA3E-7CF22FA00E7D}" type="presParOf" srcId="{A1918E05-B36E-45E8-9FFA-A4C8F0DD43EB}" destId="{953522F8-31EE-40F1-A4C8-538EF10DB982}" srcOrd="1" destOrd="0" presId="urn:microsoft.com/office/officeart/2018/2/layout/IconLabelList"/>
    <dgm:cxn modelId="{9F41194A-6B01-4B96-A969-8D718EE463DE}" type="presParOf" srcId="{A1918E05-B36E-45E8-9FFA-A4C8F0DD43EB}" destId="{5C99234B-9CF4-4102-A132-90645053C218}" srcOrd="2" destOrd="0" presId="urn:microsoft.com/office/officeart/2018/2/layout/IconLabelList"/>
    <dgm:cxn modelId="{4A5F1C5C-9EED-4896-85F2-B962698BB30B}" type="presParOf" srcId="{FDED81C0-AD38-4337-B50C-9B43E2A72CFE}" destId="{6EDB8033-8BDF-4E6D-BA13-57E36D75502C}" srcOrd="3" destOrd="0" presId="urn:microsoft.com/office/officeart/2018/2/layout/IconLabelList"/>
    <dgm:cxn modelId="{E5C34A34-3D59-4329-9347-7E5F03EDFF17}" type="presParOf" srcId="{FDED81C0-AD38-4337-B50C-9B43E2A72CFE}" destId="{9F57A237-0E93-4837-8EE4-9CC954C1E63F}" srcOrd="4" destOrd="0" presId="urn:microsoft.com/office/officeart/2018/2/layout/IconLabelList"/>
    <dgm:cxn modelId="{FD94378F-1984-4D71-A93D-964EEF6C74DF}" type="presParOf" srcId="{9F57A237-0E93-4837-8EE4-9CC954C1E63F}" destId="{3EF79444-47EA-47DA-AE09-DD57D8E9623F}" srcOrd="0" destOrd="0" presId="urn:microsoft.com/office/officeart/2018/2/layout/IconLabelList"/>
    <dgm:cxn modelId="{C99699EB-D7B8-4EDB-AFE9-3CC5964AE654}" type="presParOf" srcId="{9F57A237-0E93-4837-8EE4-9CC954C1E63F}" destId="{67CF3264-7F9F-46A0-BA56-4301BBD114DE}" srcOrd="1" destOrd="0" presId="urn:microsoft.com/office/officeart/2018/2/layout/IconLabelList"/>
    <dgm:cxn modelId="{45617A68-B053-4EEE-B274-B4E8A33857C4}" type="presParOf" srcId="{9F57A237-0E93-4837-8EE4-9CC954C1E63F}" destId="{352143A5-8353-4652-BB68-409B3B0CE23D}" srcOrd="2" destOrd="0" presId="urn:microsoft.com/office/officeart/2018/2/layout/IconLabelList"/>
    <dgm:cxn modelId="{E6250374-368C-44A5-A961-633E68CCAC4D}" type="presParOf" srcId="{FDED81C0-AD38-4337-B50C-9B43E2A72CFE}" destId="{B99319D3-FFBB-4E6B-9631-1BFADF2DCE49}" srcOrd="5" destOrd="0" presId="urn:microsoft.com/office/officeart/2018/2/layout/IconLabelList"/>
    <dgm:cxn modelId="{4877AC67-4644-4844-86F8-3FD973381A69}" type="presParOf" srcId="{FDED81C0-AD38-4337-B50C-9B43E2A72CFE}" destId="{275CE9D9-56E7-45BB-8CB2-86DBE006AAE2}" srcOrd="6" destOrd="0" presId="urn:microsoft.com/office/officeart/2018/2/layout/IconLabelList"/>
    <dgm:cxn modelId="{6393135E-1A98-4D33-B3AB-502F46F5759A}" type="presParOf" srcId="{275CE9D9-56E7-45BB-8CB2-86DBE006AAE2}" destId="{7FA499EB-A690-47AE-877C-1F6C506686C9}" srcOrd="0" destOrd="0" presId="urn:microsoft.com/office/officeart/2018/2/layout/IconLabelList"/>
    <dgm:cxn modelId="{DD59259D-DF12-4F99-9E8D-B628FBA10066}" type="presParOf" srcId="{275CE9D9-56E7-45BB-8CB2-86DBE006AAE2}" destId="{775E2A32-8112-4E7E-88D7-F6D4DD2CF500}" srcOrd="1" destOrd="0" presId="urn:microsoft.com/office/officeart/2018/2/layout/IconLabelList"/>
    <dgm:cxn modelId="{BAF1B56F-4C5E-4C99-9A96-37BD919910B3}" type="presParOf" srcId="{275CE9D9-56E7-45BB-8CB2-86DBE006AAE2}" destId="{0CE6B2CE-5C63-42C8-AB97-2BD91D6255CF}" srcOrd="2" destOrd="0" presId="urn:microsoft.com/office/officeart/2018/2/layout/IconLabelList"/>
    <dgm:cxn modelId="{B371D448-7BBC-4EA4-BA4A-1E9E54DEFA9E}" type="presParOf" srcId="{FDED81C0-AD38-4337-B50C-9B43E2A72CFE}" destId="{ED7622D9-2EAF-4205-A1AF-70E071E2B8F4}" srcOrd="7" destOrd="0" presId="urn:microsoft.com/office/officeart/2018/2/layout/IconLabelList"/>
    <dgm:cxn modelId="{6301BB57-60DE-45DE-909B-748E922FFDBB}" type="presParOf" srcId="{FDED81C0-AD38-4337-B50C-9B43E2A72CFE}" destId="{50A1885E-3C13-45BE-B168-AD130D266356}" srcOrd="8" destOrd="0" presId="urn:microsoft.com/office/officeart/2018/2/layout/IconLabelList"/>
    <dgm:cxn modelId="{617FAB38-0B16-43EE-A42A-F158995701FD}" type="presParOf" srcId="{50A1885E-3C13-45BE-B168-AD130D266356}" destId="{96CFD845-DAFC-4FB3-BB8D-D7DDB2659D25}" srcOrd="0" destOrd="0" presId="urn:microsoft.com/office/officeart/2018/2/layout/IconLabelList"/>
    <dgm:cxn modelId="{C10A5DC7-532C-4935-98FB-180B8BD40B17}" type="presParOf" srcId="{50A1885E-3C13-45BE-B168-AD130D266356}" destId="{BD5FEB2A-F5FE-46A0-80FF-1DDAC9F8F940}" srcOrd="1" destOrd="0" presId="urn:microsoft.com/office/officeart/2018/2/layout/IconLabelList"/>
    <dgm:cxn modelId="{2AA4D504-F135-4D6C-9C66-65AB0FFB2FCF}" type="presParOf" srcId="{50A1885E-3C13-45BE-B168-AD130D266356}" destId="{9847FA4E-43E5-4878-91F1-1A5FDF3FE6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51726A-FF3F-419E-9A3E-CE140793AAC0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82D9FC36-07CB-46D0-BE4A-47A85B456B54}">
      <dgm:prSet/>
      <dgm:spPr/>
      <dgm:t>
        <a:bodyPr/>
        <a:lstStyle/>
        <a:p>
          <a:r>
            <a:rPr lang="fr-FR" dirty="0" err="1"/>
            <a:t>Late</a:t>
          </a:r>
          <a:r>
            <a:rPr lang="fr-FR" dirty="0"/>
            <a:t> fusion</a:t>
          </a:r>
          <a:endParaRPr lang="en-US" dirty="0"/>
        </a:p>
      </dgm:t>
    </dgm:pt>
    <dgm:pt modelId="{B8613EC4-33D8-4EE9-8174-B0FC23AED90C}" type="parTrans" cxnId="{168957A4-4E5C-49C0-9B38-2BC44BC30F92}">
      <dgm:prSet/>
      <dgm:spPr/>
      <dgm:t>
        <a:bodyPr/>
        <a:lstStyle/>
        <a:p>
          <a:endParaRPr lang="en-US"/>
        </a:p>
      </dgm:t>
    </dgm:pt>
    <dgm:pt modelId="{45554102-6225-4A5A-90EE-C76533E13D70}" type="sibTrans" cxnId="{168957A4-4E5C-49C0-9B38-2BC44BC30F92}">
      <dgm:prSet/>
      <dgm:spPr/>
      <dgm:t>
        <a:bodyPr/>
        <a:lstStyle/>
        <a:p>
          <a:endParaRPr lang="en-US"/>
        </a:p>
      </dgm:t>
    </dgm:pt>
    <dgm:pt modelId="{84969002-9A31-4375-8385-AF986C5D94C6}">
      <dgm:prSet/>
      <dgm:spPr/>
      <dgm:t>
        <a:bodyPr/>
        <a:lstStyle/>
        <a:p>
          <a:r>
            <a:rPr lang="fr-FR"/>
            <a:t>Deep fusion</a:t>
          </a:r>
          <a:endParaRPr lang="en-US"/>
        </a:p>
      </dgm:t>
    </dgm:pt>
    <dgm:pt modelId="{DFDB667E-59F4-483C-9B0E-550B2CA94D10}" type="parTrans" cxnId="{A8EA95DD-0795-4F6D-9E76-3A00A24C44D6}">
      <dgm:prSet/>
      <dgm:spPr/>
      <dgm:t>
        <a:bodyPr/>
        <a:lstStyle/>
        <a:p>
          <a:endParaRPr lang="en-US"/>
        </a:p>
      </dgm:t>
    </dgm:pt>
    <dgm:pt modelId="{159DE00C-DF93-4DB1-A9C2-40A3C73A5A56}" type="sibTrans" cxnId="{A8EA95DD-0795-4F6D-9E76-3A00A24C44D6}">
      <dgm:prSet/>
      <dgm:spPr/>
      <dgm:t>
        <a:bodyPr/>
        <a:lstStyle/>
        <a:p>
          <a:endParaRPr lang="en-US"/>
        </a:p>
      </dgm:t>
    </dgm:pt>
    <dgm:pt modelId="{68E3D228-412F-4E8B-913F-0DCFC5CB2D3F}">
      <dgm:prSet/>
      <dgm:spPr/>
      <dgm:t>
        <a:bodyPr/>
        <a:lstStyle/>
        <a:p>
          <a:r>
            <a:rPr lang="fr-FR" dirty="0" err="1"/>
            <a:t>Early</a:t>
          </a:r>
          <a:r>
            <a:rPr lang="fr-FR" dirty="0"/>
            <a:t> fusion</a:t>
          </a:r>
          <a:endParaRPr lang="en-US" dirty="0"/>
        </a:p>
      </dgm:t>
    </dgm:pt>
    <dgm:pt modelId="{156096D1-C6F4-4CDC-920D-4B9967DB5AB5}" type="parTrans" cxnId="{6BB0F3AF-D272-4C64-BE93-D07D2D61C789}">
      <dgm:prSet/>
      <dgm:spPr/>
      <dgm:t>
        <a:bodyPr/>
        <a:lstStyle/>
        <a:p>
          <a:endParaRPr lang="en-US"/>
        </a:p>
      </dgm:t>
    </dgm:pt>
    <dgm:pt modelId="{547E8BE8-337B-4D01-AFEC-02AF3AAEF94E}" type="sibTrans" cxnId="{6BB0F3AF-D272-4C64-BE93-D07D2D61C789}">
      <dgm:prSet/>
      <dgm:spPr/>
      <dgm:t>
        <a:bodyPr/>
        <a:lstStyle/>
        <a:p>
          <a:endParaRPr lang="en-US"/>
        </a:p>
      </dgm:t>
    </dgm:pt>
    <dgm:pt modelId="{A1F02760-E29F-48FC-99F8-5B9A5D8D1903}">
      <dgm:prSet/>
      <dgm:spPr/>
      <dgm:t>
        <a:bodyPr/>
        <a:lstStyle/>
        <a:p>
          <a:r>
            <a:rPr lang="fr-FR"/>
            <a:t>Hybrid fusion </a:t>
          </a:r>
          <a:endParaRPr lang="en-US"/>
        </a:p>
      </dgm:t>
    </dgm:pt>
    <dgm:pt modelId="{D9D37E8E-6657-4129-80F7-A13CA553BE5E}" type="parTrans" cxnId="{65825B8C-226E-434B-B363-A4038A5488DA}">
      <dgm:prSet/>
      <dgm:spPr/>
      <dgm:t>
        <a:bodyPr/>
        <a:lstStyle/>
        <a:p>
          <a:endParaRPr lang="en-US"/>
        </a:p>
      </dgm:t>
    </dgm:pt>
    <dgm:pt modelId="{DFE4193E-75BF-4E03-8650-65814CCEE3B0}" type="sibTrans" cxnId="{65825B8C-226E-434B-B363-A4038A5488DA}">
      <dgm:prSet/>
      <dgm:spPr/>
      <dgm:t>
        <a:bodyPr/>
        <a:lstStyle/>
        <a:p>
          <a:endParaRPr lang="en-US"/>
        </a:p>
      </dgm:t>
    </dgm:pt>
    <dgm:pt modelId="{37CC7249-069B-428A-826F-345CA149D792}" type="pres">
      <dgm:prSet presAssocID="{8951726A-FF3F-419E-9A3E-CE140793AAC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F5FEE07-4748-4C0A-A6AA-70B121667880}" type="pres">
      <dgm:prSet presAssocID="{82D9FC36-07CB-46D0-BE4A-47A85B456B54}" presName="hierRoot1" presStyleCnt="0"/>
      <dgm:spPr/>
    </dgm:pt>
    <dgm:pt modelId="{43F08F3E-4D65-4D4B-B9DE-6586E8C56AE5}" type="pres">
      <dgm:prSet presAssocID="{82D9FC36-07CB-46D0-BE4A-47A85B456B54}" presName="composite" presStyleCnt="0"/>
      <dgm:spPr/>
    </dgm:pt>
    <dgm:pt modelId="{804B9820-C6E7-40C3-A8A9-4077E82E1BE3}" type="pres">
      <dgm:prSet presAssocID="{82D9FC36-07CB-46D0-BE4A-47A85B456B54}" presName="background" presStyleLbl="node0" presStyleIdx="0" presStyleCnt="4"/>
      <dgm:spPr/>
    </dgm:pt>
    <dgm:pt modelId="{CF909D03-147D-4B99-A308-985C86BA825E}" type="pres">
      <dgm:prSet presAssocID="{82D9FC36-07CB-46D0-BE4A-47A85B456B54}" presName="text" presStyleLbl="fgAcc0" presStyleIdx="0" presStyleCnt="4">
        <dgm:presLayoutVars>
          <dgm:chPref val="3"/>
        </dgm:presLayoutVars>
      </dgm:prSet>
      <dgm:spPr/>
    </dgm:pt>
    <dgm:pt modelId="{02430493-D60C-44CA-BEB9-6DBBF3CAB397}" type="pres">
      <dgm:prSet presAssocID="{82D9FC36-07CB-46D0-BE4A-47A85B456B54}" presName="hierChild2" presStyleCnt="0"/>
      <dgm:spPr/>
    </dgm:pt>
    <dgm:pt modelId="{D401358E-3876-48B7-BD4D-96BECD25D888}" type="pres">
      <dgm:prSet presAssocID="{84969002-9A31-4375-8385-AF986C5D94C6}" presName="hierRoot1" presStyleCnt="0"/>
      <dgm:spPr/>
    </dgm:pt>
    <dgm:pt modelId="{0FE25ED0-5EC9-4EA8-9157-1F133C31D004}" type="pres">
      <dgm:prSet presAssocID="{84969002-9A31-4375-8385-AF986C5D94C6}" presName="composite" presStyleCnt="0"/>
      <dgm:spPr/>
    </dgm:pt>
    <dgm:pt modelId="{6E200CAE-02F4-435A-9F5F-8DF8FDD57B96}" type="pres">
      <dgm:prSet presAssocID="{84969002-9A31-4375-8385-AF986C5D94C6}" presName="background" presStyleLbl="node0" presStyleIdx="1" presStyleCnt="4"/>
      <dgm:spPr/>
    </dgm:pt>
    <dgm:pt modelId="{4E73F807-594E-445B-A3C2-798643BA863A}" type="pres">
      <dgm:prSet presAssocID="{84969002-9A31-4375-8385-AF986C5D94C6}" presName="text" presStyleLbl="fgAcc0" presStyleIdx="1" presStyleCnt="4">
        <dgm:presLayoutVars>
          <dgm:chPref val="3"/>
        </dgm:presLayoutVars>
      </dgm:prSet>
      <dgm:spPr/>
    </dgm:pt>
    <dgm:pt modelId="{5395F02F-1DFF-448D-B092-18A1E8F41156}" type="pres">
      <dgm:prSet presAssocID="{84969002-9A31-4375-8385-AF986C5D94C6}" presName="hierChild2" presStyleCnt="0"/>
      <dgm:spPr/>
    </dgm:pt>
    <dgm:pt modelId="{7500DB02-92ED-4D54-99D3-3DDD8A8D455A}" type="pres">
      <dgm:prSet presAssocID="{68E3D228-412F-4E8B-913F-0DCFC5CB2D3F}" presName="hierRoot1" presStyleCnt="0"/>
      <dgm:spPr/>
    </dgm:pt>
    <dgm:pt modelId="{1A481D06-7AD5-47E1-9C01-4E69BB071E0D}" type="pres">
      <dgm:prSet presAssocID="{68E3D228-412F-4E8B-913F-0DCFC5CB2D3F}" presName="composite" presStyleCnt="0"/>
      <dgm:spPr/>
    </dgm:pt>
    <dgm:pt modelId="{D7478AB1-966C-4088-8B4A-DB1B22BAD9AA}" type="pres">
      <dgm:prSet presAssocID="{68E3D228-412F-4E8B-913F-0DCFC5CB2D3F}" presName="background" presStyleLbl="node0" presStyleIdx="2" presStyleCnt="4"/>
      <dgm:spPr/>
    </dgm:pt>
    <dgm:pt modelId="{4401BF02-69BF-48E1-A46E-6A96A31B9220}" type="pres">
      <dgm:prSet presAssocID="{68E3D228-412F-4E8B-913F-0DCFC5CB2D3F}" presName="text" presStyleLbl="fgAcc0" presStyleIdx="2" presStyleCnt="4">
        <dgm:presLayoutVars>
          <dgm:chPref val="3"/>
        </dgm:presLayoutVars>
      </dgm:prSet>
      <dgm:spPr/>
    </dgm:pt>
    <dgm:pt modelId="{ED372F10-22DD-4A47-8B92-3E7FE41C5B63}" type="pres">
      <dgm:prSet presAssocID="{68E3D228-412F-4E8B-913F-0DCFC5CB2D3F}" presName="hierChild2" presStyleCnt="0"/>
      <dgm:spPr/>
    </dgm:pt>
    <dgm:pt modelId="{215F4B01-CE58-4182-9F3D-866AB44B7594}" type="pres">
      <dgm:prSet presAssocID="{A1F02760-E29F-48FC-99F8-5B9A5D8D1903}" presName="hierRoot1" presStyleCnt="0"/>
      <dgm:spPr/>
    </dgm:pt>
    <dgm:pt modelId="{E4A31AA2-1C74-424E-B98E-81C89EF3BDAE}" type="pres">
      <dgm:prSet presAssocID="{A1F02760-E29F-48FC-99F8-5B9A5D8D1903}" presName="composite" presStyleCnt="0"/>
      <dgm:spPr/>
    </dgm:pt>
    <dgm:pt modelId="{33D76180-5F3B-41E8-83B5-CC336F994BA3}" type="pres">
      <dgm:prSet presAssocID="{A1F02760-E29F-48FC-99F8-5B9A5D8D1903}" presName="background" presStyleLbl="node0" presStyleIdx="3" presStyleCnt="4"/>
      <dgm:spPr/>
    </dgm:pt>
    <dgm:pt modelId="{63FE338A-937A-4BAD-8783-FA5A337BD25A}" type="pres">
      <dgm:prSet presAssocID="{A1F02760-E29F-48FC-99F8-5B9A5D8D1903}" presName="text" presStyleLbl="fgAcc0" presStyleIdx="3" presStyleCnt="4">
        <dgm:presLayoutVars>
          <dgm:chPref val="3"/>
        </dgm:presLayoutVars>
      </dgm:prSet>
      <dgm:spPr/>
    </dgm:pt>
    <dgm:pt modelId="{E114AF18-A972-4534-97EA-7D3C05BB1ACF}" type="pres">
      <dgm:prSet presAssocID="{A1F02760-E29F-48FC-99F8-5B9A5D8D1903}" presName="hierChild2" presStyleCnt="0"/>
      <dgm:spPr/>
    </dgm:pt>
  </dgm:ptLst>
  <dgm:cxnLst>
    <dgm:cxn modelId="{65825B8C-226E-434B-B363-A4038A5488DA}" srcId="{8951726A-FF3F-419E-9A3E-CE140793AAC0}" destId="{A1F02760-E29F-48FC-99F8-5B9A5D8D1903}" srcOrd="3" destOrd="0" parTransId="{D9D37E8E-6657-4129-80F7-A13CA553BE5E}" sibTransId="{DFE4193E-75BF-4E03-8650-65814CCEE3B0}"/>
    <dgm:cxn modelId="{168957A4-4E5C-49C0-9B38-2BC44BC30F92}" srcId="{8951726A-FF3F-419E-9A3E-CE140793AAC0}" destId="{82D9FC36-07CB-46D0-BE4A-47A85B456B54}" srcOrd="0" destOrd="0" parTransId="{B8613EC4-33D8-4EE9-8174-B0FC23AED90C}" sibTransId="{45554102-6225-4A5A-90EE-C76533E13D70}"/>
    <dgm:cxn modelId="{6BB0F3AF-D272-4C64-BE93-D07D2D61C789}" srcId="{8951726A-FF3F-419E-9A3E-CE140793AAC0}" destId="{68E3D228-412F-4E8B-913F-0DCFC5CB2D3F}" srcOrd="2" destOrd="0" parTransId="{156096D1-C6F4-4CDC-920D-4B9967DB5AB5}" sibTransId="{547E8BE8-337B-4D01-AFEC-02AF3AAEF94E}"/>
    <dgm:cxn modelId="{10AD35BE-4C0F-4B5C-B157-DFD6C5467775}" type="presOf" srcId="{8951726A-FF3F-419E-9A3E-CE140793AAC0}" destId="{37CC7249-069B-428A-826F-345CA149D792}" srcOrd="0" destOrd="0" presId="urn:microsoft.com/office/officeart/2005/8/layout/hierarchy1"/>
    <dgm:cxn modelId="{5B37F6C4-4F9D-4AC1-BED4-A51D8BE7F081}" type="presOf" srcId="{84969002-9A31-4375-8385-AF986C5D94C6}" destId="{4E73F807-594E-445B-A3C2-798643BA863A}" srcOrd="0" destOrd="0" presId="urn:microsoft.com/office/officeart/2005/8/layout/hierarchy1"/>
    <dgm:cxn modelId="{A8EA95DD-0795-4F6D-9E76-3A00A24C44D6}" srcId="{8951726A-FF3F-419E-9A3E-CE140793AAC0}" destId="{84969002-9A31-4375-8385-AF986C5D94C6}" srcOrd="1" destOrd="0" parTransId="{DFDB667E-59F4-483C-9B0E-550B2CA94D10}" sibTransId="{159DE00C-DF93-4DB1-A9C2-40A3C73A5A56}"/>
    <dgm:cxn modelId="{C8B0D5E4-D7B6-43E3-A082-4C99057BAA89}" type="presOf" srcId="{A1F02760-E29F-48FC-99F8-5B9A5D8D1903}" destId="{63FE338A-937A-4BAD-8783-FA5A337BD25A}" srcOrd="0" destOrd="0" presId="urn:microsoft.com/office/officeart/2005/8/layout/hierarchy1"/>
    <dgm:cxn modelId="{E77BBDE9-A838-4393-BFB9-6B0B7AB38161}" type="presOf" srcId="{68E3D228-412F-4E8B-913F-0DCFC5CB2D3F}" destId="{4401BF02-69BF-48E1-A46E-6A96A31B9220}" srcOrd="0" destOrd="0" presId="urn:microsoft.com/office/officeart/2005/8/layout/hierarchy1"/>
    <dgm:cxn modelId="{CDB41FF3-2573-4B92-B2EE-6739DCB3C029}" type="presOf" srcId="{82D9FC36-07CB-46D0-BE4A-47A85B456B54}" destId="{CF909D03-147D-4B99-A308-985C86BA825E}" srcOrd="0" destOrd="0" presId="urn:microsoft.com/office/officeart/2005/8/layout/hierarchy1"/>
    <dgm:cxn modelId="{AFFC4C48-E384-418B-B0AB-02EEE41F9194}" type="presParOf" srcId="{37CC7249-069B-428A-826F-345CA149D792}" destId="{9F5FEE07-4748-4C0A-A6AA-70B121667880}" srcOrd="0" destOrd="0" presId="urn:microsoft.com/office/officeart/2005/8/layout/hierarchy1"/>
    <dgm:cxn modelId="{579CBB1D-81A4-4A5B-9F75-C6BB48103846}" type="presParOf" srcId="{9F5FEE07-4748-4C0A-A6AA-70B121667880}" destId="{43F08F3E-4D65-4D4B-B9DE-6586E8C56AE5}" srcOrd="0" destOrd="0" presId="urn:microsoft.com/office/officeart/2005/8/layout/hierarchy1"/>
    <dgm:cxn modelId="{A37A948C-5F18-48D7-90FC-47510A48BA87}" type="presParOf" srcId="{43F08F3E-4D65-4D4B-B9DE-6586E8C56AE5}" destId="{804B9820-C6E7-40C3-A8A9-4077E82E1BE3}" srcOrd="0" destOrd="0" presId="urn:microsoft.com/office/officeart/2005/8/layout/hierarchy1"/>
    <dgm:cxn modelId="{D6AF6F74-BF6E-4289-8550-2A3007A84A89}" type="presParOf" srcId="{43F08F3E-4D65-4D4B-B9DE-6586E8C56AE5}" destId="{CF909D03-147D-4B99-A308-985C86BA825E}" srcOrd="1" destOrd="0" presId="urn:microsoft.com/office/officeart/2005/8/layout/hierarchy1"/>
    <dgm:cxn modelId="{422122D5-EC0C-4676-AC84-2F8E37761AA7}" type="presParOf" srcId="{9F5FEE07-4748-4C0A-A6AA-70B121667880}" destId="{02430493-D60C-44CA-BEB9-6DBBF3CAB397}" srcOrd="1" destOrd="0" presId="urn:microsoft.com/office/officeart/2005/8/layout/hierarchy1"/>
    <dgm:cxn modelId="{BE7C6D43-843F-4687-AC0F-D5E06C9F2205}" type="presParOf" srcId="{37CC7249-069B-428A-826F-345CA149D792}" destId="{D401358E-3876-48B7-BD4D-96BECD25D888}" srcOrd="1" destOrd="0" presId="urn:microsoft.com/office/officeart/2005/8/layout/hierarchy1"/>
    <dgm:cxn modelId="{25F0A421-4503-4850-851A-80FE714C16D9}" type="presParOf" srcId="{D401358E-3876-48B7-BD4D-96BECD25D888}" destId="{0FE25ED0-5EC9-4EA8-9157-1F133C31D004}" srcOrd="0" destOrd="0" presId="urn:microsoft.com/office/officeart/2005/8/layout/hierarchy1"/>
    <dgm:cxn modelId="{F1A7C9D9-5F11-4D2B-B3F7-81955E75EEC1}" type="presParOf" srcId="{0FE25ED0-5EC9-4EA8-9157-1F133C31D004}" destId="{6E200CAE-02F4-435A-9F5F-8DF8FDD57B96}" srcOrd="0" destOrd="0" presId="urn:microsoft.com/office/officeart/2005/8/layout/hierarchy1"/>
    <dgm:cxn modelId="{5A571135-4B50-4B3A-A40D-AD5660E8D559}" type="presParOf" srcId="{0FE25ED0-5EC9-4EA8-9157-1F133C31D004}" destId="{4E73F807-594E-445B-A3C2-798643BA863A}" srcOrd="1" destOrd="0" presId="urn:microsoft.com/office/officeart/2005/8/layout/hierarchy1"/>
    <dgm:cxn modelId="{CA35A68F-9FD7-462D-8426-65BBDA1DB925}" type="presParOf" srcId="{D401358E-3876-48B7-BD4D-96BECD25D888}" destId="{5395F02F-1DFF-448D-B092-18A1E8F41156}" srcOrd="1" destOrd="0" presId="urn:microsoft.com/office/officeart/2005/8/layout/hierarchy1"/>
    <dgm:cxn modelId="{9721E189-050F-4CF1-97CB-865713DA5C69}" type="presParOf" srcId="{37CC7249-069B-428A-826F-345CA149D792}" destId="{7500DB02-92ED-4D54-99D3-3DDD8A8D455A}" srcOrd="2" destOrd="0" presId="urn:microsoft.com/office/officeart/2005/8/layout/hierarchy1"/>
    <dgm:cxn modelId="{F4BDBFCB-663E-4A34-81F9-DF5C4605DED0}" type="presParOf" srcId="{7500DB02-92ED-4D54-99D3-3DDD8A8D455A}" destId="{1A481D06-7AD5-47E1-9C01-4E69BB071E0D}" srcOrd="0" destOrd="0" presId="urn:microsoft.com/office/officeart/2005/8/layout/hierarchy1"/>
    <dgm:cxn modelId="{DB54408E-063F-4F10-A98B-0BA1AFF8FADA}" type="presParOf" srcId="{1A481D06-7AD5-47E1-9C01-4E69BB071E0D}" destId="{D7478AB1-966C-4088-8B4A-DB1B22BAD9AA}" srcOrd="0" destOrd="0" presId="urn:microsoft.com/office/officeart/2005/8/layout/hierarchy1"/>
    <dgm:cxn modelId="{6B5EC75B-719D-467B-898B-8EABAF8BC85B}" type="presParOf" srcId="{1A481D06-7AD5-47E1-9C01-4E69BB071E0D}" destId="{4401BF02-69BF-48E1-A46E-6A96A31B9220}" srcOrd="1" destOrd="0" presId="urn:microsoft.com/office/officeart/2005/8/layout/hierarchy1"/>
    <dgm:cxn modelId="{BD19CCB9-CCC4-45DE-BA90-06CFFD1F86BC}" type="presParOf" srcId="{7500DB02-92ED-4D54-99D3-3DDD8A8D455A}" destId="{ED372F10-22DD-4A47-8B92-3E7FE41C5B63}" srcOrd="1" destOrd="0" presId="urn:microsoft.com/office/officeart/2005/8/layout/hierarchy1"/>
    <dgm:cxn modelId="{C208EA98-2B0B-4CD2-B3A3-CAD439CD298C}" type="presParOf" srcId="{37CC7249-069B-428A-826F-345CA149D792}" destId="{215F4B01-CE58-4182-9F3D-866AB44B7594}" srcOrd="3" destOrd="0" presId="urn:microsoft.com/office/officeart/2005/8/layout/hierarchy1"/>
    <dgm:cxn modelId="{E2F26EC5-9D0C-413B-9D40-224B098FCF58}" type="presParOf" srcId="{215F4B01-CE58-4182-9F3D-866AB44B7594}" destId="{E4A31AA2-1C74-424E-B98E-81C89EF3BDAE}" srcOrd="0" destOrd="0" presId="urn:microsoft.com/office/officeart/2005/8/layout/hierarchy1"/>
    <dgm:cxn modelId="{B4574E7E-D96A-4CFA-B0FD-998D25D23A24}" type="presParOf" srcId="{E4A31AA2-1C74-424E-B98E-81C89EF3BDAE}" destId="{33D76180-5F3B-41E8-83B5-CC336F994BA3}" srcOrd="0" destOrd="0" presId="urn:microsoft.com/office/officeart/2005/8/layout/hierarchy1"/>
    <dgm:cxn modelId="{14DAFF4A-9F76-4BB9-8088-CC224B4D9A68}" type="presParOf" srcId="{E4A31AA2-1C74-424E-B98E-81C89EF3BDAE}" destId="{63FE338A-937A-4BAD-8783-FA5A337BD25A}" srcOrd="1" destOrd="0" presId="urn:microsoft.com/office/officeart/2005/8/layout/hierarchy1"/>
    <dgm:cxn modelId="{4B767AAC-199E-42BE-AEC5-466B0D0E1894}" type="presParOf" srcId="{215F4B01-CE58-4182-9F3D-866AB44B7594}" destId="{E114AF18-A972-4534-97EA-7D3C05BB1AC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3F4AE40-3F90-4F8D-8D11-00CA108039E5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CC33D17-86EB-4EC3-93C1-D0AA042FDFFF}">
      <dgm:prSet/>
      <dgm:spPr/>
      <dgm:t>
        <a:bodyPr/>
        <a:lstStyle/>
        <a:p>
          <a:r>
            <a:rPr lang="fr-FR" dirty="0"/>
            <a:t>Data représentation</a:t>
          </a:r>
          <a:endParaRPr lang="en-US" dirty="0"/>
        </a:p>
      </dgm:t>
    </dgm:pt>
    <dgm:pt modelId="{A910E5E0-CD8B-4827-9145-31C487EB93ED}" type="parTrans" cxnId="{4E00CC07-D55D-4D8F-8365-BD49793A4001}">
      <dgm:prSet/>
      <dgm:spPr/>
      <dgm:t>
        <a:bodyPr/>
        <a:lstStyle/>
        <a:p>
          <a:endParaRPr lang="en-US"/>
        </a:p>
      </dgm:t>
    </dgm:pt>
    <dgm:pt modelId="{6A537D4D-D99E-4DF8-8FE8-28795F802728}" type="sibTrans" cxnId="{4E00CC07-D55D-4D8F-8365-BD49793A4001}">
      <dgm:prSet/>
      <dgm:spPr/>
      <dgm:t>
        <a:bodyPr/>
        <a:lstStyle/>
        <a:p>
          <a:endParaRPr lang="en-US"/>
        </a:p>
      </dgm:t>
    </dgm:pt>
    <dgm:pt modelId="{C8358AFC-3E02-4C33-A361-AC9F554C40D2}">
      <dgm:prSet/>
      <dgm:spPr/>
      <dgm:t>
        <a:bodyPr/>
        <a:lstStyle/>
        <a:p>
          <a:r>
            <a:rPr lang="fr-FR"/>
            <a:t>Data translation</a:t>
          </a:r>
          <a:endParaRPr lang="en-US"/>
        </a:p>
      </dgm:t>
    </dgm:pt>
    <dgm:pt modelId="{F23B8FC8-2B48-46C6-AC47-DE503E8D9F98}" type="parTrans" cxnId="{924C9F50-B48D-4C98-B48C-4B164A68568B}">
      <dgm:prSet/>
      <dgm:spPr/>
      <dgm:t>
        <a:bodyPr/>
        <a:lstStyle/>
        <a:p>
          <a:endParaRPr lang="en-US"/>
        </a:p>
      </dgm:t>
    </dgm:pt>
    <dgm:pt modelId="{D269BFDB-D7C1-4F3A-A74B-89CDE354786C}" type="sibTrans" cxnId="{924C9F50-B48D-4C98-B48C-4B164A68568B}">
      <dgm:prSet/>
      <dgm:spPr/>
      <dgm:t>
        <a:bodyPr/>
        <a:lstStyle/>
        <a:p>
          <a:endParaRPr lang="en-US"/>
        </a:p>
      </dgm:t>
    </dgm:pt>
    <dgm:pt modelId="{1A798C19-9E88-47C9-8665-74333A327F61}">
      <dgm:prSet/>
      <dgm:spPr/>
      <dgm:t>
        <a:bodyPr/>
        <a:lstStyle/>
        <a:p>
          <a:r>
            <a:rPr lang="fr-FR" dirty="0"/>
            <a:t>Data </a:t>
          </a:r>
          <a:r>
            <a:rPr lang="fr-FR" dirty="0" err="1"/>
            <a:t>Alignment</a:t>
          </a:r>
          <a:endParaRPr lang="en-US" dirty="0"/>
        </a:p>
      </dgm:t>
    </dgm:pt>
    <dgm:pt modelId="{B4AC42FC-7065-4EBD-94F6-73BD5F903F90}" type="parTrans" cxnId="{69F9CB29-D138-45C0-B2D4-A97E22CCC6A6}">
      <dgm:prSet/>
      <dgm:spPr/>
      <dgm:t>
        <a:bodyPr/>
        <a:lstStyle/>
        <a:p>
          <a:endParaRPr lang="en-US"/>
        </a:p>
      </dgm:t>
    </dgm:pt>
    <dgm:pt modelId="{17A99CA1-4AFE-4886-873E-4B7042128C5F}" type="sibTrans" cxnId="{69F9CB29-D138-45C0-B2D4-A97E22CCC6A6}">
      <dgm:prSet/>
      <dgm:spPr/>
      <dgm:t>
        <a:bodyPr/>
        <a:lstStyle/>
        <a:p>
          <a:endParaRPr lang="en-US"/>
        </a:p>
      </dgm:t>
    </dgm:pt>
    <dgm:pt modelId="{33526A63-4989-42CF-B779-D00B71A7EF59}" type="pres">
      <dgm:prSet presAssocID="{E3F4AE40-3F90-4F8D-8D11-00CA108039E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F8153BD-25FD-471B-8267-1BE5ADDF187A}" type="pres">
      <dgm:prSet presAssocID="{1CC33D17-86EB-4EC3-93C1-D0AA042FDFFF}" presName="hierRoot1" presStyleCnt="0"/>
      <dgm:spPr/>
    </dgm:pt>
    <dgm:pt modelId="{3AB75ADC-51B3-4351-B3D4-68AB2EE58288}" type="pres">
      <dgm:prSet presAssocID="{1CC33D17-86EB-4EC3-93C1-D0AA042FDFFF}" presName="composite" presStyleCnt="0"/>
      <dgm:spPr/>
    </dgm:pt>
    <dgm:pt modelId="{FAFC9E05-6EA5-460D-AC12-599AC99C6018}" type="pres">
      <dgm:prSet presAssocID="{1CC33D17-86EB-4EC3-93C1-D0AA042FDFFF}" presName="background" presStyleLbl="node0" presStyleIdx="0" presStyleCnt="3"/>
      <dgm:spPr/>
    </dgm:pt>
    <dgm:pt modelId="{E75C9F96-14F9-4935-A54F-70E53C7DF36C}" type="pres">
      <dgm:prSet presAssocID="{1CC33D17-86EB-4EC3-93C1-D0AA042FDFFF}" presName="text" presStyleLbl="fgAcc0" presStyleIdx="0" presStyleCnt="3">
        <dgm:presLayoutVars>
          <dgm:chPref val="3"/>
        </dgm:presLayoutVars>
      </dgm:prSet>
      <dgm:spPr/>
    </dgm:pt>
    <dgm:pt modelId="{D426E975-9151-45E1-9683-4FB786883C02}" type="pres">
      <dgm:prSet presAssocID="{1CC33D17-86EB-4EC3-93C1-D0AA042FDFFF}" presName="hierChild2" presStyleCnt="0"/>
      <dgm:spPr/>
    </dgm:pt>
    <dgm:pt modelId="{5408F4CC-5166-4D59-A996-D477A69829D6}" type="pres">
      <dgm:prSet presAssocID="{C8358AFC-3E02-4C33-A361-AC9F554C40D2}" presName="hierRoot1" presStyleCnt="0"/>
      <dgm:spPr/>
    </dgm:pt>
    <dgm:pt modelId="{FD6447F1-BBA9-4944-8B04-7E08CDB4C2FA}" type="pres">
      <dgm:prSet presAssocID="{C8358AFC-3E02-4C33-A361-AC9F554C40D2}" presName="composite" presStyleCnt="0"/>
      <dgm:spPr/>
    </dgm:pt>
    <dgm:pt modelId="{ED2A4AAE-5A1C-462D-8878-09B11FC049CE}" type="pres">
      <dgm:prSet presAssocID="{C8358AFC-3E02-4C33-A361-AC9F554C40D2}" presName="background" presStyleLbl="node0" presStyleIdx="1" presStyleCnt="3"/>
      <dgm:spPr/>
    </dgm:pt>
    <dgm:pt modelId="{50A09759-FE6E-4769-AC9B-D52EFFBAF83C}" type="pres">
      <dgm:prSet presAssocID="{C8358AFC-3E02-4C33-A361-AC9F554C40D2}" presName="text" presStyleLbl="fgAcc0" presStyleIdx="1" presStyleCnt="3">
        <dgm:presLayoutVars>
          <dgm:chPref val="3"/>
        </dgm:presLayoutVars>
      </dgm:prSet>
      <dgm:spPr/>
    </dgm:pt>
    <dgm:pt modelId="{55380F03-8ACF-4F8A-A341-2E90E3022ABE}" type="pres">
      <dgm:prSet presAssocID="{C8358AFC-3E02-4C33-A361-AC9F554C40D2}" presName="hierChild2" presStyleCnt="0"/>
      <dgm:spPr/>
    </dgm:pt>
    <dgm:pt modelId="{BE9B4DC0-6C20-44A8-9C53-A2C72093C211}" type="pres">
      <dgm:prSet presAssocID="{1A798C19-9E88-47C9-8665-74333A327F61}" presName="hierRoot1" presStyleCnt="0"/>
      <dgm:spPr/>
    </dgm:pt>
    <dgm:pt modelId="{CDDAC1A1-4410-4B5A-BD8E-F02361A4C75D}" type="pres">
      <dgm:prSet presAssocID="{1A798C19-9E88-47C9-8665-74333A327F61}" presName="composite" presStyleCnt="0"/>
      <dgm:spPr/>
    </dgm:pt>
    <dgm:pt modelId="{3F40AA91-2C8C-45CE-A85F-BAC8DB16CC4D}" type="pres">
      <dgm:prSet presAssocID="{1A798C19-9E88-47C9-8665-74333A327F61}" presName="background" presStyleLbl="node0" presStyleIdx="2" presStyleCnt="3"/>
      <dgm:spPr/>
    </dgm:pt>
    <dgm:pt modelId="{A078F5CD-AED8-4A06-AB3D-A9B3055275D2}" type="pres">
      <dgm:prSet presAssocID="{1A798C19-9E88-47C9-8665-74333A327F61}" presName="text" presStyleLbl="fgAcc0" presStyleIdx="2" presStyleCnt="3">
        <dgm:presLayoutVars>
          <dgm:chPref val="3"/>
        </dgm:presLayoutVars>
      </dgm:prSet>
      <dgm:spPr/>
    </dgm:pt>
    <dgm:pt modelId="{1BACDE39-0585-4DE1-8CBC-527D4FCB3D17}" type="pres">
      <dgm:prSet presAssocID="{1A798C19-9E88-47C9-8665-74333A327F61}" presName="hierChild2" presStyleCnt="0"/>
      <dgm:spPr/>
    </dgm:pt>
  </dgm:ptLst>
  <dgm:cxnLst>
    <dgm:cxn modelId="{4E00CC07-D55D-4D8F-8365-BD49793A4001}" srcId="{E3F4AE40-3F90-4F8D-8D11-00CA108039E5}" destId="{1CC33D17-86EB-4EC3-93C1-D0AA042FDFFF}" srcOrd="0" destOrd="0" parTransId="{A910E5E0-CD8B-4827-9145-31C487EB93ED}" sibTransId="{6A537D4D-D99E-4DF8-8FE8-28795F802728}"/>
    <dgm:cxn modelId="{69F9CB29-D138-45C0-B2D4-A97E22CCC6A6}" srcId="{E3F4AE40-3F90-4F8D-8D11-00CA108039E5}" destId="{1A798C19-9E88-47C9-8665-74333A327F61}" srcOrd="2" destOrd="0" parTransId="{B4AC42FC-7065-4EBD-94F6-73BD5F903F90}" sibTransId="{17A99CA1-4AFE-4886-873E-4B7042128C5F}"/>
    <dgm:cxn modelId="{4A20762A-C797-41CA-A0C9-4F4B6FF18915}" type="presOf" srcId="{1A798C19-9E88-47C9-8665-74333A327F61}" destId="{A078F5CD-AED8-4A06-AB3D-A9B3055275D2}" srcOrd="0" destOrd="0" presId="urn:microsoft.com/office/officeart/2005/8/layout/hierarchy1"/>
    <dgm:cxn modelId="{FD201C2F-E9A6-4C9C-A96A-D76D5AA42E1F}" type="presOf" srcId="{E3F4AE40-3F90-4F8D-8D11-00CA108039E5}" destId="{33526A63-4989-42CF-B779-D00B71A7EF59}" srcOrd="0" destOrd="0" presId="urn:microsoft.com/office/officeart/2005/8/layout/hierarchy1"/>
    <dgm:cxn modelId="{23549C3A-038D-41A4-9DFD-E8AC7A8D154C}" type="presOf" srcId="{1CC33D17-86EB-4EC3-93C1-D0AA042FDFFF}" destId="{E75C9F96-14F9-4935-A54F-70E53C7DF36C}" srcOrd="0" destOrd="0" presId="urn:microsoft.com/office/officeart/2005/8/layout/hierarchy1"/>
    <dgm:cxn modelId="{924C9F50-B48D-4C98-B48C-4B164A68568B}" srcId="{E3F4AE40-3F90-4F8D-8D11-00CA108039E5}" destId="{C8358AFC-3E02-4C33-A361-AC9F554C40D2}" srcOrd="1" destOrd="0" parTransId="{F23B8FC8-2B48-46C6-AC47-DE503E8D9F98}" sibTransId="{D269BFDB-D7C1-4F3A-A74B-89CDE354786C}"/>
    <dgm:cxn modelId="{DA52DBD6-A251-4FDE-8C21-5424BFFE25BE}" type="presOf" srcId="{C8358AFC-3E02-4C33-A361-AC9F554C40D2}" destId="{50A09759-FE6E-4769-AC9B-D52EFFBAF83C}" srcOrd="0" destOrd="0" presId="urn:microsoft.com/office/officeart/2005/8/layout/hierarchy1"/>
    <dgm:cxn modelId="{D9F8E4D5-04C4-4C64-83D4-C37BA24021A6}" type="presParOf" srcId="{33526A63-4989-42CF-B779-D00B71A7EF59}" destId="{3F8153BD-25FD-471B-8267-1BE5ADDF187A}" srcOrd="0" destOrd="0" presId="urn:microsoft.com/office/officeart/2005/8/layout/hierarchy1"/>
    <dgm:cxn modelId="{A36C0123-D153-4344-9288-89984B539794}" type="presParOf" srcId="{3F8153BD-25FD-471B-8267-1BE5ADDF187A}" destId="{3AB75ADC-51B3-4351-B3D4-68AB2EE58288}" srcOrd="0" destOrd="0" presId="urn:microsoft.com/office/officeart/2005/8/layout/hierarchy1"/>
    <dgm:cxn modelId="{4AD5BE13-6A85-4231-9249-0BB287D3D140}" type="presParOf" srcId="{3AB75ADC-51B3-4351-B3D4-68AB2EE58288}" destId="{FAFC9E05-6EA5-460D-AC12-599AC99C6018}" srcOrd="0" destOrd="0" presId="urn:microsoft.com/office/officeart/2005/8/layout/hierarchy1"/>
    <dgm:cxn modelId="{A4147A99-3760-4744-B887-88ADF66DDDE4}" type="presParOf" srcId="{3AB75ADC-51B3-4351-B3D4-68AB2EE58288}" destId="{E75C9F96-14F9-4935-A54F-70E53C7DF36C}" srcOrd="1" destOrd="0" presId="urn:microsoft.com/office/officeart/2005/8/layout/hierarchy1"/>
    <dgm:cxn modelId="{061E0C0D-1F9F-4CDD-8611-B5C23CFD4C47}" type="presParOf" srcId="{3F8153BD-25FD-471B-8267-1BE5ADDF187A}" destId="{D426E975-9151-45E1-9683-4FB786883C02}" srcOrd="1" destOrd="0" presId="urn:microsoft.com/office/officeart/2005/8/layout/hierarchy1"/>
    <dgm:cxn modelId="{2563AEF3-3746-4F57-AFF1-8444B39D5880}" type="presParOf" srcId="{33526A63-4989-42CF-B779-D00B71A7EF59}" destId="{5408F4CC-5166-4D59-A996-D477A69829D6}" srcOrd="1" destOrd="0" presId="urn:microsoft.com/office/officeart/2005/8/layout/hierarchy1"/>
    <dgm:cxn modelId="{43C72610-E498-4001-B816-3846C6ED0BA2}" type="presParOf" srcId="{5408F4CC-5166-4D59-A996-D477A69829D6}" destId="{FD6447F1-BBA9-4944-8B04-7E08CDB4C2FA}" srcOrd="0" destOrd="0" presId="urn:microsoft.com/office/officeart/2005/8/layout/hierarchy1"/>
    <dgm:cxn modelId="{41DD93BE-F1E9-4512-83DD-B7735F52DA52}" type="presParOf" srcId="{FD6447F1-BBA9-4944-8B04-7E08CDB4C2FA}" destId="{ED2A4AAE-5A1C-462D-8878-09B11FC049CE}" srcOrd="0" destOrd="0" presId="urn:microsoft.com/office/officeart/2005/8/layout/hierarchy1"/>
    <dgm:cxn modelId="{667E2FA1-C933-498D-AAB0-23F9A301F228}" type="presParOf" srcId="{FD6447F1-BBA9-4944-8B04-7E08CDB4C2FA}" destId="{50A09759-FE6E-4769-AC9B-D52EFFBAF83C}" srcOrd="1" destOrd="0" presId="urn:microsoft.com/office/officeart/2005/8/layout/hierarchy1"/>
    <dgm:cxn modelId="{0A80EE8A-C47A-4149-8606-8A35F9D4AED9}" type="presParOf" srcId="{5408F4CC-5166-4D59-A996-D477A69829D6}" destId="{55380F03-8ACF-4F8A-A341-2E90E3022ABE}" srcOrd="1" destOrd="0" presId="urn:microsoft.com/office/officeart/2005/8/layout/hierarchy1"/>
    <dgm:cxn modelId="{ED2B9B44-03C1-4CCB-BE4D-175552EC8CC6}" type="presParOf" srcId="{33526A63-4989-42CF-B779-D00B71A7EF59}" destId="{BE9B4DC0-6C20-44A8-9C53-A2C72093C211}" srcOrd="2" destOrd="0" presId="urn:microsoft.com/office/officeart/2005/8/layout/hierarchy1"/>
    <dgm:cxn modelId="{C0919EE8-B513-47D5-9666-0EDAEF91FCB6}" type="presParOf" srcId="{BE9B4DC0-6C20-44A8-9C53-A2C72093C211}" destId="{CDDAC1A1-4410-4B5A-BD8E-F02361A4C75D}" srcOrd="0" destOrd="0" presId="urn:microsoft.com/office/officeart/2005/8/layout/hierarchy1"/>
    <dgm:cxn modelId="{C8302FA4-7800-4B3B-A4F0-CDF4D62E008C}" type="presParOf" srcId="{CDDAC1A1-4410-4B5A-BD8E-F02361A4C75D}" destId="{3F40AA91-2C8C-45CE-A85F-BAC8DB16CC4D}" srcOrd="0" destOrd="0" presId="urn:microsoft.com/office/officeart/2005/8/layout/hierarchy1"/>
    <dgm:cxn modelId="{DD3AAC8F-FB7B-41D5-AB61-8F75B7168FC9}" type="presParOf" srcId="{CDDAC1A1-4410-4B5A-BD8E-F02361A4C75D}" destId="{A078F5CD-AED8-4A06-AB3D-A9B3055275D2}" srcOrd="1" destOrd="0" presId="urn:microsoft.com/office/officeart/2005/8/layout/hierarchy1"/>
    <dgm:cxn modelId="{937104C1-77AF-467E-B2AB-A6BFC1CF3FCC}" type="presParOf" srcId="{BE9B4DC0-6C20-44A8-9C53-A2C72093C211}" destId="{1BACDE39-0585-4DE1-8CBC-527D4FCB3D1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AECE2B-2273-4143-8305-E4D351ED2994}">
      <dsp:nvSpPr>
        <dsp:cNvPr id="0" name=""/>
        <dsp:cNvSpPr/>
      </dsp:nvSpPr>
      <dsp:spPr>
        <a:xfrm>
          <a:off x="828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09DBD9-5D6D-4237-B6C8-B66DBCEBA4AF}">
      <dsp:nvSpPr>
        <dsp:cNvPr id="0" name=""/>
        <dsp:cNvSpPr/>
      </dsp:nvSpPr>
      <dsp:spPr>
        <a:xfrm>
          <a:off x="333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 dirty="0"/>
            <a:t>Fusion</a:t>
          </a:r>
          <a:r>
            <a:rPr lang="fr-FR" sz="2000" kern="1200" dirty="0"/>
            <a:t> </a:t>
          </a:r>
          <a:endParaRPr lang="en-US" sz="2000" kern="1200" dirty="0"/>
        </a:p>
      </dsp:txBody>
      <dsp:txXfrm>
        <a:off x="333914" y="2049612"/>
        <a:ext cx="1800000" cy="720000"/>
      </dsp:txXfrm>
    </dsp:sp>
    <dsp:sp modelId="{EDD65A80-8423-4DF1-8E79-6EDF70057F8A}">
      <dsp:nvSpPr>
        <dsp:cNvPr id="0" name=""/>
        <dsp:cNvSpPr/>
      </dsp:nvSpPr>
      <dsp:spPr>
        <a:xfrm>
          <a:off x="2943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99234B-9CF4-4102-A132-90645053C218}">
      <dsp:nvSpPr>
        <dsp:cNvPr id="0" name=""/>
        <dsp:cNvSpPr/>
      </dsp:nvSpPr>
      <dsp:spPr>
        <a:xfrm>
          <a:off x="2448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Représentation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2448914" y="2049612"/>
        <a:ext cx="1800000" cy="720000"/>
      </dsp:txXfrm>
    </dsp:sp>
    <dsp:sp modelId="{3EF79444-47EA-47DA-AE09-DD57D8E9623F}">
      <dsp:nvSpPr>
        <dsp:cNvPr id="0" name=""/>
        <dsp:cNvSpPr/>
      </dsp:nvSpPr>
      <dsp:spPr>
        <a:xfrm>
          <a:off x="5058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2143A5-8353-4652-BB68-409B3B0CE23D}">
      <dsp:nvSpPr>
        <dsp:cNvPr id="0" name=""/>
        <dsp:cNvSpPr/>
      </dsp:nvSpPr>
      <dsp:spPr>
        <a:xfrm>
          <a:off x="4563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Traduction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4563914" y="2049612"/>
        <a:ext cx="1800000" cy="720000"/>
      </dsp:txXfrm>
    </dsp:sp>
    <dsp:sp modelId="{7FA499EB-A690-47AE-877C-1F6C506686C9}">
      <dsp:nvSpPr>
        <dsp:cNvPr id="0" name=""/>
        <dsp:cNvSpPr/>
      </dsp:nvSpPr>
      <dsp:spPr>
        <a:xfrm>
          <a:off x="7173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6B2CE-5C63-42C8-AB97-2BD91D6255CF}">
      <dsp:nvSpPr>
        <dsp:cNvPr id="0" name=""/>
        <dsp:cNvSpPr/>
      </dsp:nvSpPr>
      <dsp:spPr>
        <a:xfrm>
          <a:off x="6678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Alignement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6678914" y="2049612"/>
        <a:ext cx="1800000" cy="720000"/>
      </dsp:txXfrm>
    </dsp:sp>
    <dsp:sp modelId="{96CFD845-DAFC-4FB3-BB8D-D7DDB2659D25}">
      <dsp:nvSpPr>
        <dsp:cNvPr id="0" name=""/>
        <dsp:cNvSpPr/>
      </dsp:nvSpPr>
      <dsp:spPr>
        <a:xfrm>
          <a:off x="9288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47FA4E-43E5-4878-91F1-1A5FDF3FE69D}">
      <dsp:nvSpPr>
        <dsp:cNvPr id="0" name=""/>
        <dsp:cNvSpPr/>
      </dsp:nvSpPr>
      <dsp:spPr>
        <a:xfrm>
          <a:off x="8793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 dirty="0"/>
            <a:t>Co-Learning</a:t>
          </a:r>
          <a:endParaRPr lang="en-US" sz="2000" kern="1200" dirty="0"/>
        </a:p>
      </dsp:txBody>
      <dsp:txXfrm>
        <a:off x="8793914" y="2049612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4B9820-C6E7-40C3-A8A9-4077E82E1BE3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09D03-147D-4B99-A308-985C86BA825E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 dirty="0" err="1"/>
            <a:t>Late</a:t>
          </a:r>
          <a:r>
            <a:rPr lang="fr-FR" sz="3800" kern="1200" dirty="0"/>
            <a:t> fusion</a:t>
          </a:r>
          <a:endParaRPr lang="en-US" sz="3800" kern="1200" dirty="0"/>
        </a:p>
      </dsp:txBody>
      <dsp:txXfrm>
        <a:off x="299702" y="1282093"/>
        <a:ext cx="2200851" cy="1366505"/>
      </dsp:txXfrm>
    </dsp:sp>
    <dsp:sp modelId="{6E200CAE-02F4-435A-9F5F-8DF8FDD57B96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73F807-594E-445B-A3C2-798643BA863A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Deep fusion</a:t>
          </a:r>
          <a:endParaRPr lang="en-US" sz="3800" kern="1200"/>
        </a:p>
      </dsp:txBody>
      <dsp:txXfrm>
        <a:off x="3093555" y="1282093"/>
        <a:ext cx="2200851" cy="1366505"/>
      </dsp:txXfrm>
    </dsp:sp>
    <dsp:sp modelId="{D7478AB1-966C-4088-8B4A-DB1B22BAD9AA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01BF02-69BF-48E1-A46E-6A96A31B9220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 dirty="0" err="1"/>
            <a:t>Early</a:t>
          </a:r>
          <a:r>
            <a:rPr lang="fr-FR" sz="3800" kern="1200" dirty="0"/>
            <a:t> fusion</a:t>
          </a:r>
          <a:endParaRPr lang="en-US" sz="3800" kern="1200" dirty="0"/>
        </a:p>
      </dsp:txBody>
      <dsp:txXfrm>
        <a:off x="5887408" y="1282093"/>
        <a:ext cx="2200851" cy="1366505"/>
      </dsp:txXfrm>
    </dsp:sp>
    <dsp:sp modelId="{33D76180-5F3B-41E8-83B5-CC336F994BA3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FE338A-937A-4BAD-8783-FA5A337BD25A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Hybrid fusion </a:t>
          </a:r>
          <a:endParaRPr lang="en-US" sz="3800" kern="1200"/>
        </a:p>
      </dsp:txBody>
      <dsp:txXfrm>
        <a:off x="8681261" y="1282093"/>
        <a:ext cx="2200851" cy="13665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FC9E05-6EA5-460D-AC12-599AC99C601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5C9F96-14F9-4935-A54F-70E53C7DF36C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représentation</a:t>
          </a:r>
          <a:endParaRPr lang="en-US" sz="3300" kern="1200" dirty="0"/>
        </a:p>
      </dsp:txBody>
      <dsp:txXfrm>
        <a:off x="398656" y="1088253"/>
        <a:ext cx="2959127" cy="1837317"/>
      </dsp:txXfrm>
    </dsp:sp>
    <dsp:sp modelId="{ED2A4AAE-5A1C-462D-8878-09B11FC049CE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A09759-FE6E-4769-AC9B-D52EFFBAF83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/>
            <a:t>Data translation</a:t>
          </a:r>
          <a:endParaRPr lang="en-US" sz="3300" kern="1200"/>
        </a:p>
      </dsp:txBody>
      <dsp:txXfrm>
        <a:off x="4155097" y="1088253"/>
        <a:ext cx="2959127" cy="1837317"/>
      </dsp:txXfrm>
    </dsp:sp>
    <dsp:sp modelId="{3F40AA91-2C8C-45CE-A85F-BAC8DB16CC4D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78F5CD-AED8-4A06-AB3D-A9B3055275D2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</a:t>
          </a:r>
          <a:r>
            <a:rPr lang="fr-FR" sz="3300" kern="1200" dirty="0" err="1"/>
            <a:t>Alignment</a:t>
          </a:r>
          <a:endParaRPr lang="en-US" sz="3300" kern="1200" dirty="0"/>
        </a:p>
      </dsp:txBody>
      <dsp:txXfrm>
        <a:off x="7911539" y="1088253"/>
        <a:ext cx="2959127" cy="18373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D1E85C-B242-45CA-A591-1CB75F4C12E8}" type="datetimeFigureOut">
              <a:rPr lang="fr-FR" smtClean="0"/>
              <a:t>15/01/2026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39CAE-AB21-4710-80C8-BF7B7344CF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2401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02040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combinaison de différents supports d'information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fr-FR" dirty="0"/>
          </a:p>
          <a:p>
            <a:r>
              <a:rPr lang="fr-FR" dirty="0"/>
              <a:t>Exemple:</a:t>
            </a:r>
          </a:p>
          <a:p>
            <a:r>
              <a:rPr lang="fr-FR" dirty="0"/>
              <a:t>Chat-GPT de la génération d’image ou de textes à partir de d’image et textes </a:t>
            </a:r>
          </a:p>
          <a:p>
            <a:r>
              <a:rPr lang="fr-FR" dirty="0"/>
              <a:t>Spécifier une question à  l’aide d’une image et  d’un texte -&gt; de quel  couleurs /où se trouve ? </a:t>
            </a:r>
          </a:p>
          <a:p>
            <a:endParaRPr lang="fr-FR" dirty="0"/>
          </a:p>
          <a:p>
            <a:r>
              <a:rPr lang="fr-FR" dirty="0"/>
              <a:t>Pour de l’identification d’une plante  fournir une photo + l’</a:t>
            </a:r>
            <a:r>
              <a:rPr lang="fr-FR" dirty="0" err="1"/>
              <a:t>endroie</a:t>
            </a:r>
            <a:r>
              <a:rPr lang="fr-FR" dirty="0"/>
              <a:t> et la date de la photo  en textuel  possibilité d’enlevé des ambiguïté :</a:t>
            </a:r>
          </a:p>
          <a:p>
            <a:r>
              <a:rPr lang="fr-FR" b="1" dirty="0"/>
              <a:t>Aloe </a:t>
            </a:r>
            <a:r>
              <a:rPr lang="fr-FR" b="1" dirty="0" err="1"/>
              <a:t>vera</a:t>
            </a:r>
            <a:r>
              <a:rPr lang="fr-FR" dirty="0"/>
              <a:t> : Afrique et péninsule arabique</a:t>
            </a:r>
          </a:p>
          <a:p>
            <a:r>
              <a:rPr lang="fr-FR" b="1" dirty="0"/>
              <a:t>Agave</a:t>
            </a:r>
            <a:r>
              <a:rPr lang="fr-FR" dirty="0"/>
              <a:t> : Amérique centrale et Mexique</a:t>
            </a:r>
          </a:p>
          <a:p>
            <a:endParaRPr lang="fr-FR" dirty="0"/>
          </a:p>
          <a:p>
            <a:r>
              <a:rPr lang="fr-FR" dirty="0"/>
              <a:t>Donne l’exemple des IA </a:t>
            </a:r>
            <a:r>
              <a:rPr lang="fr-FR" dirty="0" err="1"/>
              <a:t>generatives</a:t>
            </a:r>
            <a:r>
              <a:rPr lang="fr-FR" dirty="0"/>
              <a:t> 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5703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517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une transition pour la multimodalité </a:t>
            </a:r>
          </a:p>
          <a:p>
            <a:r>
              <a:rPr lang="fr-FR" dirty="0"/>
              <a:t>Les données multi modal </a:t>
            </a:r>
          </a:p>
          <a:p>
            <a:r>
              <a:rPr lang="fr-FR" dirty="0"/>
              <a:t>Solution Travailler </a:t>
            </a:r>
          </a:p>
          <a:p>
            <a:r>
              <a:rPr lang="fr-FR" dirty="0"/>
              <a:t>problèmes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7971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Si il y a plusieurs modalités il est nécessaire de les fusionnées, </a:t>
            </a:r>
          </a:p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70365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BBB98-C514-87F7-4A61-4F5861575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65595E7-5E40-EB12-F51A-113C991E84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2BCF12F-4FE4-6EED-FE4B-B29944FE97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Chargement</a:t>
            </a:r>
            <a:endParaRPr lang="fr-FR" dirty="0"/>
          </a:p>
          <a:p>
            <a:r>
              <a:rPr lang="fr-FR" dirty="0"/>
              <a:t>Lecture du fichier (JPEG/PNG) → image en mémoire.</a:t>
            </a:r>
          </a:p>
          <a:p>
            <a:r>
              <a:rPr lang="fr-FR" b="1" dirty="0" err="1"/>
              <a:t>Préprocessing</a:t>
            </a:r>
            <a:endParaRPr lang="fr-FR" dirty="0"/>
          </a:p>
          <a:p>
            <a:r>
              <a:rPr lang="fr-FR" b="1" dirty="0"/>
              <a:t>Redimensionnement</a:t>
            </a:r>
            <a:r>
              <a:rPr lang="fr-FR" dirty="0"/>
              <a:t> vers une taille fixe (ex. 224×224).</a:t>
            </a:r>
          </a:p>
          <a:p>
            <a:r>
              <a:rPr lang="fr-FR" b="1" dirty="0"/>
              <a:t>Conversion en tenseur</a:t>
            </a:r>
            <a:r>
              <a:rPr lang="fr-FR" dirty="0"/>
              <a:t> (souvent H×W×C → C×H×W).</a:t>
            </a:r>
          </a:p>
          <a:p>
            <a:r>
              <a:rPr lang="fr-FR" b="1" dirty="0"/>
              <a:t>Mise à l’échelle / normalisation</a:t>
            </a:r>
            <a:r>
              <a:rPr lang="fr-FR" dirty="0"/>
              <a:t> des pixels (ex. [0,255] → [0,1], puis éventuellement (x−mean)/std).</a:t>
            </a:r>
          </a:p>
          <a:p>
            <a:r>
              <a:rPr lang="fr-FR" dirty="0"/>
              <a:t>(En entraînement) </a:t>
            </a:r>
            <a:r>
              <a:rPr lang="fr-FR" b="1" dirty="0"/>
              <a:t>augmentations</a:t>
            </a:r>
            <a:r>
              <a:rPr lang="fr-FR" dirty="0"/>
              <a:t> : flip, </a:t>
            </a:r>
            <a:r>
              <a:rPr lang="fr-FR" dirty="0" err="1"/>
              <a:t>crop</a:t>
            </a:r>
            <a:r>
              <a:rPr lang="fr-FR" dirty="0"/>
              <a:t>, rotation légère, </a:t>
            </a:r>
            <a:r>
              <a:rPr lang="fr-FR" dirty="0" err="1"/>
              <a:t>jitter</a:t>
            </a:r>
            <a:r>
              <a:rPr lang="fr-FR" dirty="0"/>
              <a:t> couleur, etc.</a:t>
            </a:r>
          </a:p>
          <a:p>
            <a:r>
              <a:rPr lang="fr-FR" b="1" dirty="0"/>
              <a:t>Backbone CNN (extraction de features)</a:t>
            </a:r>
            <a:endParaRPr lang="fr-FR" dirty="0"/>
          </a:p>
          <a:p>
            <a:r>
              <a:rPr lang="fr-FR" dirty="0"/>
              <a:t>Suites de </a:t>
            </a:r>
            <a:r>
              <a:rPr lang="fr-FR" b="1" dirty="0"/>
              <a:t>convolutions + activation (</a:t>
            </a:r>
            <a:r>
              <a:rPr lang="fr-FR" b="1" dirty="0" err="1"/>
              <a:t>ReLU</a:t>
            </a:r>
            <a:r>
              <a:rPr lang="fr-FR" b="1" dirty="0"/>
              <a:t>) + (</a:t>
            </a:r>
            <a:r>
              <a:rPr lang="fr-FR" b="1" dirty="0" err="1"/>
              <a:t>BatchNorm</a:t>
            </a:r>
            <a:r>
              <a:rPr lang="fr-FR" b="1" dirty="0"/>
              <a:t>) + </a:t>
            </a:r>
            <a:r>
              <a:rPr lang="fr-FR" b="1" dirty="0" err="1"/>
              <a:t>pooling</a:t>
            </a:r>
            <a:r>
              <a:rPr lang="fr-FR" dirty="0"/>
              <a:t>.</a:t>
            </a:r>
          </a:p>
          <a:p>
            <a:r>
              <a:rPr lang="fr-FR" dirty="0"/>
              <a:t>L’image devient des </a:t>
            </a:r>
            <a:r>
              <a:rPr lang="fr-FR" b="1" dirty="0"/>
              <a:t>cartes de caractéristiques</a:t>
            </a:r>
            <a:r>
              <a:rPr lang="fr-FR" dirty="0"/>
              <a:t> de plus en plus abstraites, avec une résolution qui diminue et un nombre de canaux qui augmente.</a:t>
            </a:r>
          </a:p>
          <a:p>
            <a:r>
              <a:rPr lang="fr-FR" b="1" dirty="0"/>
              <a:t>Agrégation</a:t>
            </a:r>
            <a:endParaRPr lang="fr-FR" dirty="0"/>
          </a:p>
          <a:p>
            <a:r>
              <a:rPr lang="fr-FR" dirty="0"/>
              <a:t>Souvent </a:t>
            </a:r>
            <a:r>
              <a:rPr lang="fr-FR" b="1" dirty="0"/>
              <a:t>Global </a:t>
            </a:r>
            <a:r>
              <a:rPr lang="fr-FR" b="1" dirty="0" err="1"/>
              <a:t>Average</a:t>
            </a:r>
            <a:r>
              <a:rPr lang="fr-FR" b="1" dirty="0"/>
              <a:t> </a:t>
            </a:r>
            <a:r>
              <a:rPr lang="fr-FR" b="1" dirty="0" err="1"/>
              <a:t>Pooling</a:t>
            </a:r>
            <a:r>
              <a:rPr lang="fr-FR" dirty="0"/>
              <a:t> (ou </a:t>
            </a:r>
            <a:r>
              <a:rPr lang="fr-FR" dirty="0" err="1"/>
              <a:t>flatten</a:t>
            </a:r>
            <a:r>
              <a:rPr lang="fr-FR" dirty="0"/>
              <a:t>) pour passer des </a:t>
            </a:r>
            <a:r>
              <a:rPr lang="fr-FR" dirty="0" err="1"/>
              <a:t>feature</a:t>
            </a:r>
            <a:r>
              <a:rPr lang="fr-FR" dirty="0"/>
              <a:t> </a:t>
            </a:r>
            <a:r>
              <a:rPr lang="fr-FR" dirty="0" err="1"/>
              <a:t>maps</a:t>
            </a:r>
            <a:r>
              <a:rPr lang="fr-FR" dirty="0"/>
              <a:t> à un vecteur.</a:t>
            </a:r>
          </a:p>
          <a:p>
            <a:r>
              <a:rPr lang="fr-FR" b="1" dirty="0"/>
              <a:t>Head (prédiction)</a:t>
            </a:r>
            <a:endParaRPr lang="fr-FR" dirty="0"/>
          </a:p>
          <a:p>
            <a:r>
              <a:rPr lang="fr-FR" dirty="0"/>
              <a:t>Une ou quelques couches </a:t>
            </a:r>
            <a:r>
              <a:rPr lang="fr-FR" b="1" dirty="0" err="1"/>
              <a:t>fully-connected</a:t>
            </a:r>
            <a:r>
              <a:rPr lang="fr-FR" dirty="0"/>
              <a:t> (MLP) → sortie.</a:t>
            </a:r>
          </a:p>
          <a:p>
            <a:r>
              <a:rPr lang="fr-FR" b="1" dirty="0" err="1"/>
              <a:t>Softmax</a:t>
            </a:r>
            <a:r>
              <a:rPr lang="fr-FR" dirty="0"/>
              <a:t> (multi-classe) ou </a:t>
            </a:r>
            <a:r>
              <a:rPr lang="fr-FR" b="1" dirty="0" err="1"/>
              <a:t>sigmoid</a:t>
            </a:r>
            <a:r>
              <a:rPr lang="fr-FR" dirty="0"/>
              <a:t> (multi-label).</a:t>
            </a:r>
          </a:p>
          <a:p>
            <a:r>
              <a:rPr lang="fr-FR" b="1" dirty="0"/>
              <a:t>Post-traitement (selon la tâche)</a:t>
            </a:r>
            <a:endParaRPr lang="fr-FR" dirty="0"/>
          </a:p>
          <a:p>
            <a:r>
              <a:rPr lang="fr-FR" dirty="0"/>
              <a:t>Prendre la classe top-1/top-k, appliquer un seuil, etc.</a:t>
            </a:r>
          </a:p>
          <a:p>
            <a:r>
              <a:rPr lang="fr-FR" dirty="0"/>
              <a:t>En une ligne : </a:t>
            </a:r>
            <a:r>
              <a:rPr lang="fr-FR" b="1" dirty="0"/>
              <a:t>image → </a:t>
            </a:r>
            <a:r>
              <a:rPr lang="fr-FR" b="1" dirty="0" err="1"/>
              <a:t>preprocessing</a:t>
            </a:r>
            <a:r>
              <a:rPr lang="fr-FR" b="1" dirty="0"/>
              <a:t> → backbone (</a:t>
            </a:r>
            <a:r>
              <a:rPr lang="fr-FR" b="1" dirty="0" err="1"/>
              <a:t>conv</a:t>
            </a:r>
            <a:r>
              <a:rPr lang="fr-FR" b="1" dirty="0"/>
              <a:t>) → </a:t>
            </a:r>
            <a:r>
              <a:rPr lang="fr-FR" b="1" dirty="0" err="1"/>
              <a:t>pooling</a:t>
            </a:r>
            <a:r>
              <a:rPr lang="fr-FR" b="1" dirty="0"/>
              <a:t> → </a:t>
            </a:r>
            <a:r>
              <a:rPr lang="fr-FR" b="1" dirty="0" err="1"/>
              <a:t>head</a:t>
            </a:r>
            <a:r>
              <a:rPr lang="fr-FR" b="1" dirty="0"/>
              <a:t> (dense) → prédiction</a:t>
            </a:r>
            <a:r>
              <a:rPr lang="fr-FR" dirty="0"/>
              <a:t>.</a:t>
            </a:r>
          </a:p>
          <a:p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BEDF5C2-335C-2295-9B98-9289FABD77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42499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0150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634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Ce sont les outils de la Fusion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0134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 réduire d’hétérogénéité entres les modalités et crée un espace latent qui encode au mieux les différentes modalités </a:t>
            </a:r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fr-FR" dirty="0"/>
          </a:p>
          <a:p>
            <a:r>
              <a:rPr lang="fr-FR" dirty="0"/>
              <a:t>se concentre sur l’intégration et l’interprétation d’informations provenant de différentes modalités, telles que le texte, les images, l’audio ou la vidéo, en les projetant dans un espace latent partagé.</a:t>
            </a:r>
          </a:p>
          <a:p>
            <a:endParaRPr lang="fr-FR" dirty="0"/>
          </a:p>
          <a:p>
            <a:r>
              <a:rPr lang="fr-FR" dirty="0"/>
              <a:t>Joint AV</a:t>
            </a:r>
          </a:p>
          <a:p>
            <a:r>
              <a:rPr lang="fr-FR" dirty="0"/>
              <a:t>Joint DV</a:t>
            </a:r>
          </a:p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76884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Prendre l’image des </a:t>
            </a:r>
            <a:r>
              <a:rPr lang="fr-FR" dirty="0" err="1"/>
              <a:t>embeding</a:t>
            </a:r>
            <a:r>
              <a:rPr lang="fr-FR" dirty="0"/>
              <a:t> pour donner l’exemple</a:t>
            </a:r>
          </a:p>
          <a:p>
            <a:endParaRPr lang="fr-FR" dirty="0"/>
          </a:p>
          <a:p>
            <a:r>
              <a:rPr lang="fr-FR" dirty="0"/>
              <a:t>C’est de passé d’une modalité à une autre de la traduire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36859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10767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Revoir </a:t>
            </a:r>
            <a:r>
              <a:rPr lang="fr-FR" dirty="0" err="1"/>
              <a:t>Adptation</a:t>
            </a:r>
            <a:r>
              <a:rPr lang="fr-FR" dirty="0"/>
              <a:t> du  domaine d’</a:t>
            </a:r>
            <a:r>
              <a:rPr lang="fr-FR" dirty="0" err="1"/>
              <a:t>anomomalie</a:t>
            </a:r>
            <a:r>
              <a:rPr lang="fr-FR" dirty="0"/>
              <a:t> qui passe d’une autre méme </a:t>
            </a:r>
            <a:r>
              <a:rPr lang="fr-FR" dirty="0" err="1"/>
              <a:t>tehno</a:t>
            </a:r>
            <a:r>
              <a:rPr lang="fr-FR" dirty="0"/>
              <a:t> mais domaine </a:t>
            </a:r>
            <a:r>
              <a:rPr lang="fr-FR" dirty="0" err="1"/>
              <a:t>differants</a:t>
            </a:r>
            <a:r>
              <a:rPr lang="fr-FR" dirty="0"/>
              <a:t>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36238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Multimodal mettre slide à  la fin ou  possiblement au  début dans l’introduction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7229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FEF21-BE07-C767-6D06-CA7AC7F61F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B6A65D8-4228-BBC1-C68B-B7438AA50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81885A-1A2C-3C19-7326-77E968DF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49EC7-1E45-4B92-8CEE-34A27939E1F4}" type="datetime1">
              <a:rPr lang="fr-FR" smtClean="0"/>
              <a:t>15/01/2026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37D759-0697-C512-8DB1-6F74DB5F1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06B875-45CF-958A-E98F-D899BE5DA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25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731ED-D666-E47F-6968-876ED868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7484E6-C068-F46C-C254-EE9DEA616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AE677-3ADC-2392-6A8A-9291FD11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7E50F-571E-494B-B4CE-77E83D7E47E8}" type="datetime1">
              <a:rPr lang="fr-FR" smtClean="0"/>
              <a:t>15/01/2026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39F935-51D3-7B5E-860F-FE0FD0DE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56D72D-B83D-8F15-0917-19DF133B9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156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495BD6-4F5A-47DF-00A5-BCFE842B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33194D-A5A5-7F53-E6BB-10ABC19FC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285A67-7AE2-096A-5849-0B2C8DDF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22C4-77CF-4A86-AC51-B5CE7F512F29}" type="datetime1">
              <a:rPr lang="fr-FR" smtClean="0"/>
              <a:t>15/01/2026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D2372D-4AB3-7667-452B-2AE5087D8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9139E3-1049-FA9B-1312-C56D5D1D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56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DEE8B1-49F8-B7C7-D323-150DCDCDA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D31B1F-AC0F-7891-4034-0A6558370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FF2C907-CD58-FFD9-B1CF-A5A67B7D6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2277E3-BC90-29E6-8592-24A5098A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399-D4F4-4D78-94F2-63AE8CDE9AF3}" type="datetime1">
              <a:rPr lang="fr-FR" smtClean="0"/>
              <a:t>15/01/2026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47F5B8-788B-26CD-F07F-B5D322702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26BD32-5FFD-C238-F0E0-E0CB1580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5093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55028-61BB-4707-4BF2-DB1C33DF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381BCD-72BE-027A-B773-747AC020F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79EBCB-D800-8B45-9515-D356BCB3C5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D26BCCF-1628-A962-4A05-F4E794F198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F91449E-A6EA-42E9-1133-ECAA092C3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BC8F80D-B5B7-5163-C849-C07CAA2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4F939-6709-4AA3-BC18-6BB6E2CF0272}" type="datetime1">
              <a:rPr lang="fr-FR" smtClean="0"/>
              <a:t>15/01/2026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575822-4A04-C0C2-44DE-22C30D84F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E6E4F87-6DDC-93D7-A2B3-3CA8A6647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8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50798F-34EA-C7AF-C7E8-2ACE51151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B3AEEC2-CDC1-942E-AE90-35C53830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31BA1-3673-4B26-9F59-09009FF66F55}" type="datetime1">
              <a:rPr lang="fr-FR" smtClean="0"/>
              <a:t>15/01/2026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A28256-6E06-B150-0AE9-3E664B4B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F77DEC-5C15-A48B-F1B9-B1956FE6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776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7E66B2-7B3A-B9F5-80DA-A1B3989A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A87D5-1206-4907-A63D-5F9C97305022}" type="datetime1">
              <a:rPr lang="fr-FR" smtClean="0"/>
              <a:t>15/01/2026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A890969-6C25-7E22-D1D2-C088504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E38297-A3C8-FB90-D231-95F2E0DD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37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F2BF0-E471-2BF8-795E-87D6AFD0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810BBD-9A55-AD92-1453-C33D9916E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2DDD96-CF79-65BA-1588-C8B405C275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CD88BF7-2719-FCAD-13B7-4B5492A1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D32FC-3487-4626-B0AB-758077298DBB}" type="datetime1">
              <a:rPr lang="fr-FR" smtClean="0"/>
              <a:t>15/01/2026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550B3B-6EED-4C5A-11BF-A10057F0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C65A815-A939-069E-9B43-22718216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73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92DE17-34A0-0FAA-C27F-9ACB82962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79FB5BC-2203-BE1A-83F2-AC126DE4B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2EDC98-2130-1FD8-5624-C090E1963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47D0A9-F84A-00B4-7130-4D8BF5C0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956D5-C346-4BE7-B8CE-EA7342E4326A}" type="datetime1">
              <a:rPr lang="fr-FR" smtClean="0"/>
              <a:t>15/01/2026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ADC480-639E-252B-C8C5-AE86E77F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E4955-EEE0-04A6-0E28-9EABCCC7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399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75A681-4CA9-BB0C-4BFC-542EB03B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1771ADB-7713-8915-9C2B-8CB7EC089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85611-0EC6-1147-0D66-131556F43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F0827-085E-48B2-91AC-397A7F54E45C}" type="datetime1">
              <a:rPr lang="fr-FR" smtClean="0"/>
              <a:t>15/01/2026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864813-959F-EF55-E4A4-F78010E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E24510-22FB-000E-E129-9DE2E8EA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116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CC24598-E7BA-754B-486F-BEB67379AB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2E47A81-FC0C-D5A1-5C5A-E069BAE66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977DE5-ACC5-43E7-3EA3-1D9A3EEF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49E57-B78F-4632-8401-CF28C47E5D38}" type="datetime1">
              <a:rPr lang="fr-FR" smtClean="0"/>
              <a:t>15/01/2026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618474-730F-7697-0270-51726F234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F35F53-8A2B-16A4-DF94-5CC89088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1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188544-5627-BEB8-E1A9-9F258A773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D1928C-0617-D19F-6634-73737EF6A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54FEFD-22C9-B210-98A1-EBB5ABFC8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ED4BC0-C5B1-42D8-9BF7-7E77750D523E}" type="datetime1">
              <a:rPr lang="fr-FR" smtClean="0"/>
              <a:t>15/01/2026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CB006-5F5C-3788-892E-0936FBD52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1FDBCB-0611-9C7D-2E28-A6D54D7C5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562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6D03FA7-3D73-F860-D803-F3FD4CEA0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567" y="818984"/>
            <a:ext cx="6714699" cy="317868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Multimodalité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0DD1E2-9457-87AC-C4AE-42768AAB7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z="11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 sz="11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327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rrière-plan de carte de circuit imprimé">
            <a:extLst>
              <a:ext uri="{FF2B5EF4-FFF2-40B4-BE49-F238E27FC236}">
                <a16:creationId xmlns:a16="http://schemas.microsoft.com/office/drawing/2014/main" id="{40DA87CF-CC19-9877-2794-4F5A3A05EC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46" r="40993"/>
          <a:stretch>
            <a:fillRect/>
          </a:stretch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2B5EC8-D024-B2A3-AE7B-C5A7DCB34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r>
              <a:rPr lang="fr-FR" sz="2000" dirty="0"/>
              <a:t>La multimodalité</a:t>
            </a:r>
          </a:p>
          <a:p>
            <a:r>
              <a:rPr lang="fr-FR" sz="2000" dirty="0"/>
              <a:t>Les 5 clefs</a:t>
            </a:r>
          </a:p>
          <a:p>
            <a:r>
              <a:rPr lang="fr-FR" sz="2000" dirty="0"/>
              <a:t>La fusion</a:t>
            </a:r>
          </a:p>
          <a:p>
            <a:r>
              <a:rPr lang="fr-FR" sz="2000" dirty="0"/>
              <a:t>Les technologies de fusion</a:t>
            </a:r>
          </a:p>
          <a:p>
            <a:r>
              <a:rPr lang="fr-FR" sz="2000" dirty="0"/>
              <a:t>Le </a:t>
            </a:r>
            <a:r>
              <a:rPr lang="fr-FR" sz="2000" dirty="0" err="1"/>
              <a:t>co-learning</a:t>
            </a:r>
            <a:endParaRPr lang="fr-FR" sz="2000" dirty="0"/>
          </a:p>
          <a:p>
            <a:r>
              <a:rPr lang="fr-FR" sz="2000" dirty="0"/>
              <a:t>Domaines d’applications</a:t>
            </a:r>
          </a:p>
          <a:p>
            <a:endParaRPr lang="fr-FR" sz="2000" dirty="0"/>
          </a:p>
          <a:p>
            <a:endParaRPr lang="fr-FR" sz="2000" dirty="0"/>
          </a:p>
          <a:p>
            <a:endParaRPr lang="fr-FR" sz="2000" dirty="0"/>
          </a:p>
          <a:p>
            <a:endParaRPr lang="fr-FR" sz="2000" dirty="0"/>
          </a:p>
          <a:p>
            <a:endParaRPr lang="fr-FR" sz="20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D2A657-B0EB-5916-15EB-E333F724F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2</a:t>
            </a:fld>
            <a:endParaRPr lang="fr-F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9975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u contenu 5" descr="Une image contenant cercle,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D9C1425A-61FE-9953-C009-595773A3BC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0" b="8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553D618-21D5-B52D-6309-A78358376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La multimodalité: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77D760F-65A3-B682-D2A8-D583AA6DB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457200">
              <a:spcAft>
                <a:spcPts val="600"/>
              </a:spcAft>
            </a:pPr>
            <a:fld id="{BBC07E23-5D66-4BDA-857C-D8615BC30D33}" type="slidenum">
              <a:rPr lang="en-US">
                <a:solidFill>
                  <a:srgbClr val="FFFFFF"/>
                </a:solidFill>
              </a:rPr>
              <a:pPr defTabSz="457200">
                <a:spcAft>
                  <a:spcPts val="600"/>
                </a:spcAft>
              </a:pPr>
              <a:t>3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4990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FB3C81-96AF-73E6-EE64-FCCBD7DDB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Trouver slide d’exemple rapide 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6C1FF8-E2CC-C7BD-9A78-D6520AF6B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20374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259912-2B72-B1D7-8A2E-C593972E6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Les 5 clefs de la multimodalité</a:t>
            </a:r>
          </a:p>
        </p:txBody>
      </p:sp>
      <p:graphicFrame>
        <p:nvGraphicFramePr>
          <p:cNvPr id="25" name="Rectangle 1">
            <a:extLst>
              <a:ext uri="{FF2B5EF4-FFF2-40B4-BE49-F238E27FC236}">
                <a16:creationId xmlns:a16="http://schemas.microsoft.com/office/drawing/2014/main" id="{B0752E3E-493A-A3E9-E38E-46AEC92DA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07252703"/>
              </p:ext>
            </p:extLst>
          </p:nvPr>
        </p:nvGraphicFramePr>
        <p:xfrm>
          <a:off x="644056" y="2615979"/>
          <a:ext cx="10927829" cy="3739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0C41CF1-5808-22FC-DA02-ED4AA3817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1168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A5FD2-2F28-9B11-54FF-5A2FEAC21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fusion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C426D4D-4EF8-38AC-8A00-672CE547FB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502428" y="1396759"/>
            <a:ext cx="7225748" cy="4064482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D8B7B88-95CE-3785-7A81-E58EEA8F0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0646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72AF66E-B9AA-06A7-9A7D-EA6E5CCDE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méthodes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90679FC-A84E-3CDA-DCFD-B7F6B4E2C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72619463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199317-AFC1-78B7-9E3E-933D8F309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7825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7CA16D-5769-48EF-CA4C-73F741AD1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58E2EEF1-A01C-8EFD-9DE0-E73F8FFB4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649E5A1-38A3-B04D-4025-5A2DB0135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C384252-5B83-F3BB-179D-53E730578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3ED89E3-27EC-288E-7990-4131F037E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19A4C64-AB5F-42F9-2A44-7A5FD99EA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Model unimodal 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04B20A7-78C2-4A32-9AC5-27E03B20C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8</a:t>
            </a:fld>
            <a:endParaRPr lang="fr-FR"/>
          </a:p>
        </p:txBody>
      </p:sp>
      <p:pic>
        <p:nvPicPr>
          <p:cNvPr id="8" name="Image 7" descr="Une image contenant texte, chien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D7EC4CA-3865-B300-1EC3-969ECE0A24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0491" y="3108783"/>
            <a:ext cx="9231013" cy="1714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0034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D2A36-0FDB-AD4C-283E-66EFC3BC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A9CA998-3388-00F8-6082-DC640591A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Late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FDF3D5D-7F76-B069-32E8-D2E19570F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9</a:t>
            </a:fld>
            <a:endParaRPr lang="fr-FR"/>
          </a:p>
        </p:txBody>
      </p:sp>
      <p:pic>
        <p:nvPicPr>
          <p:cNvPr id="6" name="Image 5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27F67BC9-5F04-593E-C9F2-E698E02E2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123" y="1905908"/>
            <a:ext cx="9135750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7063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F12F2-5CD7-B8F4-91DB-A78DB2DE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A296A9-3C03-C0D4-9712-0FB73BB85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Deep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0AD0C1F-D5AB-3659-605B-20788BFA7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10</a:t>
            </a:fld>
            <a:endParaRPr lang="fr-FR"/>
          </a:p>
        </p:txBody>
      </p:sp>
      <p:pic>
        <p:nvPicPr>
          <p:cNvPr id="10" name="Image 9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68D3721-CFC0-8973-EFF5-7DA3FA522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2807" y="1907554"/>
            <a:ext cx="9726382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6888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ED729F-41EA-8387-A66D-AD9D5E5D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Early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76BBDB-7C7F-A1A1-C862-90EE7BE43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11</a:t>
            </a:fld>
            <a:endParaRPr lang="fr-FR"/>
          </a:p>
        </p:txBody>
      </p:sp>
      <p:pic>
        <p:nvPicPr>
          <p:cNvPr id="8" name="Image 7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3A6D3E72-A02D-0855-21D5-47361B67D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780" y="1905908"/>
            <a:ext cx="10288436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821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DB575-138F-05A5-1719-D03AD3D0A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DD3ADE-A832-94C0-CD21-41C726C36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Hybrid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9A99F0-374E-0D09-BF80-1BE333CA6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12</a:t>
            </a:fld>
            <a:endParaRPr lang="fr-FR"/>
          </a:p>
        </p:txBody>
      </p:sp>
      <p:pic>
        <p:nvPicPr>
          <p:cNvPr id="6" name="Image 5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18BF3DFB-6C59-F2D6-B1DC-9001D6C9F7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123" y="1822348"/>
            <a:ext cx="9135750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814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F3DD86-2D5A-9894-9452-C530E6394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Technologies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FFC0724E-F78B-1599-0BE3-7BFA9B85D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199672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1B5C15-A131-E598-A156-3BA90FE0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30895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D6DD8F-A0FA-BAE5-E36D-E2E238B0F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Representation: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DDC4E616-B944-E50B-DE25-D9491B703713}"/>
              </a:ext>
            </a:extLst>
          </p:cNvPr>
          <p:cNvSpPr txBox="1">
            <a:spLocks/>
          </p:cNvSpPr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100" dirty="0"/>
              <a:t>A pour but de réduire l’hétérogénéité entres les modalités.</a:t>
            </a:r>
            <a:endParaRPr lang="en-US" sz="2100" dirty="0"/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conjointe</a:t>
            </a:r>
            <a:endParaRPr lang="en-US" sz="2000" dirty="0"/>
          </a:p>
          <a:p>
            <a:pPr lvl="1"/>
            <a:r>
              <a:rPr lang="en-US" sz="2000" dirty="0" err="1"/>
              <a:t>fusionne</a:t>
            </a:r>
            <a:r>
              <a:rPr lang="en-US" sz="2000" dirty="0"/>
              <a:t> les </a:t>
            </a:r>
            <a:r>
              <a:rPr lang="en-US" sz="2000" dirty="0" err="1"/>
              <a:t>modalités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seule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, </a:t>
            </a:r>
            <a:r>
              <a:rPr lang="en-US" sz="2000" dirty="0" err="1"/>
              <a:t>ce</a:t>
            </a:r>
            <a:r>
              <a:rPr lang="en-US" sz="2000" dirty="0"/>
              <a:t> qui </a:t>
            </a:r>
            <a:r>
              <a:rPr lang="en-US" sz="2000" dirty="0" err="1"/>
              <a:t>simplifie</a:t>
            </a:r>
            <a:r>
              <a:rPr lang="en-US" sz="2000" dirty="0"/>
              <a:t> le </a:t>
            </a:r>
            <a:r>
              <a:rPr lang="en-US" sz="2000" dirty="0" err="1"/>
              <a:t>traitement</a:t>
            </a:r>
            <a:r>
              <a:rPr lang="en-US" sz="2000" dirty="0"/>
              <a:t> </a:t>
            </a:r>
            <a:r>
              <a:rPr lang="en-US" sz="2000" dirty="0" err="1"/>
              <a:t>mais</a:t>
            </a:r>
            <a:r>
              <a:rPr lang="en-US" sz="2000" dirty="0"/>
              <a:t> fait </a:t>
            </a:r>
            <a:r>
              <a:rPr lang="en-US" sz="2000" dirty="0" err="1"/>
              <a:t>perdre</a:t>
            </a:r>
            <a:r>
              <a:rPr lang="en-US" sz="2000" dirty="0"/>
              <a:t> la </a:t>
            </a:r>
            <a:r>
              <a:rPr lang="en-US" sz="2000" dirty="0" err="1"/>
              <a:t>granularité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.</a:t>
            </a:r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coordonnée</a:t>
            </a:r>
            <a:endParaRPr lang="en-US" sz="2000" dirty="0"/>
          </a:p>
          <a:p>
            <a:pPr lvl="1"/>
            <a:r>
              <a:rPr lang="en-US" sz="2000" dirty="0" err="1"/>
              <a:t>garde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, </a:t>
            </a:r>
            <a:r>
              <a:rPr lang="en-US" sz="2000" dirty="0" err="1"/>
              <a:t>mieux</a:t>
            </a:r>
            <a:r>
              <a:rPr lang="en-US" sz="2000" dirty="0"/>
              <a:t> </a:t>
            </a:r>
            <a:r>
              <a:rPr lang="en-US" sz="2000" dirty="0" err="1"/>
              <a:t>contextualisée</a:t>
            </a:r>
            <a:r>
              <a:rPr lang="en-US" sz="2000" dirty="0"/>
              <a:t>, </a:t>
            </a:r>
            <a:r>
              <a:rPr lang="en-US" sz="2000" dirty="0" err="1"/>
              <a:t>mais</a:t>
            </a:r>
            <a:r>
              <a:rPr lang="en-US" sz="2000" dirty="0"/>
              <a:t> </a:t>
            </a:r>
            <a:r>
              <a:rPr lang="en-US" sz="2000" dirty="0" err="1"/>
              <a:t>devient</a:t>
            </a:r>
            <a:r>
              <a:rPr lang="en-US" sz="2000" dirty="0"/>
              <a:t> plus </a:t>
            </a:r>
            <a:r>
              <a:rPr lang="en-US" sz="2000" dirty="0" err="1"/>
              <a:t>lourde</a:t>
            </a:r>
            <a:r>
              <a:rPr lang="en-US" sz="2000" dirty="0"/>
              <a:t> et </a:t>
            </a:r>
            <a:r>
              <a:rPr lang="en-US" sz="2000" dirty="0" err="1"/>
              <a:t>dépendante</a:t>
            </a:r>
            <a:r>
              <a:rPr lang="en-US" sz="2000" dirty="0"/>
              <a:t> du </a:t>
            </a:r>
            <a:r>
              <a:rPr lang="en-US" sz="2000" dirty="0" err="1"/>
              <a:t>nombre</a:t>
            </a:r>
            <a:r>
              <a:rPr lang="en-US" sz="2000" dirty="0"/>
              <a:t> de </a:t>
            </a:r>
            <a:r>
              <a:rPr lang="en-US" sz="2000" dirty="0" err="1"/>
              <a:t>modalités</a:t>
            </a:r>
            <a:r>
              <a:rPr lang="en-US" sz="2000" dirty="0"/>
              <a:t>.</a:t>
            </a:r>
          </a:p>
          <a:p>
            <a:pPr lvl="1"/>
            <a:endParaRPr lang="en-US" sz="20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5B5B405-90BD-C2B1-9A65-BC8B3610B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14</a:t>
            </a:fld>
            <a:endParaRPr lang="fr-FR"/>
          </a:p>
        </p:txBody>
      </p:sp>
      <p:pic>
        <p:nvPicPr>
          <p:cNvPr id="9" name="Image 8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5AC5A39-8449-AFC0-DC3C-F0FBB16DC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0239" y="2241055"/>
            <a:ext cx="5703902" cy="23758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66592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7" name="Rectangle 1036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DB85FDC-B572-7CFD-BECE-2AFBCDF30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Exemple de Représentation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357D813F-01C3-FD37-EB35-971BF169AC2F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15939" y="2365285"/>
            <a:ext cx="5358851" cy="3938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0D267256-7F2D-93A8-17E6-3946FF7AA991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417210" y="2365285"/>
            <a:ext cx="5358851" cy="3938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26969E3-7C94-5374-0365-C46C98C67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15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75055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C6D9FA-C277-77E7-D65A-B17143F45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Data Translation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304715F-64A9-2798-4B43-0A182CEEB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4356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52D1D10-957D-152C-376D-4F64001B4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>
                <a:solidFill>
                  <a:srgbClr val="FFFFFF"/>
                </a:solidFill>
              </a:rPr>
              <a:t>Les réseaux de neurones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405056-B8B9-1A17-5408-48D859244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FR" sz="2000" dirty="0"/>
              <a:t>En data translation, on utilise surtout les réseaux de neurones grâce à leur capacité d’apprentissage. Cette approche prend plusieurs modalités en entrée et les projette dans un même espace sémantique commun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87B079-388D-89B6-240A-0E1488441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43792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CEEB529-7112-BB0D-BDE5-C3ABEF8B9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Generative Adversarial Networks</a:t>
            </a:r>
            <a:b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GAN’s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EF85F1C-8BB0-1D8F-F3D1-2C08DB6EE3D0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le </a:t>
            </a:r>
            <a:r>
              <a:rPr lang="en-US" sz="2000" dirty="0" err="1">
                <a:effectLst/>
              </a:rPr>
              <a:t>générateur</a:t>
            </a:r>
            <a:r>
              <a:rPr lang="en-US" sz="2000" dirty="0">
                <a:effectLst/>
              </a:rPr>
              <a:t> est </a:t>
            </a:r>
            <a:r>
              <a:rPr lang="en-US" sz="2000" dirty="0" err="1">
                <a:effectLst/>
              </a:rPr>
              <a:t>responsable</a:t>
            </a:r>
            <a:r>
              <a:rPr lang="en-US" sz="2000" dirty="0">
                <a:effectLst/>
              </a:rPr>
              <a:t> de la </a:t>
            </a:r>
            <a:r>
              <a:rPr lang="en-US" sz="2000" dirty="0" err="1">
                <a:effectLst/>
              </a:rPr>
              <a:t>représentation</a:t>
            </a:r>
            <a:r>
              <a:rPr lang="en-US" sz="2000" dirty="0">
                <a:effectLst/>
              </a:rPr>
              <a:t> des </a:t>
            </a:r>
            <a:r>
              <a:rPr lang="en-US" sz="2000" dirty="0" err="1">
                <a:effectLst/>
              </a:rPr>
              <a:t>différentes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modalités</a:t>
            </a:r>
            <a:r>
              <a:rPr lang="en-US" sz="2000" dirty="0"/>
              <a:t>.</a:t>
            </a:r>
          </a:p>
          <a:p>
            <a:pPr marL="1143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effectLst/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Le discriminant quant à </a:t>
            </a:r>
            <a:r>
              <a:rPr lang="en-US" sz="2000" dirty="0" err="1"/>
              <a:t>lui</a:t>
            </a:r>
            <a:r>
              <a:rPr lang="en-US" sz="2000" dirty="0"/>
              <a:t> </a:t>
            </a:r>
            <a:r>
              <a:rPr lang="en-US" sz="2000" dirty="0" err="1"/>
              <a:t>va</a:t>
            </a:r>
            <a:r>
              <a:rPr lang="en-US" sz="2000" dirty="0"/>
              <a:t> juger du </a:t>
            </a:r>
            <a:r>
              <a:rPr lang="en-US" sz="2000" dirty="0" err="1"/>
              <a:t>niveau</a:t>
            </a:r>
            <a:r>
              <a:rPr lang="en-US" sz="2000" dirty="0"/>
              <a:t> de </a:t>
            </a:r>
            <a:r>
              <a:rPr lang="en-US" sz="2000" dirty="0" err="1"/>
              <a:t>précision</a:t>
            </a:r>
            <a:r>
              <a:rPr lang="en-US" sz="2000" dirty="0"/>
              <a:t> des données </a:t>
            </a:r>
            <a:r>
              <a:rPr lang="en-US" sz="2000" dirty="0" err="1"/>
              <a:t>généré</a:t>
            </a:r>
            <a:r>
              <a:rPr lang="en-US" sz="2000" dirty="0"/>
              <a:t>. 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246F431-4C66-0F74-E85A-E96D87E8A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75967" y="1122836"/>
            <a:ext cx="4170530" cy="4644220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2728A31-EE25-2A3C-96C8-7777BFD8A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91842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77C2DC4-03FC-4BF3-9F66-E9A3066EE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6858001"/>
            <a:chOff x="7467600" y="0"/>
            <a:chExt cx="4724400" cy="685800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3BD7D54-1B49-4AE3-89F2-EA4811619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1BD4E27-98FF-430B-A77B-3BF03B5420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7E13C525-8EE3-4288-848F-C9B2A174F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2" cy="6858000"/>
          </a:xfrm>
          <a:custGeom>
            <a:avLst/>
            <a:gdLst>
              <a:gd name="connsiteX0" fmla="*/ 369702 w 12192002"/>
              <a:gd name="connsiteY0" fmla="*/ 6712169 h 6858000"/>
              <a:gd name="connsiteX1" fmla="*/ 366575 w 12192002"/>
              <a:gd name="connsiteY1" fmla="*/ 6715556 h 6858000"/>
              <a:gd name="connsiteX2" fmla="*/ 371637 w 12192002"/>
              <a:gd name="connsiteY2" fmla="*/ 6713954 h 6858000"/>
              <a:gd name="connsiteX3" fmla="*/ 7392322 w 12192002"/>
              <a:gd name="connsiteY3" fmla="*/ 6658238 h 6858000"/>
              <a:gd name="connsiteX4" fmla="*/ 7611337 w 12192002"/>
              <a:gd name="connsiteY4" fmla="*/ 6732821 h 6858000"/>
              <a:gd name="connsiteX5" fmla="*/ 7955762 w 12192002"/>
              <a:gd name="connsiteY5" fmla="*/ 6842006 h 6858000"/>
              <a:gd name="connsiteX6" fmla="*/ 7512455 w 12192002"/>
              <a:gd name="connsiteY6" fmla="*/ 6674734 h 6858000"/>
              <a:gd name="connsiteX7" fmla="*/ 9928143 w 12192002"/>
              <a:gd name="connsiteY7" fmla="*/ 6515312 h 6858000"/>
              <a:gd name="connsiteX8" fmla="*/ 9753801 w 12192002"/>
              <a:gd name="connsiteY8" fmla="*/ 6525103 h 6858000"/>
              <a:gd name="connsiteX9" fmla="*/ 9578027 w 12192002"/>
              <a:gd name="connsiteY9" fmla="*/ 6532104 h 6858000"/>
              <a:gd name="connsiteX10" fmla="*/ 9424342 w 12192002"/>
              <a:gd name="connsiteY10" fmla="*/ 6528403 h 6858000"/>
              <a:gd name="connsiteX11" fmla="*/ 9001907 w 12192002"/>
              <a:gd name="connsiteY11" fmla="*/ 6560369 h 6858000"/>
              <a:gd name="connsiteX12" fmla="*/ 8922138 w 12192002"/>
              <a:gd name="connsiteY12" fmla="*/ 6591702 h 6858000"/>
              <a:gd name="connsiteX13" fmla="*/ 9087550 w 12192002"/>
              <a:gd name="connsiteY13" fmla="*/ 6599765 h 6858000"/>
              <a:gd name="connsiteX14" fmla="*/ 9512475 w 12192002"/>
              <a:gd name="connsiteY14" fmla="*/ 6563693 h 6858000"/>
              <a:gd name="connsiteX15" fmla="*/ 9928143 w 12192002"/>
              <a:gd name="connsiteY15" fmla="*/ 6515312 h 6858000"/>
              <a:gd name="connsiteX16" fmla="*/ 9351220 w 12192002"/>
              <a:gd name="connsiteY16" fmla="*/ 6459370 h 6858000"/>
              <a:gd name="connsiteX17" fmla="*/ 8999756 w 12192002"/>
              <a:gd name="connsiteY17" fmla="*/ 6529929 h 6858000"/>
              <a:gd name="connsiteX18" fmla="*/ 9425830 w 12192002"/>
              <a:gd name="connsiteY18" fmla="*/ 6498517 h 6858000"/>
              <a:gd name="connsiteX19" fmla="*/ 9578307 w 12192002"/>
              <a:gd name="connsiteY19" fmla="*/ 6502035 h 6858000"/>
              <a:gd name="connsiteX20" fmla="*/ 9752771 w 12192002"/>
              <a:gd name="connsiteY20" fmla="*/ 6495471 h 6858000"/>
              <a:gd name="connsiteX21" fmla="*/ 9852779 w 12192002"/>
              <a:gd name="connsiteY21" fmla="*/ 6489665 h 6858000"/>
              <a:gd name="connsiteX22" fmla="*/ 9694862 w 12192002"/>
              <a:gd name="connsiteY22" fmla="*/ 6473140 h 6858000"/>
              <a:gd name="connsiteX23" fmla="*/ 9351220 w 12192002"/>
              <a:gd name="connsiteY23" fmla="*/ 6459370 h 6858000"/>
              <a:gd name="connsiteX24" fmla="*/ 1019354 w 12192002"/>
              <a:gd name="connsiteY24" fmla="*/ 6315006 h 6858000"/>
              <a:gd name="connsiteX25" fmla="*/ 441046 w 12192002"/>
              <a:gd name="connsiteY25" fmla="*/ 6691153 h 6858000"/>
              <a:gd name="connsiteX26" fmla="*/ 1019354 w 12192002"/>
              <a:gd name="connsiteY26" fmla="*/ 6315006 h 6858000"/>
              <a:gd name="connsiteX27" fmla="*/ 991680 w 12192002"/>
              <a:gd name="connsiteY27" fmla="*/ 6298413 h 6858000"/>
              <a:gd name="connsiteX28" fmla="*/ 409060 w 12192002"/>
              <a:gd name="connsiteY28" fmla="*/ 6671470 h 6858000"/>
              <a:gd name="connsiteX29" fmla="*/ 991680 w 12192002"/>
              <a:gd name="connsiteY29" fmla="*/ 6298413 h 6858000"/>
              <a:gd name="connsiteX30" fmla="*/ 7254615 w 12192002"/>
              <a:gd name="connsiteY30" fmla="*/ 5911918 h 6858000"/>
              <a:gd name="connsiteX31" fmla="*/ 7312589 w 12192002"/>
              <a:gd name="connsiteY31" fmla="*/ 5982309 h 6858000"/>
              <a:gd name="connsiteX32" fmla="*/ 7580896 w 12192002"/>
              <a:gd name="connsiteY32" fmla="*/ 6402069 h 6858000"/>
              <a:gd name="connsiteX33" fmla="*/ 7990862 w 12192002"/>
              <a:gd name="connsiteY33" fmla="*/ 6807025 h 6858000"/>
              <a:gd name="connsiteX34" fmla="*/ 7871964 w 12192002"/>
              <a:gd name="connsiteY34" fmla="*/ 6649139 h 6858000"/>
              <a:gd name="connsiteX35" fmla="*/ 7859674 w 12192002"/>
              <a:gd name="connsiteY35" fmla="*/ 6636358 h 6858000"/>
              <a:gd name="connsiteX36" fmla="*/ 7545050 w 12192002"/>
              <a:gd name="connsiteY36" fmla="*/ 6260110 h 6858000"/>
              <a:gd name="connsiteX37" fmla="*/ 7254615 w 12192002"/>
              <a:gd name="connsiteY37" fmla="*/ 5911918 h 6858000"/>
              <a:gd name="connsiteX38" fmla="*/ 9078855 w 12192002"/>
              <a:gd name="connsiteY38" fmla="*/ 5884754 h 6858000"/>
              <a:gd name="connsiteX39" fmla="*/ 8825188 w 12192002"/>
              <a:gd name="connsiteY39" fmla="*/ 6496752 h 6858000"/>
              <a:gd name="connsiteX40" fmla="*/ 9078855 w 12192002"/>
              <a:gd name="connsiteY40" fmla="*/ 5884754 h 6858000"/>
              <a:gd name="connsiteX41" fmla="*/ 9113805 w 12192002"/>
              <a:gd name="connsiteY41" fmla="*/ 5883072 h 6858000"/>
              <a:gd name="connsiteX42" fmla="*/ 8855200 w 12192002"/>
              <a:gd name="connsiteY42" fmla="*/ 6494950 h 6858000"/>
              <a:gd name="connsiteX43" fmla="*/ 9113805 w 12192002"/>
              <a:gd name="connsiteY43" fmla="*/ 5883072 h 6858000"/>
              <a:gd name="connsiteX44" fmla="*/ 9123940 w 12192002"/>
              <a:gd name="connsiteY44" fmla="*/ 5825040 h 6858000"/>
              <a:gd name="connsiteX45" fmla="*/ 9120846 w 12192002"/>
              <a:gd name="connsiteY45" fmla="*/ 5829053 h 6858000"/>
              <a:gd name="connsiteX46" fmla="*/ 9123267 w 12192002"/>
              <a:gd name="connsiteY46" fmla="*/ 5829425 h 6858000"/>
              <a:gd name="connsiteX47" fmla="*/ 103333 w 12192002"/>
              <a:gd name="connsiteY47" fmla="*/ 5699602 h 6858000"/>
              <a:gd name="connsiteX48" fmla="*/ 233938 w 12192002"/>
              <a:gd name="connsiteY48" fmla="*/ 5809416 h 6858000"/>
              <a:gd name="connsiteX49" fmla="*/ 883580 w 12192002"/>
              <a:gd name="connsiteY49" fmla="*/ 6180710 h 6858000"/>
              <a:gd name="connsiteX50" fmla="*/ 487337 w 12192002"/>
              <a:gd name="connsiteY50" fmla="*/ 5950182 h 6858000"/>
              <a:gd name="connsiteX51" fmla="*/ 354051 w 12192002"/>
              <a:gd name="connsiteY51" fmla="*/ 5854912 h 6858000"/>
              <a:gd name="connsiteX52" fmla="*/ 195436 w 12192002"/>
              <a:gd name="connsiteY52" fmla="*/ 5755068 h 6858000"/>
              <a:gd name="connsiteX53" fmla="*/ 5539432 w 12192002"/>
              <a:gd name="connsiteY53" fmla="*/ 5642928 h 6858000"/>
              <a:gd name="connsiteX54" fmla="*/ 5555462 w 12192002"/>
              <a:gd name="connsiteY54" fmla="*/ 5694454 h 6858000"/>
              <a:gd name="connsiteX55" fmla="*/ 5828270 w 12192002"/>
              <a:gd name="connsiteY55" fmla="*/ 6320663 h 6858000"/>
              <a:gd name="connsiteX56" fmla="*/ 5947416 w 12192002"/>
              <a:gd name="connsiteY56" fmla="*/ 6574846 h 6858000"/>
              <a:gd name="connsiteX57" fmla="*/ 5539432 w 12192002"/>
              <a:gd name="connsiteY57" fmla="*/ 5642928 h 6858000"/>
              <a:gd name="connsiteX58" fmla="*/ 51253 w 12192002"/>
              <a:gd name="connsiteY58" fmla="*/ 5631825 h 6858000"/>
              <a:gd name="connsiteX59" fmla="*/ 211622 w 12192002"/>
              <a:gd name="connsiteY59" fmla="*/ 5728803 h 6858000"/>
              <a:gd name="connsiteX60" fmla="*/ 371652 w 12192002"/>
              <a:gd name="connsiteY60" fmla="*/ 5829062 h 6858000"/>
              <a:gd name="connsiteX61" fmla="*/ 505903 w 12192002"/>
              <a:gd name="connsiteY61" fmla="*/ 5925221 h 6858000"/>
              <a:gd name="connsiteX62" fmla="*/ 899240 w 12192002"/>
              <a:gd name="connsiteY62" fmla="*/ 6153068 h 6858000"/>
              <a:gd name="connsiteX63" fmla="*/ 988114 w 12192002"/>
              <a:gd name="connsiteY63" fmla="*/ 6174204 h 6858000"/>
              <a:gd name="connsiteX64" fmla="*/ 845971 w 12192002"/>
              <a:gd name="connsiteY64" fmla="*/ 6067177 h 6858000"/>
              <a:gd name="connsiteX65" fmla="*/ 448057 w 12192002"/>
              <a:gd name="connsiteY65" fmla="*/ 5841376 h 6858000"/>
              <a:gd name="connsiteX66" fmla="*/ 51253 w 12192002"/>
              <a:gd name="connsiteY66" fmla="*/ 5631825 h 6858000"/>
              <a:gd name="connsiteX67" fmla="*/ 2606687 w 12192002"/>
              <a:gd name="connsiteY67" fmla="*/ 5630718 h 6858000"/>
              <a:gd name="connsiteX68" fmla="*/ 2645658 w 12192002"/>
              <a:gd name="connsiteY68" fmla="*/ 6640259 h 6858000"/>
              <a:gd name="connsiteX69" fmla="*/ 2606687 w 12192002"/>
              <a:gd name="connsiteY69" fmla="*/ 5630718 h 6858000"/>
              <a:gd name="connsiteX70" fmla="*/ 10097724 w 12192002"/>
              <a:gd name="connsiteY70" fmla="*/ 5591852 h 6858000"/>
              <a:gd name="connsiteX71" fmla="*/ 9645248 w 12192002"/>
              <a:gd name="connsiteY71" fmla="*/ 5630119 h 6858000"/>
              <a:gd name="connsiteX72" fmla="*/ 9543858 w 12192002"/>
              <a:gd name="connsiteY72" fmla="*/ 5650510 h 6858000"/>
              <a:gd name="connsiteX73" fmla="*/ 9681648 w 12192002"/>
              <a:gd name="connsiteY73" fmla="*/ 5629828 h 6858000"/>
              <a:gd name="connsiteX74" fmla="*/ 10557846 w 12192002"/>
              <a:gd name="connsiteY74" fmla="*/ 5601337 h 6858000"/>
              <a:gd name="connsiteX75" fmla="*/ 10301704 w 12192002"/>
              <a:gd name="connsiteY75" fmla="*/ 5598847 h 6858000"/>
              <a:gd name="connsiteX76" fmla="*/ 10250553 w 12192002"/>
              <a:gd name="connsiteY76" fmla="*/ 5595539 h 6858000"/>
              <a:gd name="connsiteX77" fmla="*/ 10097724 w 12192002"/>
              <a:gd name="connsiteY77" fmla="*/ 5591852 h 6858000"/>
              <a:gd name="connsiteX78" fmla="*/ 3642057 w 12192002"/>
              <a:gd name="connsiteY78" fmla="*/ 5573487 h 6858000"/>
              <a:gd name="connsiteX79" fmla="*/ 3632981 w 12192002"/>
              <a:gd name="connsiteY79" fmla="*/ 5579437 h 6858000"/>
              <a:gd name="connsiteX80" fmla="*/ 3382436 w 12192002"/>
              <a:gd name="connsiteY80" fmla="*/ 5952726 h 6858000"/>
              <a:gd name="connsiteX81" fmla="*/ 3191929 w 12192002"/>
              <a:gd name="connsiteY81" fmla="*/ 6662669 h 6858000"/>
              <a:gd name="connsiteX82" fmla="*/ 3369898 w 12192002"/>
              <a:gd name="connsiteY82" fmla="*/ 6081771 h 6858000"/>
              <a:gd name="connsiteX83" fmla="*/ 3642057 w 12192002"/>
              <a:gd name="connsiteY83" fmla="*/ 5573487 h 6858000"/>
              <a:gd name="connsiteX84" fmla="*/ 7015907 w 12192002"/>
              <a:gd name="connsiteY84" fmla="*/ 5541548 h 6858000"/>
              <a:gd name="connsiteX85" fmla="*/ 7259646 w 12192002"/>
              <a:gd name="connsiteY85" fmla="*/ 5765985 h 6858000"/>
              <a:gd name="connsiteX86" fmla="*/ 7741483 w 12192002"/>
              <a:gd name="connsiteY86" fmla="*/ 6279980 h 6858000"/>
              <a:gd name="connsiteX87" fmla="*/ 8008941 w 12192002"/>
              <a:gd name="connsiteY87" fmla="*/ 6733560 h 6858000"/>
              <a:gd name="connsiteX88" fmla="*/ 7999234 w 12192002"/>
              <a:gd name="connsiteY88" fmla="*/ 6610993 h 6858000"/>
              <a:gd name="connsiteX89" fmla="*/ 7715154 w 12192002"/>
              <a:gd name="connsiteY89" fmla="*/ 6197148 h 6858000"/>
              <a:gd name="connsiteX90" fmla="*/ 7271900 w 12192002"/>
              <a:gd name="connsiteY90" fmla="*/ 5734551 h 6858000"/>
              <a:gd name="connsiteX91" fmla="*/ 7015907 w 12192002"/>
              <a:gd name="connsiteY91" fmla="*/ 5541548 h 6858000"/>
              <a:gd name="connsiteX92" fmla="*/ 2650666 w 12192002"/>
              <a:gd name="connsiteY92" fmla="*/ 5530686 h 6858000"/>
              <a:gd name="connsiteX93" fmla="*/ 2650249 w 12192002"/>
              <a:gd name="connsiteY93" fmla="*/ 5532101 h 6858000"/>
              <a:gd name="connsiteX94" fmla="*/ 2663808 w 12192002"/>
              <a:gd name="connsiteY94" fmla="*/ 6535215 h 6858000"/>
              <a:gd name="connsiteX95" fmla="*/ 2665418 w 12192002"/>
              <a:gd name="connsiteY95" fmla="*/ 6132756 h 6858000"/>
              <a:gd name="connsiteX96" fmla="*/ 2650666 w 12192002"/>
              <a:gd name="connsiteY96" fmla="*/ 5530686 h 6858000"/>
              <a:gd name="connsiteX97" fmla="*/ 10218664 w 12192002"/>
              <a:gd name="connsiteY97" fmla="*/ 5525300 h 6858000"/>
              <a:gd name="connsiteX98" fmla="*/ 10086154 w 12192002"/>
              <a:gd name="connsiteY98" fmla="*/ 5525937 h 6858000"/>
              <a:gd name="connsiteX99" fmla="*/ 9778614 w 12192002"/>
              <a:gd name="connsiteY99" fmla="*/ 5550189 h 6858000"/>
              <a:gd name="connsiteX100" fmla="*/ 9601703 w 12192002"/>
              <a:gd name="connsiteY100" fmla="*/ 5605852 h 6858000"/>
              <a:gd name="connsiteX101" fmla="*/ 9641684 w 12192002"/>
              <a:gd name="connsiteY101" fmla="*/ 5600203 h 6858000"/>
              <a:gd name="connsiteX102" fmla="*/ 10252799 w 12192002"/>
              <a:gd name="connsiteY102" fmla="*/ 5564971 h 6858000"/>
              <a:gd name="connsiteX103" fmla="*/ 10304297 w 12192002"/>
              <a:gd name="connsiteY103" fmla="*/ 5568822 h 6858000"/>
              <a:gd name="connsiteX104" fmla="*/ 10533945 w 12192002"/>
              <a:gd name="connsiteY104" fmla="*/ 5573703 h 6858000"/>
              <a:gd name="connsiteX105" fmla="*/ 10446061 w 12192002"/>
              <a:gd name="connsiteY105" fmla="*/ 5555562 h 6858000"/>
              <a:gd name="connsiteX106" fmla="*/ 10360877 w 12192002"/>
              <a:gd name="connsiteY106" fmla="*/ 5538004 h 6858000"/>
              <a:gd name="connsiteX107" fmla="*/ 10218664 w 12192002"/>
              <a:gd name="connsiteY107" fmla="*/ 5525300 h 6858000"/>
              <a:gd name="connsiteX108" fmla="*/ 6946849 w 12192002"/>
              <a:gd name="connsiteY108" fmla="*/ 5523271 h 6858000"/>
              <a:gd name="connsiteX109" fmla="*/ 6946972 w 12192002"/>
              <a:gd name="connsiteY109" fmla="*/ 5526491 h 6858000"/>
              <a:gd name="connsiteX110" fmla="*/ 7105827 w 12192002"/>
              <a:gd name="connsiteY110" fmla="*/ 5718700 h 6858000"/>
              <a:gd name="connsiteX111" fmla="*/ 7126431 w 12192002"/>
              <a:gd name="connsiteY111" fmla="*/ 5737872 h 6858000"/>
              <a:gd name="connsiteX112" fmla="*/ 7567269 w 12192002"/>
              <a:gd name="connsiteY112" fmla="*/ 6240461 h 6858000"/>
              <a:gd name="connsiteX113" fmla="*/ 7880270 w 12192002"/>
              <a:gd name="connsiteY113" fmla="*/ 6615176 h 6858000"/>
              <a:gd name="connsiteX114" fmla="*/ 7892560 w 12192002"/>
              <a:gd name="connsiteY114" fmla="*/ 6627949 h 6858000"/>
              <a:gd name="connsiteX115" fmla="*/ 7971643 w 12192002"/>
              <a:gd name="connsiteY115" fmla="*/ 6718236 h 6858000"/>
              <a:gd name="connsiteX116" fmla="*/ 7719359 w 12192002"/>
              <a:gd name="connsiteY116" fmla="*/ 6299011 h 6858000"/>
              <a:gd name="connsiteX117" fmla="*/ 7240170 w 12192002"/>
              <a:gd name="connsiteY117" fmla="*/ 5787985 h 6858000"/>
              <a:gd name="connsiteX118" fmla="*/ 6946849 w 12192002"/>
              <a:gd name="connsiteY118" fmla="*/ 5523271 h 6858000"/>
              <a:gd name="connsiteX119" fmla="*/ 2680277 w 12192002"/>
              <a:gd name="connsiteY119" fmla="*/ 5479204 h 6858000"/>
              <a:gd name="connsiteX120" fmla="*/ 2678972 w 12192002"/>
              <a:gd name="connsiteY120" fmla="*/ 5481582 h 6858000"/>
              <a:gd name="connsiteX121" fmla="*/ 2696666 w 12192002"/>
              <a:gd name="connsiteY121" fmla="*/ 6133836 h 6858000"/>
              <a:gd name="connsiteX122" fmla="*/ 2695769 w 12192002"/>
              <a:gd name="connsiteY122" fmla="*/ 6390955 h 6858000"/>
              <a:gd name="connsiteX123" fmla="*/ 2739893 w 12192002"/>
              <a:gd name="connsiteY123" fmla="*/ 6108357 h 6858000"/>
              <a:gd name="connsiteX124" fmla="*/ 2680277 w 12192002"/>
              <a:gd name="connsiteY124" fmla="*/ 5479204 h 6858000"/>
              <a:gd name="connsiteX125" fmla="*/ 1132195 w 12192002"/>
              <a:gd name="connsiteY125" fmla="*/ 5467980 h 6858000"/>
              <a:gd name="connsiteX126" fmla="*/ 1679056 w 12192002"/>
              <a:gd name="connsiteY126" fmla="*/ 5516907 h 6858000"/>
              <a:gd name="connsiteX127" fmla="*/ 2128648 w 12192002"/>
              <a:gd name="connsiteY127" fmla="*/ 5474249 h 6858000"/>
              <a:gd name="connsiteX128" fmla="*/ 1825619 w 12192002"/>
              <a:gd name="connsiteY128" fmla="*/ 5478447 h 6858000"/>
              <a:gd name="connsiteX129" fmla="*/ 1737798 w 12192002"/>
              <a:gd name="connsiteY129" fmla="*/ 5483353 h 6858000"/>
              <a:gd name="connsiteX130" fmla="*/ 1132195 w 12192002"/>
              <a:gd name="connsiteY130" fmla="*/ 5467980 h 6858000"/>
              <a:gd name="connsiteX131" fmla="*/ 10104407 w 12192002"/>
              <a:gd name="connsiteY131" fmla="*/ 5458317 h 6858000"/>
              <a:gd name="connsiteX132" fmla="*/ 9704375 w 12192002"/>
              <a:gd name="connsiteY132" fmla="*/ 5536349 h 6858000"/>
              <a:gd name="connsiteX133" fmla="*/ 9773804 w 12192002"/>
              <a:gd name="connsiteY133" fmla="*/ 5519543 h 6858000"/>
              <a:gd name="connsiteX134" fmla="*/ 10086605 w 12192002"/>
              <a:gd name="connsiteY134" fmla="*/ 5494992 h 6858000"/>
              <a:gd name="connsiteX135" fmla="*/ 10367276 w 12192002"/>
              <a:gd name="connsiteY135" fmla="*/ 5507848 h 6858000"/>
              <a:gd name="connsiteX136" fmla="*/ 10454262 w 12192002"/>
              <a:gd name="connsiteY136" fmla="*/ 5525798 h 6858000"/>
              <a:gd name="connsiteX137" fmla="*/ 10569223 w 12192002"/>
              <a:gd name="connsiteY137" fmla="*/ 5547311 h 6858000"/>
              <a:gd name="connsiteX138" fmla="*/ 10104407 w 12192002"/>
              <a:gd name="connsiteY138" fmla="*/ 5458317 h 6858000"/>
              <a:gd name="connsiteX139" fmla="*/ 6861797 w 12192002"/>
              <a:gd name="connsiteY139" fmla="*/ 5419899 h 6858000"/>
              <a:gd name="connsiteX140" fmla="*/ 6879594 w 12192002"/>
              <a:gd name="connsiteY140" fmla="*/ 5424547 h 6858000"/>
              <a:gd name="connsiteX141" fmla="*/ 7789028 w 12192002"/>
              <a:gd name="connsiteY141" fmla="*/ 6212316 h 6858000"/>
              <a:gd name="connsiteX142" fmla="*/ 8093600 w 12192002"/>
              <a:gd name="connsiteY142" fmla="*/ 6710671 h 6858000"/>
              <a:gd name="connsiteX143" fmla="*/ 8129425 w 12192002"/>
              <a:gd name="connsiteY143" fmla="*/ 6854298 h 6858000"/>
              <a:gd name="connsiteX144" fmla="*/ 8130898 w 12192002"/>
              <a:gd name="connsiteY144" fmla="*/ 6857998 h 6858000"/>
              <a:gd name="connsiteX145" fmla="*/ 7899365 w 12192002"/>
              <a:gd name="connsiteY145" fmla="*/ 6857998 h 6858000"/>
              <a:gd name="connsiteX146" fmla="*/ 7761176 w 12192002"/>
              <a:gd name="connsiteY146" fmla="*/ 6816656 h 6858000"/>
              <a:gd name="connsiteX147" fmla="*/ 7602080 w 12192002"/>
              <a:gd name="connsiteY147" fmla="*/ 6760867 h 6858000"/>
              <a:gd name="connsiteX148" fmla="*/ 7289862 w 12192002"/>
              <a:gd name="connsiteY148" fmla="*/ 6659827 h 6858000"/>
              <a:gd name="connsiteX149" fmla="*/ 7582411 w 12192002"/>
              <a:gd name="connsiteY149" fmla="*/ 6784122 h 6858000"/>
              <a:gd name="connsiteX150" fmla="*/ 7605759 w 12192002"/>
              <a:gd name="connsiteY150" fmla="*/ 6793465 h 6858000"/>
              <a:gd name="connsiteX151" fmla="*/ 7737910 w 12192002"/>
              <a:gd name="connsiteY151" fmla="*/ 6840638 h 6858000"/>
              <a:gd name="connsiteX152" fmla="*/ 7826532 w 12192002"/>
              <a:gd name="connsiteY152" fmla="*/ 6857999 h 6858000"/>
              <a:gd name="connsiteX153" fmla="*/ 7696096 w 12192002"/>
              <a:gd name="connsiteY153" fmla="*/ 6857999 h 6858000"/>
              <a:gd name="connsiteX154" fmla="*/ 7594081 w 12192002"/>
              <a:gd name="connsiteY154" fmla="*/ 6821149 h 6858000"/>
              <a:gd name="connsiteX155" fmla="*/ 7570734 w 12192002"/>
              <a:gd name="connsiteY155" fmla="*/ 6811799 h 6858000"/>
              <a:gd name="connsiteX156" fmla="*/ 7271814 w 12192002"/>
              <a:gd name="connsiteY156" fmla="*/ 6684601 h 6858000"/>
              <a:gd name="connsiteX157" fmla="*/ 7585232 w 12192002"/>
              <a:gd name="connsiteY157" fmla="*/ 6850060 h 6858000"/>
              <a:gd name="connsiteX158" fmla="*/ 7613775 w 12192002"/>
              <a:gd name="connsiteY158" fmla="*/ 6857998 h 6858000"/>
              <a:gd name="connsiteX159" fmla="*/ 7522197 w 12192002"/>
              <a:gd name="connsiteY159" fmla="*/ 6857998 h 6858000"/>
              <a:gd name="connsiteX160" fmla="*/ 7410696 w 12192002"/>
              <a:gd name="connsiteY160" fmla="*/ 6803861 h 6858000"/>
              <a:gd name="connsiteX161" fmla="*/ 7088673 w 12192002"/>
              <a:gd name="connsiteY161" fmla="*/ 6610396 h 6858000"/>
              <a:gd name="connsiteX162" fmla="*/ 7090188 w 12192002"/>
              <a:gd name="connsiteY162" fmla="*/ 6584365 h 6858000"/>
              <a:gd name="connsiteX163" fmla="*/ 7780046 w 12192002"/>
              <a:gd name="connsiteY163" fmla="*/ 6711283 h 6858000"/>
              <a:gd name="connsiteX164" fmla="*/ 7944957 w 12192002"/>
              <a:gd name="connsiteY164" fmla="*/ 6799347 h 6858000"/>
              <a:gd name="connsiteX165" fmla="*/ 7601828 w 12192002"/>
              <a:gd name="connsiteY165" fmla="*/ 6503934 h 6858000"/>
              <a:gd name="connsiteX166" fmla="*/ 7042773 w 12192002"/>
              <a:gd name="connsiteY166" fmla="*/ 5734011 h 6858000"/>
              <a:gd name="connsiteX167" fmla="*/ 6844835 w 12192002"/>
              <a:gd name="connsiteY167" fmla="*/ 5424988 h 6858000"/>
              <a:gd name="connsiteX168" fmla="*/ 6861797 w 12192002"/>
              <a:gd name="connsiteY168" fmla="*/ 5419899 h 6858000"/>
              <a:gd name="connsiteX169" fmla="*/ 1456157 w 12192002"/>
              <a:gd name="connsiteY169" fmla="*/ 5371404 h 6858000"/>
              <a:gd name="connsiteX170" fmla="*/ 1244432 w 12192002"/>
              <a:gd name="connsiteY170" fmla="*/ 5385601 h 6858000"/>
              <a:gd name="connsiteX171" fmla="*/ 973990 w 12192002"/>
              <a:gd name="connsiteY171" fmla="*/ 5424940 h 6858000"/>
              <a:gd name="connsiteX172" fmla="*/ 1103809 w 12192002"/>
              <a:gd name="connsiteY172" fmla="*/ 5433720 h 6858000"/>
              <a:gd name="connsiteX173" fmla="*/ 1123454 w 12192002"/>
              <a:gd name="connsiteY173" fmla="*/ 5435727 h 6858000"/>
              <a:gd name="connsiteX174" fmla="*/ 1737017 w 12192002"/>
              <a:gd name="connsiteY174" fmla="*/ 5452183 h 6858000"/>
              <a:gd name="connsiteX175" fmla="*/ 1824397 w 12192002"/>
              <a:gd name="connsiteY175" fmla="*/ 5447757 h 6858000"/>
              <a:gd name="connsiteX176" fmla="*/ 2070059 w 12192002"/>
              <a:gd name="connsiteY176" fmla="*/ 5441660 h 6858000"/>
              <a:gd name="connsiteX177" fmla="*/ 1456157 w 12192002"/>
              <a:gd name="connsiteY177" fmla="*/ 5371404 h 6858000"/>
              <a:gd name="connsiteX178" fmla="*/ 4988186 w 12192002"/>
              <a:gd name="connsiteY178" fmla="*/ 5216467 h 6858000"/>
              <a:gd name="connsiteX179" fmla="*/ 4777334 w 12192002"/>
              <a:gd name="connsiteY179" fmla="*/ 5406072 h 6858000"/>
              <a:gd name="connsiteX180" fmla="*/ 4718341 w 12192002"/>
              <a:gd name="connsiteY180" fmla="*/ 5468043 h 6858000"/>
              <a:gd name="connsiteX181" fmla="*/ 4604655 w 12192002"/>
              <a:gd name="connsiteY181" fmla="*/ 5583434 h 6858000"/>
              <a:gd name="connsiteX182" fmla="*/ 4565074 w 12192002"/>
              <a:gd name="connsiteY182" fmla="*/ 5618550 h 6858000"/>
              <a:gd name="connsiteX183" fmla="*/ 4988186 w 12192002"/>
              <a:gd name="connsiteY183" fmla="*/ 5216467 h 6858000"/>
              <a:gd name="connsiteX184" fmla="*/ 4978032 w 12192002"/>
              <a:gd name="connsiteY184" fmla="*/ 5183809 h 6858000"/>
              <a:gd name="connsiteX185" fmla="*/ 4463413 w 12192002"/>
              <a:gd name="connsiteY185" fmla="*/ 5615162 h 6858000"/>
              <a:gd name="connsiteX186" fmla="*/ 4358134 w 12192002"/>
              <a:gd name="connsiteY186" fmla="*/ 5742791 h 6858000"/>
              <a:gd name="connsiteX187" fmla="*/ 4376219 w 12192002"/>
              <a:gd name="connsiteY187" fmla="*/ 5729027 h 6858000"/>
              <a:gd name="connsiteX188" fmla="*/ 4582340 w 12192002"/>
              <a:gd name="connsiteY188" fmla="*/ 5561037 h 6858000"/>
              <a:gd name="connsiteX189" fmla="*/ 4694684 w 12192002"/>
              <a:gd name="connsiteY189" fmla="*/ 5447098 h 6858000"/>
              <a:gd name="connsiteX190" fmla="*/ 4754123 w 12192002"/>
              <a:gd name="connsiteY190" fmla="*/ 5384643 h 6858000"/>
              <a:gd name="connsiteX191" fmla="*/ 4978032 w 12192002"/>
              <a:gd name="connsiteY191" fmla="*/ 5183809 h 6858000"/>
              <a:gd name="connsiteX192" fmla="*/ 7427076 w 12192002"/>
              <a:gd name="connsiteY192" fmla="*/ 5142684 h 6858000"/>
              <a:gd name="connsiteX193" fmla="*/ 7485963 w 12192002"/>
              <a:gd name="connsiteY193" fmla="*/ 5174783 h 6858000"/>
              <a:gd name="connsiteX194" fmla="*/ 7719410 w 12192002"/>
              <a:gd name="connsiteY194" fmla="*/ 5357281 h 6858000"/>
              <a:gd name="connsiteX195" fmla="*/ 7907163 w 12192002"/>
              <a:gd name="connsiteY195" fmla="*/ 5546863 h 6858000"/>
              <a:gd name="connsiteX196" fmla="*/ 7956656 w 12192002"/>
              <a:gd name="connsiteY196" fmla="*/ 5615961 h 6858000"/>
              <a:gd name="connsiteX197" fmla="*/ 8023445 w 12192002"/>
              <a:gd name="connsiteY197" fmla="*/ 5705642 h 6858000"/>
              <a:gd name="connsiteX198" fmla="*/ 7754656 w 12192002"/>
              <a:gd name="connsiteY198" fmla="*/ 5341546 h 6858000"/>
              <a:gd name="connsiteX199" fmla="*/ 7427076 w 12192002"/>
              <a:gd name="connsiteY199" fmla="*/ 5142684 h 6858000"/>
              <a:gd name="connsiteX200" fmla="*/ 7312201 w 12192002"/>
              <a:gd name="connsiteY200" fmla="*/ 5128278 h 6858000"/>
              <a:gd name="connsiteX201" fmla="*/ 7343603 w 12192002"/>
              <a:gd name="connsiteY201" fmla="*/ 5149746 h 6858000"/>
              <a:gd name="connsiteX202" fmla="*/ 7791759 w 12192002"/>
              <a:gd name="connsiteY202" fmla="*/ 5515717 h 6858000"/>
              <a:gd name="connsiteX203" fmla="*/ 7825280 w 12192002"/>
              <a:gd name="connsiteY203" fmla="*/ 5551608 h 6858000"/>
              <a:gd name="connsiteX204" fmla="*/ 7982410 w 12192002"/>
              <a:gd name="connsiteY204" fmla="*/ 5702551 h 6858000"/>
              <a:gd name="connsiteX205" fmla="*/ 7932408 w 12192002"/>
              <a:gd name="connsiteY205" fmla="*/ 5632736 h 6858000"/>
              <a:gd name="connsiteX206" fmla="*/ 7883927 w 12192002"/>
              <a:gd name="connsiteY206" fmla="*/ 5565087 h 6858000"/>
              <a:gd name="connsiteX207" fmla="*/ 7699832 w 12192002"/>
              <a:gd name="connsiteY207" fmla="*/ 5379904 h 6858000"/>
              <a:gd name="connsiteX208" fmla="*/ 7470240 w 12192002"/>
              <a:gd name="connsiteY208" fmla="*/ 5200559 h 6858000"/>
              <a:gd name="connsiteX209" fmla="*/ 7312201 w 12192002"/>
              <a:gd name="connsiteY209" fmla="*/ 5128278 h 6858000"/>
              <a:gd name="connsiteX210" fmla="*/ 7244057 w 12192002"/>
              <a:gd name="connsiteY210" fmla="*/ 5124233 h 6858000"/>
              <a:gd name="connsiteX211" fmla="*/ 7353035 w 12192002"/>
              <a:gd name="connsiteY211" fmla="*/ 5197318 h 6858000"/>
              <a:gd name="connsiteX212" fmla="*/ 7981878 w 12192002"/>
              <a:gd name="connsiteY212" fmla="*/ 5738345 h 6858000"/>
              <a:gd name="connsiteX213" fmla="*/ 7804780 w 12192002"/>
              <a:gd name="connsiteY213" fmla="*/ 5572174 h 6858000"/>
              <a:gd name="connsiteX214" fmla="*/ 7771164 w 12192002"/>
              <a:gd name="connsiteY214" fmla="*/ 5536908 h 6858000"/>
              <a:gd name="connsiteX215" fmla="*/ 7327465 w 12192002"/>
              <a:gd name="connsiteY215" fmla="*/ 5174181 h 6858000"/>
              <a:gd name="connsiteX216" fmla="*/ 7244057 w 12192002"/>
              <a:gd name="connsiteY216" fmla="*/ 5124233 h 6858000"/>
              <a:gd name="connsiteX217" fmla="*/ 7133363 w 12192002"/>
              <a:gd name="connsiteY217" fmla="*/ 5050246 h 6858000"/>
              <a:gd name="connsiteX218" fmla="*/ 8128687 w 12192002"/>
              <a:gd name="connsiteY218" fmla="*/ 5790959 h 6858000"/>
              <a:gd name="connsiteX219" fmla="*/ 8497002 w 12192002"/>
              <a:gd name="connsiteY219" fmla="*/ 6204913 h 6858000"/>
              <a:gd name="connsiteX220" fmla="*/ 8514292 w 12192002"/>
              <a:gd name="connsiteY220" fmla="*/ 6015372 h 6858000"/>
              <a:gd name="connsiteX221" fmla="*/ 8491838 w 12192002"/>
              <a:gd name="connsiteY221" fmla="*/ 5336275 h 6858000"/>
              <a:gd name="connsiteX222" fmla="*/ 8605731 w 12192002"/>
              <a:gd name="connsiteY222" fmla="*/ 5600804 h 6858000"/>
              <a:gd name="connsiteX223" fmla="*/ 8594880 w 12192002"/>
              <a:gd name="connsiteY223" fmla="*/ 6039262 h 6858000"/>
              <a:gd name="connsiteX224" fmla="*/ 8494242 w 12192002"/>
              <a:gd name="connsiteY224" fmla="*/ 6792600 h 6858000"/>
              <a:gd name="connsiteX225" fmla="*/ 8794675 w 12192002"/>
              <a:gd name="connsiteY225" fmla="*/ 6590735 h 6858000"/>
              <a:gd name="connsiteX226" fmla="*/ 8800448 w 12192002"/>
              <a:gd name="connsiteY226" fmla="*/ 6581371 h 6858000"/>
              <a:gd name="connsiteX227" fmla="*/ 8788186 w 12192002"/>
              <a:gd name="connsiteY227" fmla="*/ 6572441 h 6858000"/>
              <a:gd name="connsiteX228" fmla="*/ 9137232 w 12192002"/>
              <a:gd name="connsiteY228" fmla="*/ 5665639 h 6858000"/>
              <a:gd name="connsiteX229" fmla="*/ 9216765 w 12192002"/>
              <a:gd name="connsiteY229" fmla="*/ 5696416 h 6858000"/>
              <a:gd name="connsiteX230" fmla="*/ 8969849 w 12192002"/>
              <a:gd name="connsiteY230" fmla="*/ 6466405 h 6858000"/>
              <a:gd name="connsiteX231" fmla="*/ 9706237 w 12192002"/>
              <a:gd name="connsiteY231" fmla="*/ 6419148 h 6858000"/>
              <a:gd name="connsiteX232" fmla="*/ 10110375 w 12192002"/>
              <a:gd name="connsiteY232" fmla="*/ 6563116 h 6858000"/>
              <a:gd name="connsiteX233" fmla="*/ 10096281 w 12192002"/>
              <a:gd name="connsiteY233" fmla="*/ 6578254 h 6858000"/>
              <a:gd name="connsiteX234" fmla="*/ 9067672 w 12192002"/>
              <a:gd name="connsiteY234" fmla="*/ 6648608 h 6858000"/>
              <a:gd name="connsiteX235" fmla="*/ 8859441 w 12192002"/>
              <a:gd name="connsiteY235" fmla="*/ 6641028 h 6858000"/>
              <a:gd name="connsiteX236" fmla="*/ 8857528 w 12192002"/>
              <a:gd name="connsiteY236" fmla="*/ 6641375 h 6858000"/>
              <a:gd name="connsiteX237" fmla="*/ 8848579 w 12192002"/>
              <a:gd name="connsiteY237" fmla="*/ 6643204 h 6858000"/>
              <a:gd name="connsiteX238" fmla="*/ 8576285 w 12192002"/>
              <a:gd name="connsiteY238" fmla="*/ 6824788 h 6858000"/>
              <a:gd name="connsiteX239" fmla="*/ 8519159 w 12192002"/>
              <a:gd name="connsiteY239" fmla="*/ 6857998 h 6858000"/>
              <a:gd name="connsiteX240" fmla="*/ 8393540 w 12192002"/>
              <a:gd name="connsiteY240" fmla="*/ 6857998 h 6858000"/>
              <a:gd name="connsiteX241" fmla="*/ 8417346 w 12192002"/>
              <a:gd name="connsiteY241" fmla="*/ 6745652 h 6858000"/>
              <a:gd name="connsiteX242" fmla="*/ 8485502 w 12192002"/>
              <a:gd name="connsiteY242" fmla="*/ 6308216 h 6858000"/>
              <a:gd name="connsiteX243" fmla="*/ 8480214 w 12192002"/>
              <a:gd name="connsiteY243" fmla="*/ 6302278 h 6858000"/>
              <a:gd name="connsiteX244" fmla="*/ 8112215 w 12192002"/>
              <a:gd name="connsiteY244" fmla="*/ 5837768 h 6858000"/>
              <a:gd name="connsiteX245" fmla="*/ 8095146 w 12192002"/>
              <a:gd name="connsiteY245" fmla="*/ 5831943 h 6858000"/>
              <a:gd name="connsiteX246" fmla="*/ 7131946 w 12192002"/>
              <a:gd name="connsiteY246" fmla="*/ 5075653 h 6858000"/>
              <a:gd name="connsiteX247" fmla="*/ 7133363 w 12192002"/>
              <a:gd name="connsiteY247" fmla="*/ 5050246 h 6858000"/>
              <a:gd name="connsiteX248" fmla="*/ 1903353 w 12192002"/>
              <a:gd name="connsiteY248" fmla="*/ 5044827 h 6858000"/>
              <a:gd name="connsiteX249" fmla="*/ 1936931 w 12192002"/>
              <a:gd name="connsiteY249" fmla="*/ 5093954 h 6858000"/>
              <a:gd name="connsiteX250" fmla="*/ 2195868 w 12192002"/>
              <a:gd name="connsiteY250" fmla="*/ 5396574 h 6858000"/>
              <a:gd name="connsiteX251" fmla="*/ 2088852 w 12192002"/>
              <a:gd name="connsiteY251" fmla="*/ 5166123 h 6858000"/>
              <a:gd name="connsiteX252" fmla="*/ 1958241 w 12192002"/>
              <a:gd name="connsiteY252" fmla="*/ 5067955 h 6858000"/>
              <a:gd name="connsiteX253" fmla="*/ 1903353 w 12192002"/>
              <a:gd name="connsiteY253" fmla="*/ 5044827 h 6858000"/>
              <a:gd name="connsiteX254" fmla="*/ 11544294 w 12192002"/>
              <a:gd name="connsiteY254" fmla="*/ 4944364 h 6858000"/>
              <a:gd name="connsiteX255" fmla="*/ 11755210 w 12192002"/>
              <a:gd name="connsiteY255" fmla="*/ 5588157 h 6858000"/>
              <a:gd name="connsiteX256" fmla="*/ 11544294 w 12192002"/>
              <a:gd name="connsiteY256" fmla="*/ 4944364 h 6858000"/>
              <a:gd name="connsiteX257" fmla="*/ 11571408 w 12192002"/>
              <a:gd name="connsiteY257" fmla="*/ 4918599 h 6858000"/>
              <a:gd name="connsiteX258" fmla="*/ 11778250 w 12192002"/>
              <a:gd name="connsiteY258" fmla="*/ 5565760 h 6858000"/>
              <a:gd name="connsiteX259" fmla="*/ 11571408 w 12192002"/>
              <a:gd name="connsiteY259" fmla="*/ 4918599 h 6858000"/>
              <a:gd name="connsiteX260" fmla="*/ 11540154 w 12192002"/>
              <a:gd name="connsiteY260" fmla="*/ 4867303 h 6858000"/>
              <a:gd name="connsiteX261" fmla="*/ 11540380 w 12192002"/>
              <a:gd name="connsiteY261" fmla="*/ 4872526 h 6858000"/>
              <a:gd name="connsiteX262" fmla="*/ 11542590 w 12192002"/>
              <a:gd name="connsiteY262" fmla="*/ 4871112 h 6858000"/>
              <a:gd name="connsiteX263" fmla="*/ 10567662 w 12192002"/>
              <a:gd name="connsiteY263" fmla="*/ 4866948 h 6858000"/>
              <a:gd name="connsiteX264" fmla="*/ 10431225 w 12192002"/>
              <a:gd name="connsiteY264" fmla="*/ 4877568 h 6858000"/>
              <a:gd name="connsiteX265" fmla="*/ 10277556 w 12192002"/>
              <a:gd name="connsiteY265" fmla="*/ 4889247 h 6858000"/>
              <a:gd name="connsiteX266" fmla="*/ 10155875 w 12192002"/>
              <a:gd name="connsiteY266" fmla="*/ 4882769 h 6858000"/>
              <a:gd name="connsiteX267" fmla="*/ 10072733 w 12192002"/>
              <a:gd name="connsiteY267" fmla="*/ 4876924 h 6858000"/>
              <a:gd name="connsiteX268" fmla="*/ 9882500 w 12192002"/>
              <a:gd name="connsiteY268" fmla="*/ 4881330 h 6858000"/>
              <a:gd name="connsiteX269" fmla="*/ 9685205 w 12192002"/>
              <a:gd name="connsiteY269" fmla="*/ 4885650 h 6858000"/>
              <a:gd name="connsiteX270" fmla="*/ 9666932 w 12192002"/>
              <a:gd name="connsiteY270" fmla="*/ 4885075 h 6858000"/>
              <a:gd name="connsiteX271" fmla="*/ 9608662 w 12192002"/>
              <a:gd name="connsiteY271" fmla="*/ 4884027 h 6858000"/>
              <a:gd name="connsiteX272" fmla="*/ 10026230 w 12192002"/>
              <a:gd name="connsiteY272" fmla="*/ 4938088 h 6858000"/>
              <a:gd name="connsiteX273" fmla="*/ 10567662 w 12192002"/>
              <a:gd name="connsiteY273" fmla="*/ 4866948 h 6858000"/>
              <a:gd name="connsiteX274" fmla="*/ 10221015 w 12192002"/>
              <a:gd name="connsiteY274" fmla="*/ 4783657 h 6858000"/>
              <a:gd name="connsiteX275" fmla="*/ 10107121 w 12192002"/>
              <a:gd name="connsiteY275" fmla="*/ 4785091 h 6858000"/>
              <a:gd name="connsiteX276" fmla="*/ 9660668 w 12192002"/>
              <a:gd name="connsiteY276" fmla="*/ 4854595 h 6858000"/>
              <a:gd name="connsiteX277" fmla="*/ 9669531 w 12192002"/>
              <a:gd name="connsiteY277" fmla="*/ 4855057 h 6858000"/>
              <a:gd name="connsiteX278" fmla="*/ 9687254 w 12192002"/>
              <a:gd name="connsiteY278" fmla="*/ 4855986 h 6858000"/>
              <a:gd name="connsiteX279" fmla="*/ 9881290 w 12192002"/>
              <a:gd name="connsiteY279" fmla="*/ 4851445 h 6858000"/>
              <a:gd name="connsiteX280" fmla="*/ 10074432 w 12192002"/>
              <a:gd name="connsiteY280" fmla="*/ 4846715 h 6858000"/>
              <a:gd name="connsiteX281" fmla="*/ 10159369 w 12192002"/>
              <a:gd name="connsiteY281" fmla="*/ 4852935 h 6858000"/>
              <a:gd name="connsiteX282" fmla="*/ 10278706 w 12192002"/>
              <a:gd name="connsiteY282" fmla="*/ 4859393 h 6858000"/>
              <a:gd name="connsiteX283" fmla="*/ 10429120 w 12192002"/>
              <a:gd name="connsiteY283" fmla="*/ 4847493 h 6858000"/>
              <a:gd name="connsiteX284" fmla="*/ 10538565 w 12192002"/>
              <a:gd name="connsiteY284" fmla="*/ 4837270 h 6858000"/>
              <a:gd name="connsiteX285" fmla="*/ 10221015 w 12192002"/>
              <a:gd name="connsiteY285" fmla="*/ 4783657 h 6858000"/>
              <a:gd name="connsiteX286" fmla="*/ 1979378 w 12192002"/>
              <a:gd name="connsiteY286" fmla="*/ 4769504 h 6858000"/>
              <a:gd name="connsiteX287" fmla="*/ 2882120 w 12192002"/>
              <a:gd name="connsiteY287" fmla="*/ 5064547 h 6858000"/>
              <a:gd name="connsiteX288" fmla="*/ 2793103 w 12192002"/>
              <a:gd name="connsiteY288" fmla="*/ 5039699 h 6858000"/>
              <a:gd name="connsiteX289" fmla="*/ 2770041 w 12192002"/>
              <a:gd name="connsiteY289" fmla="*/ 5033634 h 6858000"/>
              <a:gd name="connsiteX290" fmla="*/ 1979378 w 12192002"/>
              <a:gd name="connsiteY290" fmla="*/ 4769504 h 6858000"/>
              <a:gd name="connsiteX291" fmla="*/ 1927410 w 12192002"/>
              <a:gd name="connsiteY291" fmla="*/ 4716164 h 6858000"/>
              <a:gd name="connsiteX292" fmla="*/ 1959587 w 12192002"/>
              <a:gd name="connsiteY292" fmla="*/ 4728849 h 6858000"/>
              <a:gd name="connsiteX293" fmla="*/ 2777707 w 12192002"/>
              <a:gd name="connsiteY293" fmla="*/ 5003991 h 6858000"/>
              <a:gd name="connsiteX294" fmla="*/ 2800768 w 12192002"/>
              <a:gd name="connsiteY294" fmla="*/ 5010056 h 6858000"/>
              <a:gd name="connsiteX295" fmla="*/ 2879408 w 12192002"/>
              <a:gd name="connsiteY295" fmla="*/ 5031590 h 6858000"/>
              <a:gd name="connsiteX296" fmla="*/ 2862295 w 12192002"/>
              <a:gd name="connsiteY296" fmla="*/ 5022958 h 6858000"/>
              <a:gd name="connsiteX297" fmla="*/ 2813343 w 12192002"/>
              <a:gd name="connsiteY297" fmla="*/ 4998369 h 6858000"/>
              <a:gd name="connsiteX298" fmla="*/ 2646245 w 12192002"/>
              <a:gd name="connsiteY298" fmla="*/ 4930999 h 6858000"/>
              <a:gd name="connsiteX299" fmla="*/ 1999243 w 12192002"/>
              <a:gd name="connsiteY299" fmla="*/ 4730524 h 6858000"/>
              <a:gd name="connsiteX300" fmla="*/ 1979527 w 12192002"/>
              <a:gd name="connsiteY300" fmla="*/ 4726651 h 6858000"/>
              <a:gd name="connsiteX301" fmla="*/ 1997014 w 12192002"/>
              <a:gd name="connsiteY301" fmla="*/ 4698007 h 6858000"/>
              <a:gd name="connsiteX302" fmla="*/ 2005458 w 12192002"/>
              <a:gd name="connsiteY302" fmla="*/ 4699540 h 6858000"/>
              <a:gd name="connsiteX303" fmla="*/ 2657186 w 12192002"/>
              <a:gd name="connsiteY303" fmla="*/ 4901687 h 6858000"/>
              <a:gd name="connsiteX304" fmla="*/ 2826662 w 12192002"/>
              <a:gd name="connsiteY304" fmla="*/ 4970362 h 6858000"/>
              <a:gd name="connsiteX305" fmla="*/ 2876100 w 12192002"/>
              <a:gd name="connsiteY305" fmla="*/ 4995397 h 6858000"/>
              <a:gd name="connsiteX306" fmla="*/ 3042600 w 12192002"/>
              <a:gd name="connsiteY306" fmla="*/ 5059532 h 6858000"/>
              <a:gd name="connsiteX307" fmla="*/ 1997014 w 12192002"/>
              <a:gd name="connsiteY307" fmla="*/ 4698007 h 6858000"/>
              <a:gd name="connsiteX308" fmla="*/ 9857254 w 12192002"/>
              <a:gd name="connsiteY308" fmla="*/ 4275904 h 6858000"/>
              <a:gd name="connsiteX309" fmla="*/ 8989866 w 12192002"/>
              <a:gd name="connsiteY309" fmla="*/ 4472742 h 6858000"/>
              <a:gd name="connsiteX310" fmla="*/ 8931614 w 12192002"/>
              <a:gd name="connsiteY310" fmla="*/ 4498508 h 6858000"/>
              <a:gd name="connsiteX311" fmla="*/ 8843711 w 12192002"/>
              <a:gd name="connsiteY311" fmla="*/ 4536334 h 6858000"/>
              <a:gd name="connsiteX312" fmla="*/ 8966093 w 12192002"/>
              <a:gd name="connsiteY312" fmla="*/ 4502509 h 6858000"/>
              <a:gd name="connsiteX313" fmla="*/ 9299227 w 12192002"/>
              <a:gd name="connsiteY313" fmla="*/ 4454994 h 6858000"/>
              <a:gd name="connsiteX314" fmla="*/ 9857254 w 12192002"/>
              <a:gd name="connsiteY314" fmla="*/ 4275904 h 6858000"/>
              <a:gd name="connsiteX315" fmla="*/ 9615182 w 12192002"/>
              <a:gd name="connsiteY315" fmla="*/ 4220499 h 6858000"/>
              <a:gd name="connsiteX316" fmla="*/ 9023688 w 12192002"/>
              <a:gd name="connsiteY316" fmla="*/ 4425819 h 6858000"/>
              <a:gd name="connsiteX317" fmla="*/ 9814527 w 12192002"/>
              <a:gd name="connsiteY317" fmla="*/ 4248048 h 6858000"/>
              <a:gd name="connsiteX318" fmla="*/ 9615182 w 12192002"/>
              <a:gd name="connsiteY318" fmla="*/ 4220499 h 6858000"/>
              <a:gd name="connsiteX319" fmla="*/ 2305292 w 12192002"/>
              <a:gd name="connsiteY319" fmla="*/ 4219492 h 6858000"/>
              <a:gd name="connsiteX320" fmla="*/ 3360922 w 12192002"/>
              <a:gd name="connsiteY320" fmla="*/ 4529373 h 6858000"/>
              <a:gd name="connsiteX321" fmla="*/ 3492420 w 12192002"/>
              <a:gd name="connsiteY321" fmla="*/ 4510145 h 6858000"/>
              <a:gd name="connsiteX322" fmla="*/ 3364086 w 12192002"/>
              <a:gd name="connsiteY322" fmla="*/ 4480340 h 6858000"/>
              <a:gd name="connsiteX323" fmla="*/ 3225818 w 12192002"/>
              <a:gd name="connsiteY323" fmla="*/ 4411822 h 6858000"/>
              <a:gd name="connsiteX324" fmla="*/ 3129696 w 12192002"/>
              <a:gd name="connsiteY324" fmla="*/ 4360704 h 6858000"/>
              <a:gd name="connsiteX325" fmla="*/ 2814545 w 12192002"/>
              <a:gd name="connsiteY325" fmla="*/ 4282955 h 6858000"/>
              <a:gd name="connsiteX326" fmla="*/ 2305292 w 12192002"/>
              <a:gd name="connsiteY326" fmla="*/ 4219492 h 6858000"/>
              <a:gd name="connsiteX327" fmla="*/ 2626982 w 12192002"/>
              <a:gd name="connsiteY327" fmla="*/ 4206450 h 6858000"/>
              <a:gd name="connsiteX328" fmla="*/ 2490617 w 12192002"/>
              <a:gd name="connsiteY328" fmla="*/ 4206951 h 6858000"/>
              <a:gd name="connsiteX329" fmla="*/ 2819869 w 12192002"/>
              <a:gd name="connsiteY329" fmla="*/ 4252936 h 6858000"/>
              <a:gd name="connsiteX330" fmla="*/ 3143018 w 12192002"/>
              <a:gd name="connsiteY330" fmla="*/ 4332698 h 6858000"/>
              <a:gd name="connsiteX331" fmla="*/ 3241520 w 12192002"/>
              <a:gd name="connsiteY331" fmla="*/ 4385112 h 6858000"/>
              <a:gd name="connsiteX332" fmla="*/ 3374575 w 12192002"/>
              <a:gd name="connsiteY332" fmla="*/ 4451517 h 6858000"/>
              <a:gd name="connsiteX333" fmla="*/ 3505221 w 12192002"/>
              <a:gd name="connsiteY333" fmla="*/ 4480757 h 6858000"/>
              <a:gd name="connsiteX334" fmla="*/ 2626982 w 12192002"/>
              <a:gd name="connsiteY334" fmla="*/ 4206450 h 6858000"/>
              <a:gd name="connsiteX335" fmla="*/ 9258094 w 12192002"/>
              <a:gd name="connsiteY335" fmla="*/ 3958602 h 6858000"/>
              <a:gd name="connsiteX336" fmla="*/ 8526712 w 12192002"/>
              <a:gd name="connsiteY336" fmla="*/ 4119804 h 6858000"/>
              <a:gd name="connsiteX337" fmla="*/ 9258094 w 12192002"/>
              <a:gd name="connsiteY337" fmla="*/ 3958602 h 6858000"/>
              <a:gd name="connsiteX338" fmla="*/ 1310106 w 12192002"/>
              <a:gd name="connsiteY338" fmla="*/ 3943217 h 6858000"/>
              <a:gd name="connsiteX339" fmla="*/ 854994 w 12192002"/>
              <a:gd name="connsiteY339" fmla="*/ 4399136 h 6858000"/>
              <a:gd name="connsiteX340" fmla="*/ 742462 w 12192002"/>
              <a:gd name="connsiteY340" fmla="*/ 4594648 h 6858000"/>
              <a:gd name="connsiteX341" fmla="*/ 820602 w 12192002"/>
              <a:gd name="connsiteY341" fmla="*/ 4485915 h 6858000"/>
              <a:gd name="connsiteX342" fmla="*/ 878295 w 12192002"/>
              <a:gd name="connsiteY342" fmla="*/ 4403594 h 6858000"/>
              <a:gd name="connsiteX343" fmla="*/ 1240607 w 12192002"/>
              <a:gd name="connsiteY343" fmla="*/ 4010401 h 6858000"/>
              <a:gd name="connsiteX344" fmla="*/ 11225213 w 12192002"/>
              <a:gd name="connsiteY344" fmla="*/ 3936722 h 6858000"/>
              <a:gd name="connsiteX345" fmla="*/ 11182914 w 12192002"/>
              <a:gd name="connsiteY345" fmla="*/ 4196771 h 6858000"/>
              <a:gd name="connsiteX346" fmla="*/ 11099211 w 12192002"/>
              <a:gd name="connsiteY346" fmla="*/ 4613594 h 6858000"/>
              <a:gd name="connsiteX347" fmla="*/ 11064509 w 12192002"/>
              <a:gd name="connsiteY347" fmla="*/ 4707830 h 6858000"/>
              <a:gd name="connsiteX348" fmla="*/ 11049349 w 12192002"/>
              <a:gd name="connsiteY348" fmla="*/ 4747418 h 6858000"/>
              <a:gd name="connsiteX349" fmla="*/ 10978260 w 12192002"/>
              <a:gd name="connsiteY349" fmla="*/ 4966094 h 6858000"/>
              <a:gd name="connsiteX350" fmla="*/ 11225213 w 12192002"/>
              <a:gd name="connsiteY350" fmla="*/ 3936722 h 6858000"/>
              <a:gd name="connsiteX351" fmla="*/ 9168987 w 12192002"/>
              <a:gd name="connsiteY351" fmla="*/ 3919232 h 6858000"/>
              <a:gd name="connsiteX352" fmla="*/ 8603910 w 12192002"/>
              <a:gd name="connsiteY352" fmla="*/ 4068895 h 6858000"/>
              <a:gd name="connsiteX353" fmla="*/ 9252382 w 12192002"/>
              <a:gd name="connsiteY353" fmla="*/ 3927759 h 6858000"/>
              <a:gd name="connsiteX354" fmla="*/ 9168987 w 12192002"/>
              <a:gd name="connsiteY354" fmla="*/ 3919232 h 6858000"/>
              <a:gd name="connsiteX355" fmla="*/ 11201005 w 12192002"/>
              <a:gd name="connsiteY355" fmla="*/ 3900089 h 6858000"/>
              <a:gd name="connsiteX356" fmla="*/ 10968432 w 12192002"/>
              <a:gd name="connsiteY356" fmla="*/ 4885010 h 6858000"/>
              <a:gd name="connsiteX357" fmla="*/ 11019967 w 12192002"/>
              <a:gd name="connsiteY357" fmla="*/ 4735553 h 6858000"/>
              <a:gd name="connsiteX358" fmla="*/ 11035125 w 12192002"/>
              <a:gd name="connsiteY358" fmla="*/ 4695966 h 6858000"/>
              <a:gd name="connsiteX359" fmla="*/ 11069972 w 12192002"/>
              <a:gd name="connsiteY359" fmla="*/ 4603168 h 6858000"/>
              <a:gd name="connsiteX360" fmla="*/ 11152239 w 12192002"/>
              <a:gd name="connsiteY360" fmla="*/ 4192628 h 6858000"/>
              <a:gd name="connsiteX361" fmla="*/ 11201005 w 12192002"/>
              <a:gd name="connsiteY361" fmla="*/ 3900089 h 6858000"/>
              <a:gd name="connsiteX362" fmla="*/ 1423113 w 12192002"/>
              <a:gd name="connsiteY362" fmla="*/ 3874565 h 6858000"/>
              <a:gd name="connsiteX363" fmla="*/ 1260565 w 12192002"/>
              <a:gd name="connsiteY363" fmla="*/ 4031982 h 6858000"/>
              <a:gd name="connsiteX364" fmla="*/ 901900 w 12192002"/>
              <a:gd name="connsiteY364" fmla="*/ 4421236 h 6858000"/>
              <a:gd name="connsiteX365" fmla="*/ 845044 w 12192002"/>
              <a:gd name="connsiteY365" fmla="*/ 4502436 h 6858000"/>
              <a:gd name="connsiteX366" fmla="*/ 685926 w 12192002"/>
              <a:gd name="connsiteY366" fmla="*/ 4703069 h 6858000"/>
              <a:gd name="connsiteX367" fmla="*/ 684248 w 12192002"/>
              <a:gd name="connsiteY367" fmla="*/ 4706721 h 6858000"/>
              <a:gd name="connsiteX368" fmla="*/ 1423113 w 12192002"/>
              <a:gd name="connsiteY368" fmla="*/ 3874565 h 6858000"/>
              <a:gd name="connsiteX369" fmla="*/ 3316479 w 12192002"/>
              <a:gd name="connsiteY369" fmla="*/ 3872136 h 6858000"/>
              <a:gd name="connsiteX370" fmla="*/ 3546806 w 12192002"/>
              <a:gd name="connsiteY370" fmla="*/ 4356139 h 6858000"/>
              <a:gd name="connsiteX371" fmla="*/ 3364433 w 12192002"/>
              <a:gd name="connsiteY371" fmla="*/ 3953121 h 6858000"/>
              <a:gd name="connsiteX372" fmla="*/ 10268559 w 12192002"/>
              <a:gd name="connsiteY372" fmla="*/ 3871054 h 6858000"/>
              <a:gd name="connsiteX373" fmla="*/ 10494169 w 12192002"/>
              <a:gd name="connsiteY373" fmla="*/ 4520780 h 6858000"/>
              <a:gd name="connsiteX374" fmla="*/ 10356661 w 12192002"/>
              <a:gd name="connsiteY374" fmla="*/ 4157302 h 6858000"/>
              <a:gd name="connsiteX375" fmla="*/ 10268559 w 12192002"/>
              <a:gd name="connsiteY375" fmla="*/ 3871054 h 6858000"/>
              <a:gd name="connsiteX376" fmla="*/ 3291335 w 12192002"/>
              <a:gd name="connsiteY376" fmla="*/ 3767420 h 6858000"/>
              <a:gd name="connsiteX377" fmla="*/ 3390805 w 12192002"/>
              <a:gd name="connsiteY377" fmla="*/ 3937163 h 6858000"/>
              <a:gd name="connsiteX378" fmla="*/ 3579062 w 12192002"/>
              <a:gd name="connsiteY378" fmla="*/ 4359040 h 6858000"/>
              <a:gd name="connsiteX379" fmla="*/ 3467355 w 12192002"/>
              <a:gd name="connsiteY379" fmla="*/ 3988130 h 6858000"/>
              <a:gd name="connsiteX380" fmla="*/ 3310753 w 12192002"/>
              <a:gd name="connsiteY380" fmla="*/ 3787140 h 6858000"/>
              <a:gd name="connsiteX381" fmla="*/ 3291335 w 12192002"/>
              <a:gd name="connsiteY381" fmla="*/ 3767420 h 6858000"/>
              <a:gd name="connsiteX382" fmla="*/ 1635889 w 12192002"/>
              <a:gd name="connsiteY382" fmla="*/ 3709494 h 6858000"/>
              <a:gd name="connsiteX383" fmla="*/ 1634800 w 12192002"/>
              <a:gd name="connsiteY383" fmla="*/ 3731111 h 6858000"/>
              <a:gd name="connsiteX384" fmla="*/ 1635889 w 12192002"/>
              <a:gd name="connsiteY384" fmla="*/ 3709494 h 6858000"/>
              <a:gd name="connsiteX385" fmla="*/ 10277529 w 12192002"/>
              <a:gd name="connsiteY385" fmla="*/ 3701307 h 6858000"/>
              <a:gd name="connsiteX386" fmla="*/ 10276797 w 12192002"/>
              <a:gd name="connsiteY386" fmla="*/ 3708672 h 6858000"/>
              <a:gd name="connsiteX387" fmla="*/ 10385906 w 12192002"/>
              <a:gd name="connsiteY387" fmla="*/ 4147031 h 6858000"/>
              <a:gd name="connsiteX388" fmla="*/ 10536458 w 12192002"/>
              <a:gd name="connsiteY388" fmla="*/ 4544310 h 6858000"/>
              <a:gd name="connsiteX389" fmla="*/ 10436479 w 12192002"/>
              <a:gd name="connsiteY389" fmla="*/ 4144570 h 6858000"/>
              <a:gd name="connsiteX390" fmla="*/ 10277529 w 12192002"/>
              <a:gd name="connsiteY390" fmla="*/ 3701307 h 6858000"/>
              <a:gd name="connsiteX391" fmla="*/ 1510397 w 12192002"/>
              <a:gd name="connsiteY391" fmla="*/ 3684705 h 6858000"/>
              <a:gd name="connsiteX392" fmla="*/ 1146550 w 12192002"/>
              <a:gd name="connsiteY392" fmla="*/ 3802012 h 6858000"/>
              <a:gd name="connsiteX393" fmla="*/ 698834 w 12192002"/>
              <a:gd name="connsiteY393" fmla="*/ 3952272 h 6858000"/>
              <a:gd name="connsiteX394" fmla="*/ 34256 w 12192002"/>
              <a:gd name="connsiteY394" fmla="*/ 4347603 h 6858000"/>
              <a:gd name="connsiteX395" fmla="*/ 527241 w 12192002"/>
              <a:gd name="connsiteY395" fmla="*/ 4065078 h 6858000"/>
              <a:gd name="connsiteX396" fmla="*/ 1510397 w 12192002"/>
              <a:gd name="connsiteY396" fmla="*/ 3684705 h 6858000"/>
              <a:gd name="connsiteX397" fmla="*/ 1313114 w 12192002"/>
              <a:gd name="connsiteY397" fmla="*/ 3655216 h 6858000"/>
              <a:gd name="connsiteX398" fmla="*/ 1109304 w 12192002"/>
              <a:gd name="connsiteY398" fmla="*/ 3669030 h 6858000"/>
              <a:gd name="connsiteX399" fmla="*/ 8129 w 12192002"/>
              <a:gd name="connsiteY399" fmla="*/ 4330519 h 6858000"/>
              <a:gd name="connsiteX400" fmla="*/ 687572 w 12192002"/>
              <a:gd name="connsiteY400" fmla="*/ 3925629 h 6858000"/>
              <a:gd name="connsiteX401" fmla="*/ 1138365 w 12192002"/>
              <a:gd name="connsiteY401" fmla="*/ 3774515 h 6858000"/>
              <a:gd name="connsiteX402" fmla="*/ 1505579 w 12192002"/>
              <a:gd name="connsiteY402" fmla="*/ 3655526 h 6858000"/>
              <a:gd name="connsiteX403" fmla="*/ 1313114 w 12192002"/>
              <a:gd name="connsiteY403" fmla="*/ 3655216 h 6858000"/>
              <a:gd name="connsiteX404" fmla="*/ 3655073 w 12192002"/>
              <a:gd name="connsiteY404" fmla="*/ 3650884 h 6858000"/>
              <a:gd name="connsiteX405" fmla="*/ 3989938 w 12192002"/>
              <a:gd name="connsiteY405" fmla="*/ 3991685 h 6858000"/>
              <a:gd name="connsiteX406" fmla="*/ 4393907 w 12192002"/>
              <a:gd name="connsiteY406" fmla="*/ 4261258 h 6858000"/>
              <a:gd name="connsiteX407" fmla="*/ 4648051 w 12192002"/>
              <a:gd name="connsiteY407" fmla="*/ 4374051 h 6858000"/>
              <a:gd name="connsiteX408" fmla="*/ 4383389 w 12192002"/>
              <a:gd name="connsiteY408" fmla="*/ 4184369 h 6858000"/>
              <a:gd name="connsiteX409" fmla="*/ 4165508 w 12192002"/>
              <a:gd name="connsiteY409" fmla="*/ 4035196 h 6858000"/>
              <a:gd name="connsiteX410" fmla="*/ 4068162 w 12192002"/>
              <a:gd name="connsiteY410" fmla="*/ 3953394 h 6858000"/>
              <a:gd name="connsiteX411" fmla="*/ 3981416 w 12192002"/>
              <a:gd name="connsiteY411" fmla="*/ 3880482 h 6858000"/>
              <a:gd name="connsiteX412" fmla="*/ 3800147 w 12192002"/>
              <a:gd name="connsiteY412" fmla="*/ 3749872 h 6858000"/>
              <a:gd name="connsiteX413" fmla="*/ 3670252 w 12192002"/>
              <a:gd name="connsiteY413" fmla="*/ 3622798 h 6858000"/>
              <a:gd name="connsiteX414" fmla="*/ 3817258 w 12192002"/>
              <a:gd name="connsiteY414" fmla="*/ 3723577 h 6858000"/>
              <a:gd name="connsiteX415" fmla="*/ 4000461 w 12192002"/>
              <a:gd name="connsiteY415" fmla="*/ 3855966 h 6858000"/>
              <a:gd name="connsiteX416" fmla="*/ 4088180 w 12192002"/>
              <a:gd name="connsiteY416" fmla="*/ 3929774 h 6858000"/>
              <a:gd name="connsiteX417" fmla="*/ 4184555 w 12192002"/>
              <a:gd name="connsiteY417" fmla="*/ 4010683 h 6858000"/>
              <a:gd name="connsiteX418" fmla="*/ 4399563 w 12192002"/>
              <a:gd name="connsiteY418" fmla="*/ 4158106 h 6858000"/>
              <a:gd name="connsiteX419" fmla="*/ 4684469 w 12192002"/>
              <a:gd name="connsiteY419" fmla="*/ 4364680 h 6858000"/>
              <a:gd name="connsiteX420" fmla="*/ 4690271 w 12192002"/>
              <a:gd name="connsiteY420" fmla="*/ 4370034 h 6858000"/>
              <a:gd name="connsiteX421" fmla="*/ 4136093 w 12192002"/>
              <a:gd name="connsiteY421" fmla="*/ 3858466 h 6858000"/>
              <a:gd name="connsiteX422" fmla="*/ 3670252 w 12192002"/>
              <a:gd name="connsiteY422" fmla="*/ 3622798 h 6858000"/>
              <a:gd name="connsiteX423" fmla="*/ 9334796 w 12192002"/>
              <a:gd name="connsiteY423" fmla="*/ 3456584 h 6858000"/>
              <a:gd name="connsiteX424" fmla="*/ 9651570 w 12192002"/>
              <a:gd name="connsiteY424" fmla="*/ 3826505 h 6858000"/>
              <a:gd name="connsiteX425" fmla="*/ 9334796 w 12192002"/>
              <a:gd name="connsiteY425" fmla="*/ 3456584 h 6858000"/>
              <a:gd name="connsiteX426" fmla="*/ 4440129 w 12192002"/>
              <a:gd name="connsiteY426" fmla="*/ 3448571 h 6858000"/>
              <a:gd name="connsiteX427" fmla="*/ 4856525 w 12192002"/>
              <a:gd name="connsiteY427" fmla="*/ 3915351 h 6858000"/>
              <a:gd name="connsiteX428" fmla="*/ 5059055 w 12192002"/>
              <a:gd name="connsiteY428" fmla="*/ 4108918 h 6858000"/>
              <a:gd name="connsiteX429" fmla="*/ 5290070 w 12192002"/>
              <a:gd name="connsiteY429" fmla="*/ 4263619 h 6858000"/>
              <a:gd name="connsiteX430" fmla="*/ 4834991 w 12192002"/>
              <a:gd name="connsiteY430" fmla="*/ 3830985 h 6858000"/>
              <a:gd name="connsiteX431" fmla="*/ 4440129 w 12192002"/>
              <a:gd name="connsiteY431" fmla="*/ 3448571 h 6858000"/>
              <a:gd name="connsiteX432" fmla="*/ 4441737 w 12192002"/>
              <a:gd name="connsiteY432" fmla="*/ 3399734 h 6858000"/>
              <a:gd name="connsiteX433" fmla="*/ 4431236 w 12192002"/>
              <a:gd name="connsiteY433" fmla="*/ 3400954 h 6858000"/>
              <a:gd name="connsiteX434" fmla="*/ 4557150 w 12192002"/>
              <a:gd name="connsiteY434" fmla="*/ 3510023 h 6858000"/>
              <a:gd name="connsiteX435" fmla="*/ 4856936 w 12192002"/>
              <a:gd name="connsiteY435" fmla="*/ 3809146 h 6858000"/>
              <a:gd name="connsiteX436" fmla="*/ 5111996 w 12192002"/>
              <a:gd name="connsiteY436" fmla="*/ 4065759 h 6858000"/>
              <a:gd name="connsiteX437" fmla="*/ 5388877 w 12192002"/>
              <a:gd name="connsiteY437" fmla="*/ 4300185 h 6858000"/>
              <a:gd name="connsiteX438" fmla="*/ 5425556 w 12192002"/>
              <a:gd name="connsiteY438" fmla="*/ 4308967 h 6858000"/>
              <a:gd name="connsiteX439" fmla="*/ 4943646 w 12192002"/>
              <a:gd name="connsiteY439" fmla="*/ 3822916 h 6858000"/>
              <a:gd name="connsiteX440" fmla="*/ 4594837 w 12192002"/>
              <a:gd name="connsiteY440" fmla="*/ 3532274 h 6858000"/>
              <a:gd name="connsiteX441" fmla="*/ 4441737 w 12192002"/>
              <a:gd name="connsiteY441" fmla="*/ 3399734 h 6858000"/>
              <a:gd name="connsiteX442" fmla="*/ 5425834 w 12192002"/>
              <a:gd name="connsiteY442" fmla="*/ 3162785 h 6858000"/>
              <a:gd name="connsiteX443" fmla="*/ 5401644 w 12192002"/>
              <a:gd name="connsiteY443" fmla="*/ 3617847 h 6858000"/>
              <a:gd name="connsiteX444" fmla="*/ 5467256 w 12192002"/>
              <a:gd name="connsiteY444" fmla="*/ 4175494 h 6858000"/>
              <a:gd name="connsiteX445" fmla="*/ 5448069 w 12192002"/>
              <a:gd name="connsiteY445" fmla="*/ 3567554 h 6858000"/>
              <a:gd name="connsiteX446" fmla="*/ 1318687 w 12192002"/>
              <a:gd name="connsiteY446" fmla="*/ 3113840 h 6858000"/>
              <a:gd name="connsiteX447" fmla="*/ 1066793 w 12192002"/>
              <a:gd name="connsiteY447" fmla="*/ 3212171 h 6858000"/>
              <a:gd name="connsiteX448" fmla="*/ 993319 w 12192002"/>
              <a:gd name="connsiteY448" fmla="*/ 3247648 h 6858000"/>
              <a:gd name="connsiteX449" fmla="*/ 853081 w 12192002"/>
              <a:gd name="connsiteY449" fmla="*/ 3312410 h 6858000"/>
              <a:gd name="connsiteX450" fmla="*/ 805957 w 12192002"/>
              <a:gd name="connsiteY450" fmla="*/ 3330443 h 6858000"/>
              <a:gd name="connsiteX451" fmla="*/ 1318687 w 12192002"/>
              <a:gd name="connsiteY451" fmla="*/ 3113840 h 6858000"/>
              <a:gd name="connsiteX452" fmla="*/ 5453701 w 12192002"/>
              <a:gd name="connsiteY452" fmla="*/ 3090882 h 6858000"/>
              <a:gd name="connsiteX453" fmla="*/ 5480135 w 12192002"/>
              <a:gd name="connsiteY453" fmla="*/ 3565802 h 6858000"/>
              <a:gd name="connsiteX454" fmla="*/ 5499022 w 12192002"/>
              <a:gd name="connsiteY454" fmla="*/ 4166310 h 6858000"/>
              <a:gd name="connsiteX455" fmla="*/ 5547022 w 12192002"/>
              <a:gd name="connsiteY455" fmla="*/ 3607838 h 6858000"/>
              <a:gd name="connsiteX456" fmla="*/ 5515964 w 12192002"/>
              <a:gd name="connsiteY456" fmla="*/ 3378541 h 6858000"/>
              <a:gd name="connsiteX457" fmla="*/ 5453701 w 12192002"/>
              <a:gd name="connsiteY457" fmla="*/ 3090882 h 6858000"/>
              <a:gd name="connsiteX458" fmla="*/ 9790480 w 12192002"/>
              <a:gd name="connsiteY458" fmla="*/ 3078533 h 6858000"/>
              <a:gd name="connsiteX459" fmla="*/ 9763295 w 12192002"/>
              <a:gd name="connsiteY459" fmla="*/ 3245370 h 6858000"/>
              <a:gd name="connsiteX460" fmla="*/ 9736458 w 12192002"/>
              <a:gd name="connsiteY460" fmla="*/ 3758413 h 6858000"/>
              <a:gd name="connsiteX461" fmla="*/ 9763499 w 12192002"/>
              <a:gd name="connsiteY461" fmla="*/ 3528057 h 6858000"/>
              <a:gd name="connsiteX462" fmla="*/ 9793906 w 12192002"/>
              <a:gd name="connsiteY462" fmla="*/ 3231157 h 6858000"/>
              <a:gd name="connsiteX463" fmla="*/ 9791874 w 12192002"/>
              <a:gd name="connsiteY463" fmla="*/ 3142788 h 6858000"/>
              <a:gd name="connsiteX464" fmla="*/ 9790480 w 12192002"/>
              <a:gd name="connsiteY464" fmla="*/ 3078533 h 6858000"/>
              <a:gd name="connsiteX465" fmla="*/ 1238695 w 12192002"/>
              <a:gd name="connsiteY465" fmla="*/ 3076820 h 6858000"/>
              <a:gd name="connsiteX466" fmla="*/ 716371 w 12192002"/>
              <a:gd name="connsiteY466" fmla="*/ 3293249 h 6858000"/>
              <a:gd name="connsiteX467" fmla="*/ 579522 w 12192002"/>
              <a:gd name="connsiteY467" fmla="*/ 3371759 h 6858000"/>
              <a:gd name="connsiteX468" fmla="*/ 600288 w 12192002"/>
              <a:gd name="connsiteY468" fmla="*/ 3365555 h 6858000"/>
              <a:gd name="connsiteX469" fmla="*/ 840692 w 12192002"/>
              <a:gd name="connsiteY469" fmla="*/ 3284921 h 6858000"/>
              <a:gd name="connsiteX470" fmla="*/ 979248 w 12192002"/>
              <a:gd name="connsiteY470" fmla="*/ 3221003 h 6858000"/>
              <a:gd name="connsiteX471" fmla="*/ 1053282 w 12192002"/>
              <a:gd name="connsiteY471" fmla="*/ 3185247 h 6858000"/>
              <a:gd name="connsiteX472" fmla="*/ 1320603 w 12192002"/>
              <a:gd name="connsiteY472" fmla="*/ 3081281 h 6858000"/>
              <a:gd name="connsiteX473" fmla="*/ 1238695 w 12192002"/>
              <a:gd name="connsiteY473" fmla="*/ 3076820 h 6858000"/>
              <a:gd name="connsiteX474" fmla="*/ 5425627 w 12192002"/>
              <a:gd name="connsiteY474" fmla="*/ 2954192 h 6858000"/>
              <a:gd name="connsiteX475" fmla="*/ 5470769 w 12192002"/>
              <a:gd name="connsiteY475" fmla="*/ 3005435 h 6858000"/>
              <a:gd name="connsiteX476" fmla="*/ 5519779 w 12192002"/>
              <a:gd name="connsiteY476" fmla="*/ 4359223 h 6858000"/>
              <a:gd name="connsiteX477" fmla="*/ 5520293 w 12192002"/>
              <a:gd name="connsiteY477" fmla="*/ 4360602 h 6858000"/>
              <a:gd name="connsiteX478" fmla="*/ 5767221 w 12192002"/>
              <a:gd name="connsiteY478" fmla="*/ 4665564 h 6858000"/>
              <a:gd name="connsiteX479" fmla="*/ 6937169 w 12192002"/>
              <a:gd name="connsiteY479" fmla="*/ 4815941 h 6858000"/>
              <a:gd name="connsiteX480" fmla="*/ 6953922 w 12192002"/>
              <a:gd name="connsiteY480" fmla="*/ 4890068 h 6858000"/>
              <a:gd name="connsiteX481" fmla="*/ 6071359 w 12192002"/>
              <a:gd name="connsiteY481" fmla="*/ 4770770 h 6858000"/>
              <a:gd name="connsiteX482" fmla="*/ 6038839 w 12192002"/>
              <a:gd name="connsiteY482" fmla="*/ 4764474 h 6858000"/>
              <a:gd name="connsiteX483" fmla="*/ 6038705 w 12192002"/>
              <a:gd name="connsiteY483" fmla="*/ 4763847 h 6858000"/>
              <a:gd name="connsiteX484" fmla="*/ 6037783 w 12192002"/>
              <a:gd name="connsiteY484" fmla="*/ 4764270 h 6858000"/>
              <a:gd name="connsiteX485" fmla="*/ 6038839 w 12192002"/>
              <a:gd name="connsiteY485" fmla="*/ 4764474 h 6858000"/>
              <a:gd name="connsiteX486" fmla="*/ 6040338 w 12192002"/>
              <a:gd name="connsiteY486" fmla="*/ 4771418 h 6858000"/>
              <a:gd name="connsiteX487" fmla="*/ 6024488 w 12192002"/>
              <a:gd name="connsiteY487" fmla="*/ 4809903 h 6858000"/>
              <a:gd name="connsiteX488" fmla="*/ 5599771 w 12192002"/>
              <a:gd name="connsiteY488" fmla="*/ 5509652 h 6858000"/>
              <a:gd name="connsiteX489" fmla="*/ 5548843 w 12192002"/>
              <a:gd name="connsiteY489" fmla="*/ 5563845 h 6858000"/>
              <a:gd name="connsiteX490" fmla="*/ 5940952 w 12192002"/>
              <a:gd name="connsiteY490" fmla="*/ 6250028 h 6858000"/>
              <a:gd name="connsiteX491" fmla="*/ 6043441 w 12192002"/>
              <a:gd name="connsiteY491" fmla="*/ 6665847 h 6858000"/>
              <a:gd name="connsiteX492" fmla="*/ 6093432 w 12192002"/>
              <a:gd name="connsiteY492" fmla="*/ 6858000 h 6858000"/>
              <a:gd name="connsiteX493" fmla="*/ 6034344 w 12192002"/>
              <a:gd name="connsiteY493" fmla="*/ 6858000 h 6858000"/>
              <a:gd name="connsiteX494" fmla="*/ 6026679 w 12192002"/>
              <a:gd name="connsiteY494" fmla="*/ 6836959 h 6858000"/>
              <a:gd name="connsiteX495" fmla="*/ 5800441 w 12192002"/>
              <a:gd name="connsiteY495" fmla="*/ 6335286 h 6858000"/>
              <a:gd name="connsiteX496" fmla="*/ 5526562 w 12192002"/>
              <a:gd name="connsiteY496" fmla="*/ 5705388 h 6858000"/>
              <a:gd name="connsiteX497" fmla="*/ 5519640 w 12192002"/>
              <a:gd name="connsiteY497" fmla="*/ 5683774 h 6858000"/>
              <a:gd name="connsiteX498" fmla="*/ 5844559 w 12192002"/>
              <a:gd name="connsiteY498" fmla="*/ 6553349 h 6858000"/>
              <a:gd name="connsiteX499" fmla="*/ 5975994 w 12192002"/>
              <a:gd name="connsiteY499" fmla="*/ 6858000 h 6858000"/>
              <a:gd name="connsiteX500" fmla="*/ 5898547 w 12192002"/>
              <a:gd name="connsiteY500" fmla="*/ 6858000 h 6858000"/>
              <a:gd name="connsiteX501" fmla="*/ 5682041 w 12192002"/>
              <a:gd name="connsiteY501" fmla="*/ 6355860 h 6858000"/>
              <a:gd name="connsiteX502" fmla="*/ 5461758 w 12192002"/>
              <a:gd name="connsiteY502" fmla="*/ 5820220 h 6858000"/>
              <a:gd name="connsiteX503" fmla="*/ 5237282 w 12192002"/>
              <a:gd name="connsiteY503" fmla="*/ 6579086 h 6858000"/>
              <a:gd name="connsiteX504" fmla="*/ 5115009 w 12192002"/>
              <a:gd name="connsiteY504" fmla="*/ 6858000 h 6858000"/>
              <a:gd name="connsiteX505" fmla="*/ 5028074 w 12192002"/>
              <a:gd name="connsiteY505" fmla="*/ 6858000 h 6858000"/>
              <a:gd name="connsiteX506" fmla="*/ 5079508 w 12192002"/>
              <a:gd name="connsiteY506" fmla="*/ 6749074 h 6858000"/>
              <a:gd name="connsiteX507" fmla="*/ 5371846 w 12192002"/>
              <a:gd name="connsiteY507" fmla="*/ 5924413 h 6858000"/>
              <a:gd name="connsiteX508" fmla="*/ 5270512 w 12192002"/>
              <a:gd name="connsiteY508" fmla="*/ 6138975 h 6858000"/>
              <a:gd name="connsiteX509" fmla="*/ 5062409 w 12192002"/>
              <a:gd name="connsiteY509" fmla="*/ 6653544 h 6858000"/>
              <a:gd name="connsiteX510" fmla="*/ 5036628 w 12192002"/>
              <a:gd name="connsiteY510" fmla="*/ 6754247 h 6858000"/>
              <a:gd name="connsiteX511" fmla="*/ 5009112 w 12192002"/>
              <a:gd name="connsiteY511" fmla="*/ 6858000 h 6858000"/>
              <a:gd name="connsiteX512" fmla="*/ 4976679 w 12192002"/>
              <a:gd name="connsiteY512" fmla="*/ 6858000 h 6858000"/>
              <a:gd name="connsiteX513" fmla="*/ 5006536 w 12192002"/>
              <a:gd name="connsiteY513" fmla="*/ 6747068 h 6858000"/>
              <a:gd name="connsiteX514" fmla="*/ 5032723 w 12192002"/>
              <a:gd name="connsiteY514" fmla="*/ 6644957 h 6858000"/>
              <a:gd name="connsiteX515" fmla="*/ 5242949 w 12192002"/>
              <a:gd name="connsiteY515" fmla="*/ 6125175 h 6858000"/>
              <a:gd name="connsiteX516" fmla="*/ 5286321 w 12192002"/>
              <a:gd name="connsiteY516" fmla="*/ 6033555 h 6858000"/>
              <a:gd name="connsiteX517" fmla="*/ 5008210 w 12192002"/>
              <a:gd name="connsiteY517" fmla="*/ 6649194 h 6858000"/>
              <a:gd name="connsiteX518" fmla="*/ 4986321 w 12192002"/>
              <a:gd name="connsiteY518" fmla="*/ 6765687 h 6858000"/>
              <a:gd name="connsiteX519" fmla="*/ 4973474 w 12192002"/>
              <a:gd name="connsiteY519" fmla="*/ 6858000 h 6858000"/>
              <a:gd name="connsiteX520" fmla="*/ 4907178 w 12192002"/>
              <a:gd name="connsiteY520" fmla="*/ 6858000 h 6858000"/>
              <a:gd name="connsiteX521" fmla="*/ 4910810 w 12192002"/>
              <a:gd name="connsiteY521" fmla="*/ 6829660 h 6858000"/>
              <a:gd name="connsiteX522" fmla="*/ 4987461 w 12192002"/>
              <a:gd name="connsiteY522" fmla="*/ 6432994 h 6858000"/>
              <a:gd name="connsiteX523" fmla="*/ 5179262 w 12192002"/>
              <a:gd name="connsiteY523" fmla="*/ 6035044 h 6858000"/>
              <a:gd name="connsiteX524" fmla="*/ 4689678 w 12192002"/>
              <a:gd name="connsiteY524" fmla="*/ 6440241 h 6858000"/>
              <a:gd name="connsiteX525" fmla="*/ 4477543 w 12192002"/>
              <a:gd name="connsiteY525" fmla="*/ 6674836 h 6858000"/>
              <a:gd name="connsiteX526" fmla="*/ 4329957 w 12192002"/>
              <a:gd name="connsiteY526" fmla="*/ 6858000 h 6858000"/>
              <a:gd name="connsiteX527" fmla="*/ 4218595 w 12192002"/>
              <a:gd name="connsiteY527" fmla="*/ 6858000 h 6858000"/>
              <a:gd name="connsiteX528" fmla="*/ 4368888 w 12192002"/>
              <a:gd name="connsiteY528" fmla="*/ 6668412 h 6858000"/>
              <a:gd name="connsiteX529" fmla="*/ 4563091 w 12192002"/>
              <a:gd name="connsiteY529" fmla="*/ 6442508 h 6858000"/>
              <a:gd name="connsiteX530" fmla="*/ 5387324 w 12192002"/>
              <a:gd name="connsiteY530" fmla="*/ 5705830 h 6858000"/>
              <a:gd name="connsiteX531" fmla="*/ 5073620 w 12192002"/>
              <a:gd name="connsiteY531" fmla="*/ 5955437 h 6858000"/>
              <a:gd name="connsiteX532" fmla="*/ 4689789 w 12192002"/>
              <a:gd name="connsiteY532" fmla="*/ 6268382 h 6858000"/>
              <a:gd name="connsiteX533" fmla="*/ 4418722 w 12192002"/>
              <a:gd name="connsiteY533" fmla="*/ 6570886 h 6858000"/>
              <a:gd name="connsiteX534" fmla="*/ 4214944 w 12192002"/>
              <a:gd name="connsiteY534" fmla="*/ 6858000 h 6858000"/>
              <a:gd name="connsiteX535" fmla="*/ 4177898 w 12192002"/>
              <a:gd name="connsiteY535" fmla="*/ 6858000 h 6858000"/>
              <a:gd name="connsiteX536" fmla="*/ 4391597 w 12192002"/>
              <a:gd name="connsiteY536" fmla="*/ 6556370 h 6858000"/>
              <a:gd name="connsiteX537" fmla="*/ 4668889 w 12192002"/>
              <a:gd name="connsiteY537" fmla="*/ 6246399 h 6858000"/>
              <a:gd name="connsiteX538" fmla="*/ 5055427 w 12192002"/>
              <a:gd name="connsiteY538" fmla="*/ 5931476 h 6858000"/>
              <a:gd name="connsiteX539" fmla="*/ 5371813 w 12192002"/>
              <a:gd name="connsiteY539" fmla="*/ 5678975 h 6858000"/>
              <a:gd name="connsiteX540" fmla="*/ 4987918 w 12192002"/>
              <a:gd name="connsiteY540" fmla="*/ 5838701 h 6858000"/>
              <a:gd name="connsiteX541" fmla="*/ 4317146 w 12192002"/>
              <a:gd name="connsiteY541" fmla="*/ 6587716 h 6858000"/>
              <a:gd name="connsiteX542" fmla="*/ 4171627 w 12192002"/>
              <a:gd name="connsiteY542" fmla="*/ 6858000 h 6858000"/>
              <a:gd name="connsiteX543" fmla="*/ 4081585 w 12192002"/>
              <a:gd name="connsiteY543" fmla="*/ 6858000 h 6858000"/>
              <a:gd name="connsiteX544" fmla="*/ 4238603 w 12192002"/>
              <a:gd name="connsiteY544" fmla="*/ 6559341 h 6858000"/>
              <a:gd name="connsiteX545" fmla="*/ 4778333 w 12192002"/>
              <a:gd name="connsiteY545" fmla="*/ 5873626 h 6858000"/>
              <a:gd name="connsiteX546" fmla="*/ 5414185 w 12192002"/>
              <a:gd name="connsiteY546" fmla="*/ 5573882 h 6858000"/>
              <a:gd name="connsiteX547" fmla="*/ 5959648 w 12192002"/>
              <a:gd name="connsiteY547" fmla="*/ 4760797 h 6858000"/>
              <a:gd name="connsiteX548" fmla="*/ 5355019 w 12192002"/>
              <a:gd name="connsiteY548" fmla="*/ 4734672 h 6858000"/>
              <a:gd name="connsiteX549" fmla="*/ 5083565 w 12192002"/>
              <a:gd name="connsiteY549" fmla="*/ 5179121 h 6858000"/>
              <a:gd name="connsiteX550" fmla="*/ 4713577 w 12192002"/>
              <a:gd name="connsiteY550" fmla="*/ 5616803 h 6858000"/>
              <a:gd name="connsiteX551" fmla="*/ 3989559 w 12192002"/>
              <a:gd name="connsiteY551" fmla="*/ 6145945 h 6858000"/>
              <a:gd name="connsiteX552" fmla="*/ 3939824 w 12192002"/>
              <a:gd name="connsiteY552" fmla="*/ 6066900 h 6858000"/>
              <a:gd name="connsiteX553" fmla="*/ 4584537 w 12192002"/>
              <a:gd name="connsiteY553" fmla="*/ 5324826 h 6858000"/>
              <a:gd name="connsiteX554" fmla="*/ 5037105 w 12192002"/>
              <a:gd name="connsiteY554" fmla="*/ 5088765 h 6858000"/>
              <a:gd name="connsiteX555" fmla="*/ 5039930 w 12192002"/>
              <a:gd name="connsiteY555" fmla="*/ 5089585 h 6858000"/>
              <a:gd name="connsiteX556" fmla="*/ 5263764 w 12192002"/>
              <a:gd name="connsiteY556" fmla="*/ 4735525 h 6858000"/>
              <a:gd name="connsiteX557" fmla="*/ 4086300 w 12192002"/>
              <a:gd name="connsiteY557" fmla="*/ 4884599 h 6858000"/>
              <a:gd name="connsiteX558" fmla="*/ 4085485 w 12192002"/>
              <a:gd name="connsiteY558" fmla="*/ 4899070 h 6858000"/>
              <a:gd name="connsiteX559" fmla="*/ 3871915 w 12192002"/>
              <a:gd name="connsiteY559" fmla="*/ 5253645 h 6858000"/>
              <a:gd name="connsiteX560" fmla="*/ 3799374 w 12192002"/>
              <a:gd name="connsiteY560" fmla="*/ 5466127 h 6858000"/>
              <a:gd name="connsiteX561" fmla="*/ 3498850 w 12192002"/>
              <a:gd name="connsiteY561" fmla="*/ 6661888 h 6858000"/>
              <a:gd name="connsiteX562" fmla="*/ 3399216 w 12192002"/>
              <a:gd name="connsiteY562" fmla="*/ 6858000 h 6858000"/>
              <a:gd name="connsiteX563" fmla="*/ 3303688 w 12192002"/>
              <a:gd name="connsiteY563" fmla="*/ 6858000 h 6858000"/>
              <a:gd name="connsiteX564" fmla="*/ 3391774 w 12192002"/>
              <a:gd name="connsiteY564" fmla="*/ 6697181 h 6858000"/>
              <a:gd name="connsiteX565" fmla="*/ 3735540 w 12192002"/>
              <a:gd name="connsiteY565" fmla="*/ 5546923 h 6858000"/>
              <a:gd name="connsiteX566" fmla="*/ 3729438 w 12192002"/>
              <a:gd name="connsiteY566" fmla="*/ 5569058 h 6858000"/>
              <a:gd name="connsiteX567" fmla="*/ 3707782 w 12192002"/>
              <a:gd name="connsiteY567" fmla="*/ 5644908 h 6858000"/>
              <a:gd name="connsiteX568" fmla="*/ 3583827 w 12192002"/>
              <a:gd name="connsiteY568" fmla="*/ 6039215 h 6858000"/>
              <a:gd name="connsiteX569" fmla="*/ 3547861 w 12192002"/>
              <a:gd name="connsiteY569" fmla="*/ 6129609 h 6858000"/>
              <a:gd name="connsiteX570" fmla="*/ 3490905 w 12192002"/>
              <a:gd name="connsiteY570" fmla="*/ 6277660 h 6858000"/>
              <a:gd name="connsiteX571" fmla="*/ 3455859 w 12192002"/>
              <a:gd name="connsiteY571" fmla="*/ 6391301 h 6858000"/>
              <a:gd name="connsiteX572" fmla="*/ 3429112 w 12192002"/>
              <a:gd name="connsiteY572" fmla="*/ 6479469 h 6858000"/>
              <a:gd name="connsiteX573" fmla="*/ 3304862 w 12192002"/>
              <a:gd name="connsiteY573" fmla="*/ 6796476 h 6858000"/>
              <a:gd name="connsiteX574" fmla="*/ 3276071 w 12192002"/>
              <a:gd name="connsiteY574" fmla="*/ 6858000 h 6858000"/>
              <a:gd name="connsiteX575" fmla="*/ 3240805 w 12192002"/>
              <a:gd name="connsiteY575" fmla="*/ 6858000 h 6858000"/>
              <a:gd name="connsiteX576" fmla="*/ 3275917 w 12192002"/>
              <a:gd name="connsiteY576" fmla="*/ 6783192 h 6858000"/>
              <a:gd name="connsiteX577" fmla="*/ 3399358 w 12192002"/>
              <a:gd name="connsiteY577" fmla="*/ 6469011 h 6858000"/>
              <a:gd name="connsiteX578" fmla="*/ 3425650 w 12192002"/>
              <a:gd name="connsiteY578" fmla="*/ 6381333 h 6858000"/>
              <a:gd name="connsiteX579" fmla="*/ 3460661 w 12192002"/>
              <a:gd name="connsiteY579" fmla="*/ 6266763 h 6858000"/>
              <a:gd name="connsiteX580" fmla="*/ 3518021 w 12192002"/>
              <a:gd name="connsiteY580" fmla="*/ 6117298 h 6858000"/>
              <a:gd name="connsiteX581" fmla="*/ 3554035 w 12192002"/>
              <a:gd name="connsiteY581" fmla="*/ 6027832 h 6858000"/>
              <a:gd name="connsiteX582" fmla="*/ 3677174 w 12192002"/>
              <a:gd name="connsiteY582" fmla="*/ 5636351 h 6858000"/>
              <a:gd name="connsiteX583" fmla="*/ 3698819 w 12192002"/>
              <a:gd name="connsiteY583" fmla="*/ 5560503 h 6858000"/>
              <a:gd name="connsiteX584" fmla="*/ 3702094 w 12192002"/>
              <a:gd name="connsiteY584" fmla="*/ 5549194 h 6858000"/>
              <a:gd name="connsiteX585" fmla="*/ 3398355 w 12192002"/>
              <a:gd name="connsiteY585" fmla="*/ 6094603 h 6858000"/>
              <a:gd name="connsiteX586" fmla="*/ 3193941 w 12192002"/>
              <a:gd name="connsiteY586" fmla="*/ 6798775 h 6858000"/>
              <a:gd name="connsiteX587" fmla="*/ 3184140 w 12192002"/>
              <a:gd name="connsiteY587" fmla="*/ 6858000 h 6858000"/>
              <a:gd name="connsiteX588" fmla="*/ 3099978 w 12192002"/>
              <a:gd name="connsiteY588" fmla="*/ 6858000 h 6858000"/>
              <a:gd name="connsiteX589" fmla="*/ 3101556 w 12192002"/>
              <a:gd name="connsiteY589" fmla="*/ 6843337 h 6858000"/>
              <a:gd name="connsiteX590" fmla="*/ 3370162 w 12192002"/>
              <a:gd name="connsiteY590" fmla="*/ 5785550 h 6858000"/>
              <a:gd name="connsiteX591" fmla="*/ 3746477 w 12192002"/>
              <a:gd name="connsiteY591" fmla="*/ 5377889 h 6858000"/>
              <a:gd name="connsiteX592" fmla="*/ 3863399 w 12192002"/>
              <a:gd name="connsiteY592" fmla="*/ 5087257 h 6858000"/>
              <a:gd name="connsiteX593" fmla="*/ 3968712 w 12192002"/>
              <a:gd name="connsiteY593" fmla="*/ 4913989 h 6858000"/>
              <a:gd name="connsiteX594" fmla="*/ 2792390 w 12192002"/>
              <a:gd name="connsiteY594" fmla="*/ 5382974 h 6858000"/>
              <a:gd name="connsiteX595" fmla="*/ 2714982 w 12192002"/>
              <a:gd name="connsiteY595" fmla="*/ 5427051 h 6858000"/>
              <a:gd name="connsiteX596" fmla="*/ 2813361 w 12192002"/>
              <a:gd name="connsiteY596" fmla="*/ 6023912 h 6858000"/>
              <a:gd name="connsiteX597" fmla="*/ 2688430 w 12192002"/>
              <a:gd name="connsiteY597" fmla="*/ 6801564 h 6858000"/>
              <a:gd name="connsiteX598" fmla="*/ 2629626 w 12192002"/>
              <a:gd name="connsiteY598" fmla="*/ 6763394 h 6858000"/>
              <a:gd name="connsiteX599" fmla="*/ 2565328 w 12192002"/>
              <a:gd name="connsiteY599" fmla="*/ 5516399 h 6858000"/>
              <a:gd name="connsiteX600" fmla="*/ 1922999 w 12192002"/>
              <a:gd name="connsiteY600" fmla="*/ 5980343 h 6858000"/>
              <a:gd name="connsiteX601" fmla="*/ 1950261 w 12192002"/>
              <a:gd name="connsiteY601" fmla="*/ 6405858 h 6858000"/>
              <a:gd name="connsiteX602" fmla="*/ 2365554 w 12192002"/>
              <a:gd name="connsiteY602" fmla="*/ 6759107 h 6858000"/>
              <a:gd name="connsiteX603" fmla="*/ 2424142 w 12192002"/>
              <a:gd name="connsiteY603" fmla="*/ 6858000 h 6858000"/>
              <a:gd name="connsiteX604" fmla="*/ 2395994 w 12192002"/>
              <a:gd name="connsiteY604" fmla="*/ 6858000 h 6858000"/>
              <a:gd name="connsiteX605" fmla="*/ 2392863 w 12192002"/>
              <a:gd name="connsiteY605" fmla="*/ 6852964 h 6858000"/>
              <a:gd name="connsiteX606" fmla="*/ 2017589 w 12192002"/>
              <a:gd name="connsiteY606" fmla="*/ 6493982 h 6858000"/>
              <a:gd name="connsiteX607" fmla="*/ 2147336 w 12192002"/>
              <a:gd name="connsiteY607" fmla="*/ 6594052 h 6858000"/>
              <a:gd name="connsiteX608" fmla="*/ 2207047 w 12192002"/>
              <a:gd name="connsiteY608" fmla="*/ 6654540 h 6858000"/>
              <a:gd name="connsiteX609" fmla="*/ 2299106 w 12192002"/>
              <a:gd name="connsiteY609" fmla="*/ 6778931 h 6858000"/>
              <a:gd name="connsiteX610" fmla="*/ 2314430 w 12192002"/>
              <a:gd name="connsiteY610" fmla="*/ 6801144 h 6858000"/>
              <a:gd name="connsiteX611" fmla="*/ 2352406 w 12192002"/>
              <a:gd name="connsiteY611" fmla="*/ 6858000 h 6858000"/>
              <a:gd name="connsiteX612" fmla="*/ 2314492 w 12192002"/>
              <a:gd name="connsiteY612" fmla="*/ 6858000 h 6858000"/>
              <a:gd name="connsiteX613" fmla="*/ 2288095 w 12192002"/>
              <a:gd name="connsiteY613" fmla="*/ 6818030 h 6858000"/>
              <a:gd name="connsiteX614" fmla="*/ 2272768 w 12192002"/>
              <a:gd name="connsiteY614" fmla="*/ 6795822 h 6858000"/>
              <a:gd name="connsiteX615" fmla="*/ 2182715 w 12192002"/>
              <a:gd name="connsiteY615" fmla="*/ 6675071 h 6858000"/>
              <a:gd name="connsiteX616" fmla="*/ 2032061 w 12192002"/>
              <a:gd name="connsiteY616" fmla="*/ 6541380 h 6858000"/>
              <a:gd name="connsiteX617" fmla="*/ 2257220 w 12192002"/>
              <a:gd name="connsiteY617" fmla="*/ 6826257 h 6858000"/>
              <a:gd name="connsiteX618" fmla="*/ 2281324 w 12192002"/>
              <a:gd name="connsiteY618" fmla="*/ 6858000 h 6858000"/>
              <a:gd name="connsiteX619" fmla="*/ 2242860 w 12192002"/>
              <a:gd name="connsiteY619" fmla="*/ 6858000 h 6858000"/>
              <a:gd name="connsiteX620" fmla="*/ 2232818 w 12192002"/>
              <a:gd name="connsiteY620" fmla="*/ 6844926 h 6858000"/>
              <a:gd name="connsiteX621" fmla="*/ 1990172 w 12192002"/>
              <a:gd name="connsiteY621" fmla="*/ 6542121 h 6858000"/>
              <a:gd name="connsiteX622" fmla="*/ 2124090 w 12192002"/>
              <a:gd name="connsiteY622" fmla="*/ 6761017 h 6858000"/>
              <a:gd name="connsiteX623" fmla="*/ 2200380 w 12192002"/>
              <a:gd name="connsiteY623" fmla="*/ 6858000 h 6858000"/>
              <a:gd name="connsiteX624" fmla="*/ 2147507 w 12192002"/>
              <a:gd name="connsiteY624" fmla="*/ 6858000 h 6858000"/>
              <a:gd name="connsiteX625" fmla="*/ 2070668 w 12192002"/>
              <a:gd name="connsiteY625" fmla="*/ 6761520 h 6858000"/>
              <a:gd name="connsiteX626" fmla="*/ 1975142 w 12192002"/>
              <a:gd name="connsiteY626" fmla="*/ 6585570 h 6858000"/>
              <a:gd name="connsiteX627" fmla="*/ 2050035 w 12192002"/>
              <a:gd name="connsiteY627" fmla="*/ 6813345 h 6858000"/>
              <a:gd name="connsiteX628" fmla="*/ 2063025 w 12192002"/>
              <a:gd name="connsiteY628" fmla="*/ 6858000 h 6858000"/>
              <a:gd name="connsiteX629" fmla="*/ 2021675 w 12192002"/>
              <a:gd name="connsiteY629" fmla="*/ 6858000 h 6858000"/>
              <a:gd name="connsiteX630" fmla="*/ 2019308 w 12192002"/>
              <a:gd name="connsiteY630" fmla="*/ 6847118 h 6858000"/>
              <a:gd name="connsiteX631" fmla="*/ 1938835 w 12192002"/>
              <a:gd name="connsiteY631" fmla="*/ 6551160 h 6858000"/>
              <a:gd name="connsiteX632" fmla="*/ 1953230 w 12192002"/>
              <a:gd name="connsiteY632" fmla="*/ 6759699 h 6858000"/>
              <a:gd name="connsiteX633" fmla="*/ 1956763 w 12192002"/>
              <a:gd name="connsiteY633" fmla="*/ 6778191 h 6858000"/>
              <a:gd name="connsiteX634" fmla="*/ 1967925 w 12192002"/>
              <a:gd name="connsiteY634" fmla="*/ 6858000 h 6858000"/>
              <a:gd name="connsiteX635" fmla="*/ 1936622 w 12192002"/>
              <a:gd name="connsiteY635" fmla="*/ 6858000 h 6858000"/>
              <a:gd name="connsiteX636" fmla="*/ 1926261 w 12192002"/>
              <a:gd name="connsiteY636" fmla="*/ 6784064 h 6858000"/>
              <a:gd name="connsiteX637" fmla="*/ 1922724 w 12192002"/>
              <a:gd name="connsiteY637" fmla="*/ 6765577 h 6858000"/>
              <a:gd name="connsiteX638" fmla="*/ 1904650 w 12192002"/>
              <a:gd name="connsiteY638" fmla="*/ 6639616 h 6858000"/>
              <a:gd name="connsiteX639" fmla="*/ 1885273 w 12192002"/>
              <a:gd name="connsiteY639" fmla="*/ 6858000 h 6858000"/>
              <a:gd name="connsiteX640" fmla="*/ 1854363 w 12192002"/>
              <a:gd name="connsiteY640" fmla="*/ 6858000 h 6858000"/>
              <a:gd name="connsiteX641" fmla="*/ 1880391 w 12192002"/>
              <a:gd name="connsiteY641" fmla="*/ 6603796 h 6858000"/>
              <a:gd name="connsiteX642" fmla="*/ 1818273 w 12192002"/>
              <a:gd name="connsiteY642" fmla="*/ 6715729 h 6858000"/>
              <a:gd name="connsiteX643" fmla="*/ 1794691 w 12192002"/>
              <a:gd name="connsiteY643" fmla="*/ 6843239 h 6858000"/>
              <a:gd name="connsiteX644" fmla="*/ 1794914 w 12192002"/>
              <a:gd name="connsiteY644" fmla="*/ 6858000 h 6858000"/>
              <a:gd name="connsiteX645" fmla="*/ 1746128 w 12192002"/>
              <a:gd name="connsiteY645" fmla="*/ 6858000 h 6858000"/>
              <a:gd name="connsiteX646" fmla="*/ 1753934 w 12192002"/>
              <a:gd name="connsiteY646" fmla="*/ 6724796 h 6858000"/>
              <a:gd name="connsiteX647" fmla="*/ 1792053 w 12192002"/>
              <a:gd name="connsiteY647" fmla="*/ 6572396 h 6858000"/>
              <a:gd name="connsiteX648" fmla="*/ 1862248 w 12192002"/>
              <a:gd name="connsiteY648" fmla="*/ 6266397 h 6858000"/>
              <a:gd name="connsiteX649" fmla="*/ 1862250 w 12192002"/>
              <a:gd name="connsiteY649" fmla="*/ 6033531 h 6858000"/>
              <a:gd name="connsiteX650" fmla="*/ 1211999 w 12192002"/>
              <a:gd name="connsiteY650" fmla="*/ 6683610 h 6858000"/>
              <a:gd name="connsiteX651" fmla="*/ 1213266 w 12192002"/>
              <a:gd name="connsiteY651" fmla="*/ 6691947 h 6858000"/>
              <a:gd name="connsiteX652" fmla="*/ 1203370 w 12192002"/>
              <a:gd name="connsiteY652" fmla="*/ 6850676 h 6858000"/>
              <a:gd name="connsiteX653" fmla="*/ 1203671 w 12192002"/>
              <a:gd name="connsiteY653" fmla="*/ 6858000 h 6858000"/>
              <a:gd name="connsiteX654" fmla="*/ 1143180 w 12192002"/>
              <a:gd name="connsiteY654" fmla="*/ 6858000 h 6858000"/>
              <a:gd name="connsiteX655" fmla="*/ 1142176 w 12192002"/>
              <a:gd name="connsiteY655" fmla="*/ 6766045 h 6858000"/>
              <a:gd name="connsiteX656" fmla="*/ 1067484 w 12192002"/>
              <a:gd name="connsiteY656" fmla="*/ 6858000 h 6858000"/>
              <a:gd name="connsiteX657" fmla="*/ 953928 w 12192002"/>
              <a:gd name="connsiteY657" fmla="*/ 6858000 h 6858000"/>
              <a:gd name="connsiteX658" fmla="*/ 959715 w 12192002"/>
              <a:gd name="connsiteY658" fmla="*/ 6850185 h 6858000"/>
              <a:gd name="connsiteX659" fmla="*/ 1483788 w 12192002"/>
              <a:gd name="connsiteY659" fmla="*/ 6259174 h 6858000"/>
              <a:gd name="connsiteX660" fmla="*/ 1100671 w 12192002"/>
              <a:gd name="connsiteY660" fmla="*/ 6252137 h 6858000"/>
              <a:gd name="connsiteX661" fmla="*/ 1090144 w 12192002"/>
              <a:gd name="connsiteY661" fmla="*/ 6256748 h 6858000"/>
              <a:gd name="connsiteX662" fmla="*/ 1095872 w 12192002"/>
              <a:gd name="connsiteY662" fmla="*/ 6271892 h 6858000"/>
              <a:gd name="connsiteX663" fmla="*/ 262785 w 12192002"/>
              <a:gd name="connsiteY663" fmla="*/ 6845450 h 6858000"/>
              <a:gd name="connsiteX664" fmla="*/ 209968 w 12192002"/>
              <a:gd name="connsiteY664" fmla="*/ 6770713 h 6858000"/>
              <a:gd name="connsiteX665" fmla="*/ 873460 w 12192002"/>
              <a:gd name="connsiteY665" fmla="*/ 6253768 h 6858000"/>
              <a:gd name="connsiteX666" fmla="*/ 192686 w 12192002"/>
              <a:gd name="connsiteY666" fmla="*/ 5849257 h 6858000"/>
              <a:gd name="connsiteX667" fmla="*/ 4696 w 12192002"/>
              <a:gd name="connsiteY667" fmla="*/ 5697668 h 6858000"/>
              <a:gd name="connsiteX668" fmla="*/ 0 w 12192002"/>
              <a:gd name="connsiteY668" fmla="*/ 5689984 h 6858000"/>
              <a:gd name="connsiteX669" fmla="*/ 0 w 12192002"/>
              <a:gd name="connsiteY669" fmla="*/ 5513472 h 6858000"/>
              <a:gd name="connsiteX670" fmla="*/ 174101 w 12192002"/>
              <a:gd name="connsiteY670" fmla="*/ 5620277 h 6858000"/>
              <a:gd name="connsiteX671" fmla="*/ 891800 w 12192002"/>
              <a:gd name="connsiteY671" fmla="*/ 6036935 h 6858000"/>
              <a:gd name="connsiteX672" fmla="*/ 1072219 w 12192002"/>
              <a:gd name="connsiteY672" fmla="*/ 6169443 h 6858000"/>
              <a:gd name="connsiteX673" fmla="*/ 1074117 w 12192002"/>
              <a:gd name="connsiteY673" fmla="*/ 6170301 h 6858000"/>
              <a:gd name="connsiteX674" fmla="*/ 1083114 w 12192002"/>
              <a:gd name="connsiteY674" fmla="*/ 6174131 h 6858000"/>
              <a:gd name="connsiteX675" fmla="*/ 1543010 w 12192002"/>
              <a:gd name="connsiteY675" fmla="*/ 6191140 h 6858000"/>
              <a:gd name="connsiteX676" fmla="*/ 1551080 w 12192002"/>
              <a:gd name="connsiteY676" fmla="*/ 6195006 h 6858000"/>
              <a:gd name="connsiteX677" fmla="*/ 2345443 w 12192002"/>
              <a:gd name="connsiteY677" fmla="*/ 5549882 h 6858000"/>
              <a:gd name="connsiteX678" fmla="*/ 1721499 w 12192002"/>
              <a:gd name="connsiteY678" fmla="*/ 5599969 h 6858000"/>
              <a:gd name="connsiteX679" fmla="*/ 767716 w 12192002"/>
              <a:gd name="connsiteY679" fmla="*/ 5472768 h 6858000"/>
              <a:gd name="connsiteX680" fmla="*/ 722147 w 12192002"/>
              <a:gd name="connsiteY680" fmla="*/ 5393091 h 6858000"/>
              <a:gd name="connsiteX681" fmla="*/ 1485552 w 12192002"/>
              <a:gd name="connsiteY681" fmla="*/ 5313202 h 6858000"/>
              <a:gd name="connsiteX682" fmla="*/ 2143004 w 12192002"/>
              <a:gd name="connsiteY682" fmla="*/ 5402420 h 6858000"/>
              <a:gd name="connsiteX683" fmla="*/ 1933391 w 12192002"/>
              <a:gd name="connsiteY683" fmla="*/ 5156971 h 6858000"/>
              <a:gd name="connsiteX684" fmla="*/ 1827118 w 12192002"/>
              <a:gd name="connsiteY684" fmla="*/ 4968410 h 6858000"/>
              <a:gd name="connsiteX685" fmla="*/ 1837349 w 12192002"/>
              <a:gd name="connsiteY685" fmla="*/ 4956357 h 6858000"/>
              <a:gd name="connsiteX686" fmla="*/ 2162835 w 12192002"/>
              <a:gd name="connsiteY686" fmla="*/ 5187853 h 6858000"/>
              <a:gd name="connsiteX687" fmla="*/ 2257167 w 12192002"/>
              <a:gd name="connsiteY687" fmla="*/ 5462123 h 6858000"/>
              <a:gd name="connsiteX688" fmla="*/ 2261598 w 12192002"/>
              <a:gd name="connsiteY688" fmla="*/ 5467998 h 6858000"/>
              <a:gd name="connsiteX689" fmla="*/ 2437177 w 12192002"/>
              <a:gd name="connsiteY689" fmla="*/ 5479608 h 6858000"/>
              <a:gd name="connsiteX690" fmla="*/ 2445247 w 12192002"/>
              <a:gd name="connsiteY690" fmla="*/ 5483476 h 6858000"/>
              <a:gd name="connsiteX691" fmla="*/ 2743626 w 12192002"/>
              <a:gd name="connsiteY691" fmla="*/ 5304819 h 6858000"/>
              <a:gd name="connsiteX692" fmla="*/ 3048102 w 12192002"/>
              <a:gd name="connsiteY692" fmla="*/ 5150595 h 6858000"/>
              <a:gd name="connsiteX693" fmla="*/ 1799414 w 12192002"/>
              <a:gd name="connsiteY693" fmla="*/ 4694732 h 6858000"/>
              <a:gd name="connsiteX694" fmla="*/ 1771735 w 12192002"/>
              <a:gd name="connsiteY694" fmla="*/ 4619929 h 6858000"/>
              <a:gd name="connsiteX695" fmla="*/ 3104273 w 12192002"/>
              <a:gd name="connsiteY695" fmla="*/ 5076159 h 6858000"/>
              <a:gd name="connsiteX696" fmla="*/ 3113245 w 12192002"/>
              <a:gd name="connsiteY696" fmla="*/ 5090705 h 6858000"/>
              <a:gd name="connsiteX697" fmla="*/ 3126294 w 12192002"/>
              <a:gd name="connsiteY697" fmla="*/ 5114400 h 6858000"/>
              <a:gd name="connsiteX698" fmla="*/ 3937433 w 12192002"/>
              <a:gd name="connsiteY698" fmla="*/ 4830473 h 6858000"/>
              <a:gd name="connsiteX699" fmla="*/ 3590475 w 12192002"/>
              <a:gd name="connsiteY699" fmla="*/ 4597974 h 6858000"/>
              <a:gd name="connsiteX700" fmla="*/ 3100264 w 12192002"/>
              <a:gd name="connsiteY700" fmla="*/ 4579845 h 6858000"/>
              <a:gd name="connsiteX701" fmla="*/ 2183576 w 12192002"/>
              <a:gd name="connsiteY701" fmla="*/ 4227150 h 6858000"/>
              <a:gd name="connsiteX702" fmla="*/ 2151029 w 12192002"/>
              <a:gd name="connsiteY702" fmla="*/ 4146947 h 6858000"/>
              <a:gd name="connsiteX703" fmla="*/ 3563434 w 12192002"/>
              <a:gd name="connsiteY703" fmla="*/ 4469115 h 6858000"/>
              <a:gd name="connsiteX704" fmla="*/ 3177952 w 12192002"/>
              <a:gd name="connsiteY704" fmla="*/ 3657386 h 6858000"/>
              <a:gd name="connsiteX705" fmla="*/ 3189263 w 12192002"/>
              <a:gd name="connsiteY705" fmla="*/ 3625726 h 6858000"/>
              <a:gd name="connsiteX706" fmla="*/ 3560912 w 12192002"/>
              <a:gd name="connsiteY706" fmla="*/ 4079863 h 6858000"/>
              <a:gd name="connsiteX707" fmla="*/ 3626636 w 12192002"/>
              <a:gd name="connsiteY707" fmla="*/ 4512230 h 6858000"/>
              <a:gd name="connsiteX708" fmla="*/ 3653088 w 12192002"/>
              <a:gd name="connsiteY708" fmla="*/ 4521417 h 6858000"/>
              <a:gd name="connsiteX709" fmla="*/ 3988128 w 12192002"/>
              <a:gd name="connsiteY709" fmla="*/ 4817267 h 6858000"/>
              <a:gd name="connsiteX710" fmla="*/ 4830582 w 12192002"/>
              <a:gd name="connsiteY710" fmla="*/ 4676000 h 6858000"/>
              <a:gd name="connsiteX711" fmla="*/ 4830100 w 12192002"/>
              <a:gd name="connsiteY711" fmla="*/ 4675554 h 6858000"/>
              <a:gd name="connsiteX712" fmla="*/ 4036318 w 12192002"/>
              <a:gd name="connsiteY712" fmla="*/ 4147013 h 6858000"/>
              <a:gd name="connsiteX713" fmla="*/ 3432098 w 12192002"/>
              <a:gd name="connsiteY713" fmla="*/ 3537312 h 6858000"/>
              <a:gd name="connsiteX714" fmla="*/ 3446761 w 12192002"/>
              <a:gd name="connsiteY714" fmla="*/ 3461278 h 6858000"/>
              <a:gd name="connsiteX715" fmla="*/ 4419733 w 12192002"/>
              <a:gd name="connsiteY715" fmla="*/ 3963555 h 6858000"/>
              <a:gd name="connsiteX716" fmla="*/ 4781371 w 12192002"/>
              <a:gd name="connsiteY716" fmla="*/ 4458604 h 6858000"/>
              <a:gd name="connsiteX717" fmla="*/ 4780440 w 12192002"/>
              <a:gd name="connsiteY717" fmla="*/ 4470290 h 6858000"/>
              <a:gd name="connsiteX718" fmla="*/ 4898954 w 12192002"/>
              <a:gd name="connsiteY718" fmla="*/ 4662092 h 6858000"/>
              <a:gd name="connsiteX719" fmla="*/ 4900699 w 12192002"/>
              <a:gd name="connsiteY719" fmla="*/ 4670867 h 6858000"/>
              <a:gd name="connsiteX720" fmla="*/ 5714511 w 12192002"/>
              <a:gd name="connsiteY720" fmla="*/ 4663483 h 6858000"/>
              <a:gd name="connsiteX721" fmla="*/ 5464793 w 12192002"/>
              <a:gd name="connsiteY721" fmla="*/ 4393556 h 6858000"/>
              <a:gd name="connsiteX722" fmla="*/ 5461897 w 12192002"/>
              <a:gd name="connsiteY722" fmla="*/ 4390879 h 6858000"/>
              <a:gd name="connsiteX723" fmla="*/ 4294126 w 12192002"/>
              <a:gd name="connsiteY723" fmla="*/ 3303048 h 6858000"/>
              <a:gd name="connsiteX724" fmla="*/ 4305321 w 12192002"/>
              <a:gd name="connsiteY724" fmla="*/ 3256953 h 6858000"/>
              <a:gd name="connsiteX725" fmla="*/ 4949299 w 12192002"/>
              <a:gd name="connsiteY725" fmla="*/ 3766336 h 6858000"/>
              <a:gd name="connsiteX726" fmla="*/ 5291452 w 12192002"/>
              <a:gd name="connsiteY726" fmla="*/ 4076801 h 6858000"/>
              <a:gd name="connsiteX727" fmla="*/ 5434998 w 12192002"/>
              <a:gd name="connsiteY727" fmla="*/ 4254100 h 6858000"/>
              <a:gd name="connsiteX728" fmla="*/ 5351015 w 12192002"/>
              <a:gd name="connsiteY728" fmla="*/ 3760989 h 6858000"/>
              <a:gd name="connsiteX729" fmla="*/ 5413780 w 12192002"/>
              <a:gd name="connsiteY729" fmla="*/ 2966265 h 6858000"/>
              <a:gd name="connsiteX730" fmla="*/ 5425627 w 12192002"/>
              <a:gd name="connsiteY730" fmla="*/ 2954192 h 6858000"/>
              <a:gd name="connsiteX731" fmla="*/ 8380397 w 12192002"/>
              <a:gd name="connsiteY731" fmla="*/ 2896659 h 6858000"/>
              <a:gd name="connsiteX732" fmla="*/ 8634801 w 12192002"/>
              <a:gd name="connsiteY732" fmla="*/ 3304169 h 6858000"/>
              <a:gd name="connsiteX733" fmla="*/ 8971448 w 12192002"/>
              <a:gd name="connsiteY733" fmla="*/ 3675946 h 6858000"/>
              <a:gd name="connsiteX734" fmla="*/ 8820691 w 12192002"/>
              <a:gd name="connsiteY734" fmla="*/ 3486482 h 6858000"/>
              <a:gd name="connsiteX735" fmla="*/ 8807612 w 12192002"/>
              <a:gd name="connsiteY735" fmla="*/ 3467256 h 6858000"/>
              <a:gd name="connsiteX736" fmla="*/ 8556796 w 12192002"/>
              <a:gd name="connsiteY736" fmla="*/ 3116474 h 6858000"/>
              <a:gd name="connsiteX737" fmla="*/ 8427018 w 12192002"/>
              <a:gd name="connsiteY737" fmla="*/ 2948853 h 6858000"/>
              <a:gd name="connsiteX738" fmla="*/ 8380397 w 12192002"/>
              <a:gd name="connsiteY738" fmla="*/ 2896659 h 6858000"/>
              <a:gd name="connsiteX739" fmla="*/ 9831020 w 12192002"/>
              <a:gd name="connsiteY739" fmla="*/ 2871730 h 6858000"/>
              <a:gd name="connsiteX740" fmla="*/ 9827707 w 12192002"/>
              <a:gd name="connsiteY740" fmla="*/ 2915231 h 6858000"/>
              <a:gd name="connsiteX741" fmla="*/ 9820699 w 12192002"/>
              <a:gd name="connsiteY741" fmla="*/ 3051540 h 6858000"/>
              <a:gd name="connsiteX742" fmla="*/ 9822525 w 12192002"/>
              <a:gd name="connsiteY742" fmla="*/ 3140814 h 6858000"/>
              <a:gd name="connsiteX743" fmla="*/ 9824704 w 12192002"/>
              <a:gd name="connsiteY743" fmla="*/ 3230628 h 6858000"/>
              <a:gd name="connsiteX744" fmla="*/ 9793821 w 12192002"/>
              <a:gd name="connsiteY744" fmla="*/ 3531652 h 6858000"/>
              <a:gd name="connsiteX745" fmla="*/ 9767436 w 12192002"/>
              <a:gd name="connsiteY745" fmla="*/ 3750864 h 6858000"/>
              <a:gd name="connsiteX746" fmla="*/ 9814477 w 12192002"/>
              <a:gd name="connsiteY746" fmla="*/ 3662531 h 6858000"/>
              <a:gd name="connsiteX747" fmla="*/ 9831020 w 12192002"/>
              <a:gd name="connsiteY747" fmla="*/ 2871730 h 6858000"/>
              <a:gd name="connsiteX748" fmla="*/ 8380521 w 12192002"/>
              <a:gd name="connsiteY748" fmla="*/ 2850596 h 6858000"/>
              <a:gd name="connsiteX749" fmla="*/ 8451446 w 12192002"/>
              <a:gd name="connsiteY749" fmla="*/ 2928627 h 6858000"/>
              <a:gd name="connsiteX750" fmla="*/ 8582269 w 12192002"/>
              <a:gd name="connsiteY750" fmla="*/ 3097880 h 6858000"/>
              <a:gd name="connsiteX751" fmla="*/ 8833783 w 12192002"/>
              <a:gd name="connsiteY751" fmla="*/ 3449753 h 6858000"/>
              <a:gd name="connsiteX752" fmla="*/ 8846863 w 12192002"/>
              <a:gd name="connsiteY752" fmla="*/ 3468981 h 6858000"/>
              <a:gd name="connsiteX753" fmla="*/ 8960046 w 12192002"/>
              <a:gd name="connsiteY753" fmla="*/ 3620389 h 6858000"/>
              <a:gd name="connsiteX754" fmla="*/ 8380521 w 12192002"/>
              <a:gd name="connsiteY754" fmla="*/ 2850596 h 6858000"/>
              <a:gd name="connsiteX755" fmla="*/ 9854151 w 12192002"/>
              <a:gd name="connsiteY755" fmla="*/ 2642862 h 6858000"/>
              <a:gd name="connsiteX756" fmla="*/ 9871341 w 12192002"/>
              <a:gd name="connsiteY756" fmla="*/ 2659697 h 6858000"/>
              <a:gd name="connsiteX757" fmla="*/ 9966678 w 12192002"/>
              <a:gd name="connsiteY757" fmla="*/ 3423399 h 6858000"/>
              <a:gd name="connsiteX758" fmla="*/ 9880832 w 12192002"/>
              <a:gd name="connsiteY758" fmla="*/ 3700562 h 6858000"/>
              <a:gd name="connsiteX759" fmla="*/ 9896024 w 12192002"/>
              <a:gd name="connsiteY759" fmla="*/ 4178295 h 6858000"/>
              <a:gd name="connsiteX760" fmla="*/ 10395379 w 12192002"/>
              <a:gd name="connsiteY760" fmla="*/ 4531843 h 6858000"/>
              <a:gd name="connsiteX761" fmla="*/ 10225980 w 12192002"/>
              <a:gd name="connsiteY761" fmla="*/ 3561061 h 6858000"/>
              <a:gd name="connsiteX762" fmla="*/ 10314210 w 12192002"/>
              <a:gd name="connsiteY762" fmla="*/ 3538353 h 6858000"/>
              <a:gd name="connsiteX763" fmla="*/ 10573663 w 12192002"/>
              <a:gd name="connsiteY763" fmla="*/ 4271430 h 6858000"/>
              <a:gd name="connsiteX764" fmla="*/ 10583736 w 12192002"/>
              <a:gd name="connsiteY764" fmla="*/ 4688819 h 6858000"/>
              <a:gd name="connsiteX765" fmla="*/ 10880472 w 12192002"/>
              <a:gd name="connsiteY765" fmla="*/ 4966558 h 6858000"/>
              <a:gd name="connsiteX766" fmla="*/ 11231212 w 12192002"/>
              <a:gd name="connsiteY766" fmla="*/ 3645474 h 6858000"/>
              <a:gd name="connsiteX767" fmla="*/ 11317765 w 12192002"/>
              <a:gd name="connsiteY767" fmla="*/ 3638405 h 6858000"/>
              <a:gd name="connsiteX768" fmla="*/ 10982911 w 12192002"/>
              <a:gd name="connsiteY768" fmla="*/ 5051260 h 6858000"/>
              <a:gd name="connsiteX769" fmla="*/ 10968747 w 12192002"/>
              <a:gd name="connsiteY769" fmla="*/ 5059552 h 6858000"/>
              <a:gd name="connsiteX770" fmla="*/ 11258020 w 12192002"/>
              <a:gd name="connsiteY770" fmla="*/ 5401078 h 6858000"/>
              <a:gd name="connsiteX771" fmla="*/ 11688741 w 12192002"/>
              <a:gd name="connsiteY771" fmla="*/ 6045312 h 6858000"/>
              <a:gd name="connsiteX772" fmla="*/ 11794425 w 12192002"/>
              <a:gd name="connsiteY772" fmla="*/ 5681109 h 6858000"/>
              <a:gd name="connsiteX773" fmla="*/ 11792727 w 12192002"/>
              <a:gd name="connsiteY773" fmla="*/ 5669934 h 6858000"/>
              <a:gd name="connsiteX774" fmla="*/ 11776744 w 12192002"/>
              <a:gd name="connsiteY774" fmla="*/ 5671723 h 6858000"/>
              <a:gd name="connsiteX775" fmla="*/ 11442546 w 12192002"/>
              <a:gd name="connsiteY775" fmla="*/ 4736592 h 6858000"/>
              <a:gd name="connsiteX776" fmla="*/ 11527771 w 12192002"/>
              <a:gd name="connsiteY776" fmla="*/ 4704317 h 6858000"/>
              <a:gd name="connsiteX777" fmla="*/ 11851542 w 12192002"/>
              <a:gd name="connsiteY777" fmla="*/ 5463703 h 6858000"/>
              <a:gd name="connsiteX778" fmla="*/ 12122505 w 12192002"/>
              <a:gd name="connsiteY778" fmla="*/ 5156948 h 6858000"/>
              <a:gd name="connsiteX779" fmla="*/ 12192002 w 12192002"/>
              <a:gd name="connsiteY779" fmla="*/ 5098973 h 6858000"/>
              <a:gd name="connsiteX780" fmla="*/ 12192001 w 12192002"/>
              <a:gd name="connsiteY780" fmla="*/ 5160062 h 6858000"/>
              <a:gd name="connsiteX781" fmla="*/ 12155105 w 12192002"/>
              <a:gd name="connsiteY781" fmla="*/ 5191181 h 6858000"/>
              <a:gd name="connsiteX782" fmla="*/ 11918903 w 12192002"/>
              <a:gd name="connsiteY782" fmla="*/ 5491132 h 6858000"/>
              <a:gd name="connsiteX783" fmla="*/ 12067554 w 12192002"/>
              <a:gd name="connsiteY783" fmla="*/ 5317498 h 6858000"/>
              <a:gd name="connsiteX784" fmla="*/ 12192001 w 12192002"/>
              <a:gd name="connsiteY784" fmla="*/ 5211391 h 6858000"/>
              <a:gd name="connsiteX785" fmla="*/ 12192001 w 12192002"/>
              <a:gd name="connsiteY785" fmla="*/ 5251558 h 6858000"/>
              <a:gd name="connsiteX786" fmla="*/ 12087498 w 12192002"/>
              <a:gd name="connsiteY786" fmla="*/ 5340764 h 6858000"/>
              <a:gd name="connsiteX787" fmla="*/ 11941335 w 12192002"/>
              <a:gd name="connsiteY787" fmla="*/ 5512809 h 6858000"/>
              <a:gd name="connsiteX788" fmla="*/ 11898139 w 12192002"/>
              <a:gd name="connsiteY788" fmla="*/ 5592553 h 6858000"/>
              <a:gd name="connsiteX789" fmla="*/ 12037359 w 12192002"/>
              <a:gd name="connsiteY789" fmla="*/ 5482816 h 6858000"/>
              <a:gd name="connsiteX790" fmla="*/ 12192001 w 12192002"/>
              <a:gd name="connsiteY790" fmla="*/ 5330890 h 6858000"/>
              <a:gd name="connsiteX791" fmla="*/ 12192001 w 12192002"/>
              <a:gd name="connsiteY791" fmla="*/ 5402911 h 6858000"/>
              <a:gd name="connsiteX792" fmla="*/ 12054488 w 12192002"/>
              <a:gd name="connsiteY792" fmla="*/ 5533939 h 6858000"/>
              <a:gd name="connsiteX793" fmla="*/ 11880977 w 12192002"/>
              <a:gd name="connsiteY793" fmla="*/ 5674040 h 6858000"/>
              <a:gd name="connsiteX794" fmla="*/ 11879666 w 12192002"/>
              <a:gd name="connsiteY794" fmla="*/ 5675644 h 6858000"/>
              <a:gd name="connsiteX795" fmla="*/ 11873674 w 12192002"/>
              <a:gd name="connsiteY795" fmla="*/ 5683306 h 6858000"/>
              <a:gd name="connsiteX796" fmla="*/ 11738608 w 12192002"/>
              <a:gd name="connsiteY796" fmla="*/ 6118417 h 6858000"/>
              <a:gd name="connsiteX797" fmla="*/ 11732820 w 12192002"/>
              <a:gd name="connsiteY797" fmla="*/ 6125184 h 6858000"/>
              <a:gd name="connsiteX798" fmla="*/ 12058063 w 12192002"/>
              <a:gd name="connsiteY798" fmla="*/ 6805045 h 6858000"/>
              <a:gd name="connsiteX799" fmla="*/ 12077722 w 12192002"/>
              <a:gd name="connsiteY799" fmla="*/ 6857999 h 6858000"/>
              <a:gd name="connsiteX800" fmla="*/ 11980831 w 12192002"/>
              <a:gd name="connsiteY800" fmla="*/ 6857999 h 6858000"/>
              <a:gd name="connsiteX801" fmla="*/ 11842370 w 12192002"/>
              <a:gd name="connsiteY801" fmla="*/ 6532596 h 6858000"/>
              <a:gd name="connsiteX802" fmla="*/ 11807118 w 12192002"/>
              <a:gd name="connsiteY802" fmla="*/ 6461642 h 6858000"/>
              <a:gd name="connsiteX803" fmla="*/ 11352410 w 12192002"/>
              <a:gd name="connsiteY803" fmla="*/ 5682534 h 6858000"/>
              <a:gd name="connsiteX804" fmla="*/ 11344098 w 12192002"/>
              <a:gd name="connsiteY804" fmla="*/ 5681717 h 6858000"/>
              <a:gd name="connsiteX805" fmla="*/ 10730809 w 12192002"/>
              <a:gd name="connsiteY805" fmla="*/ 5585749 h 6858000"/>
              <a:gd name="connsiteX806" fmla="*/ 10713050 w 12192002"/>
              <a:gd name="connsiteY806" fmla="*/ 5593271 h 6858000"/>
              <a:gd name="connsiteX807" fmla="*/ 9420192 w 12192002"/>
              <a:gd name="connsiteY807" fmla="*/ 5692050 h 6858000"/>
              <a:gd name="connsiteX808" fmla="*/ 9404066 w 12192002"/>
              <a:gd name="connsiteY808" fmla="*/ 5671708 h 6858000"/>
              <a:gd name="connsiteX809" fmla="*/ 10712309 w 12192002"/>
              <a:gd name="connsiteY809" fmla="*/ 5538562 h 6858000"/>
              <a:gd name="connsiteX810" fmla="*/ 11291486 w 12192002"/>
              <a:gd name="connsiteY810" fmla="*/ 5595804 h 6858000"/>
              <a:gd name="connsiteX811" fmla="*/ 11176624 w 12192002"/>
              <a:gd name="connsiteY811" fmla="*/ 5439340 h 6858000"/>
              <a:gd name="connsiteX812" fmla="*/ 10665962 w 12192002"/>
              <a:gd name="connsiteY812" fmla="*/ 4874588 h 6858000"/>
              <a:gd name="connsiteX813" fmla="*/ 10647017 w 12192002"/>
              <a:gd name="connsiteY813" fmla="*/ 4879047 h 6858000"/>
              <a:gd name="connsiteX814" fmla="*/ 10107096 w 12192002"/>
              <a:gd name="connsiteY814" fmla="*/ 4989072 h 6858000"/>
              <a:gd name="connsiteX815" fmla="*/ 9439953 w 12192002"/>
              <a:gd name="connsiteY815" fmla="*/ 4909921 h 6858000"/>
              <a:gd name="connsiteX816" fmla="*/ 9470279 w 12192002"/>
              <a:gd name="connsiteY816" fmla="*/ 4872131 h 6858000"/>
              <a:gd name="connsiteX817" fmla="*/ 10565024 w 12192002"/>
              <a:gd name="connsiteY817" fmla="*/ 4781269 h 6858000"/>
              <a:gd name="connsiteX818" fmla="*/ 9922490 w 12192002"/>
              <a:gd name="connsiteY818" fmla="*/ 4287833 h 6858000"/>
              <a:gd name="connsiteX819" fmla="*/ 9920481 w 12192002"/>
              <a:gd name="connsiteY819" fmla="*/ 4288346 h 6858000"/>
              <a:gd name="connsiteX820" fmla="*/ 9916127 w 12192002"/>
              <a:gd name="connsiteY820" fmla="*/ 4288836 h 6858000"/>
              <a:gd name="connsiteX821" fmla="*/ 9791125 w 12192002"/>
              <a:gd name="connsiteY821" fmla="*/ 4367248 h 6858000"/>
              <a:gd name="connsiteX822" fmla="*/ 9528364 w 12192002"/>
              <a:gd name="connsiteY822" fmla="*/ 4451767 h 6858000"/>
              <a:gd name="connsiteX823" fmla="*/ 8629850 w 12192002"/>
              <a:gd name="connsiteY823" fmla="*/ 4613329 h 6858000"/>
              <a:gd name="connsiteX824" fmla="*/ 8600239 w 12192002"/>
              <a:gd name="connsiteY824" fmla="*/ 4596243 h 6858000"/>
              <a:gd name="connsiteX825" fmla="*/ 9761570 w 12192002"/>
              <a:gd name="connsiteY825" fmla="*/ 4182283 h 6858000"/>
              <a:gd name="connsiteX826" fmla="*/ 9368237 w 12192002"/>
              <a:gd name="connsiteY826" fmla="*/ 3949470 h 6858000"/>
              <a:gd name="connsiteX827" fmla="*/ 9354614 w 12192002"/>
              <a:gd name="connsiteY827" fmla="*/ 3951288 h 6858000"/>
              <a:gd name="connsiteX828" fmla="*/ 8364351 w 12192002"/>
              <a:gd name="connsiteY828" fmla="*/ 4159267 h 6858000"/>
              <a:gd name="connsiteX829" fmla="*/ 8386567 w 12192002"/>
              <a:gd name="connsiteY829" fmla="*/ 4119760 h 6858000"/>
              <a:gd name="connsiteX830" fmla="*/ 9231713 w 12192002"/>
              <a:gd name="connsiteY830" fmla="*/ 3873539 h 6858000"/>
              <a:gd name="connsiteX831" fmla="*/ 9023301 w 12192002"/>
              <a:gd name="connsiteY831" fmla="*/ 3763109 h 6858000"/>
              <a:gd name="connsiteX832" fmla="*/ 9010556 w 12192002"/>
              <a:gd name="connsiteY832" fmla="*/ 3758998 h 6858000"/>
              <a:gd name="connsiteX833" fmla="*/ 8604324 w 12192002"/>
              <a:gd name="connsiteY833" fmla="*/ 3417171 h 6858000"/>
              <a:gd name="connsiteX834" fmla="*/ 8218577 w 12192002"/>
              <a:gd name="connsiteY834" fmla="*/ 2770227 h 6858000"/>
              <a:gd name="connsiteX835" fmla="*/ 8222774 w 12192002"/>
              <a:gd name="connsiteY835" fmla="*/ 2749954 h 6858000"/>
              <a:gd name="connsiteX836" fmla="*/ 8297623 w 12192002"/>
              <a:gd name="connsiteY836" fmla="*/ 2731935 h 6858000"/>
              <a:gd name="connsiteX837" fmla="*/ 9090618 w 12192002"/>
              <a:gd name="connsiteY837" fmla="*/ 3716225 h 6858000"/>
              <a:gd name="connsiteX838" fmla="*/ 9762441 w 12192002"/>
              <a:gd name="connsiteY838" fmla="*/ 4093587 h 6858000"/>
              <a:gd name="connsiteX839" fmla="*/ 9717826 w 12192002"/>
              <a:gd name="connsiteY839" fmla="*/ 3916719 h 6858000"/>
              <a:gd name="connsiteX840" fmla="*/ 9713123 w 12192002"/>
              <a:gd name="connsiteY840" fmla="*/ 3916663 h 6858000"/>
              <a:gd name="connsiteX841" fmla="*/ 9175594 w 12192002"/>
              <a:gd name="connsiteY841" fmla="*/ 3326950 h 6858000"/>
              <a:gd name="connsiteX842" fmla="*/ 9253941 w 12192002"/>
              <a:gd name="connsiteY842" fmla="*/ 3287566 h 6858000"/>
              <a:gd name="connsiteX843" fmla="*/ 9625671 w 12192002"/>
              <a:gd name="connsiteY843" fmla="*/ 3639960 h 6858000"/>
              <a:gd name="connsiteX844" fmla="*/ 9656881 w 12192002"/>
              <a:gd name="connsiteY844" fmla="*/ 3333361 h 6858000"/>
              <a:gd name="connsiteX845" fmla="*/ 9782066 w 12192002"/>
              <a:gd name="connsiteY845" fmla="*/ 2680771 h 6858000"/>
              <a:gd name="connsiteX846" fmla="*/ 9854151 w 12192002"/>
              <a:gd name="connsiteY846" fmla="*/ 2642862 h 6858000"/>
              <a:gd name="connsiteX847" fmla="*/ 11114299 w 12192002"/>
              <a:gd name="connsiteY847" fmla="*/ 2390555 h 6858000"/>
              <a:gd name="connsiteX848" fmla="*/ 11113373 w 12192002"/>
              <a:gd name="connsiteY848" fmla="*/ 2392739 h 6858000"/>
              <a:gd name="connsiteX849" fmla="*/ 11117197 w 12192002"/>
              <a:gd name="connsiteY849" fmla="*/ 2394358 h 6858000"/>
              <a:gd name="connsiteX850" fmla="*/ 11114299 w 12192002"/>
              <a:gd name="connsiteY850" fmla="*/ 2390555 h 6858000"/>
              <a:gd name="connsiteX851" fmla="*/ 10506276 w 12192002"/>
              <a:gd name="connsiteY851" fmla="*/ 2118977 h 6858000"/>
              <a:gd name="connsiteX852" fmla="*/ 10431542 w 12192002"/>
              <a:gd name="connsiteY852" fmla="*/ 2525128 h 6858000"/>
              <a:gd name="connsiteX853" fmla="*/ 10391375 w 12192002"/>
              <a:gd name="connsiteY853" fmla="*/ 2667145 h 6858000"/>
              <a:gd name="connsiteX854" fmla="*/ 10355047 w 12192002"/>
              <a:gd name="connsiteY854" fmla="*/ 2832031 h 6858000"/>
              <a:gd name="connsiteX855" fmla="*/ 10336080 w 12192002"/>
              <a:gd name="connsiteY855" fmla="*/ 2927011 h 6858000"/>
              <a:gd name="connsiteX856" fmla="*/ 10389394 w 12192002"/>
              <a:gd name="connsiteY856" fmla="*/ 2782834 h 6858000"/>
              <a:gd name="connsiteX857" fmla="*/ 10506276 w 12192002"/>
              <a:gd name="connsiteY857" fmla="*/ 2118977 h 6858000"/>
              <a:gd name="connsiteX858" fmla="*/ 11538179 w 12192002"/>
              <a:gd name="connsiteY858" fmla="*/ 2090376 h 6858000"/>
              <a:gd name="connsiteX859" fmla="*/ 11577479 w 12192002"/>
              <a:gd name="connsiteY859" fmla="*/ 2228695 h 6858000"/>
              <a:gd name="connsiteX860" fmla="*/ 11586754 w 12192002"/>
              <a:gd name="connsiteY860" fmla="*/ 2266098 h 6858000"/>
              <a:gd name="connsiteX861" fmla="*/ 11609011 w 12192002"/>
              <a:gd name="connsiteY861" fmla="*/ 2353427 h 6858000"/>
              <a:gd name="connsiteX862" fmla="*/ 11761579 w 12192002"/>
              <a:gd name="connsiteY862" fmla="*/ 2703223 h 6858000"/>
              <a:gd name="connsiteX863" fmla="*/ 11877711 w 12192002"/>
              <a:gd name="connsiteY863" fmla="*/ 2947465 h 6858000"/>
              <a:gd name="connsiteX864" fmla="*/ 11538179 w 12192002"/>
              <a:gd name="connsiteY864" fmla="*/ 2090376 h 6858000"/>
              <a:gd name="connsiteX865" fmla="*/ 6604735 w 12192002"/>
              <a:gd name="connsiteY865" fmla="*/ 2041381 h 6858000"/>
              <a:gd name="connsiteX866" fmla="*/ 7204487 w 12192002"/>
              <a:gd name="connsiteY866" fmla="*/ 2742112 h 6858000"/>
              <a:gd name="connsiteX867" fmla="*/ 7131592 w 12192002"/>
              <a:gd name="connsiteY867" fmla="*/ 2672096 h 6858000"/>
              <a:gd name="connsiteX868" fmla="*/ 6996344 w 12192002"/>
              <a:gd name="connsiteY868" fmla="*/ 2518310 h 6858000"/>
              <a:gd name="connsiteX869" fmla="*/ 6735495 w 12192002"/>
              <a:gd name="connsiteY869" fmla="*/ 2196890 h 6858000"/>
              <a:gd name="connsiteX870" fmla="*/ 6721901 w 12192002"/>
              <a:gd name="connsiteY870" fmla="*/ 2179274 h 6858000"/>
              <a:gd name="connsiteX871" fmla="*/ 6604735 w 12192002"/>
              <a:gd name="connsiteY871" fmla="*/ 2041381 h 6858000"/>
              <a:gd name="connsiteX872" fmla="*/ 11488421 w 12192002"/>
              <a:gd name="connsiteY872" fmla="*/ 2034549 h 6858000"/>
              <a:gd name="connsiteX873" fmla="*/ 11840356 w 12192002"/>
              <a:gd name="connsiteY873" fmla="*/ 2932293 h 6858000"/>
              <a:gd name="connsiteX874" fmla="*/ 11736331 w 12192002"/>
              <a:gd name="connsiteY874" fmla="*/ 2715710 h 6858000"/>
              <a:gd name="connsiteX875" fmla="*/ 11581560 w 12192002"/>
              <a:gd name="connsiteY875" fmla="*/ 2360474 h 6858000"/>
              <a:gd name="connsiteX876" fmla="*/ 11558442 w 12192002"/>
              <a:gd name="connsiteY876" fmla="*/ 2272139 h 6858000"/>
              <a:gd name="connsiteX877" fmla="*/ 11549169 w 12192002"/>
              <a:gd name="connsiteY877" fmla="*/ 2234734 h 6858000"/>
              <a:gd name="connsiteX878" fmla="*/ 11488421 w 12192002"/>
              <a:gd name="connsiteY878" fmla="*/ 2034549 h 6858000"/>
              <a:gd name="connsiteX879" fmla="*/ 10468916 w 12192002"/>
              <a:gd name="connsiteY879" fmla="*/ 2032338 h 6858000"/>
              <a:gd name="connsiteX880" fmla="*/ 10421480 w 12192002"/>
              <a:gd name="connsiteY880" fmla="*/ 2185446 h 6858000"/>
              <a:gd name="connsiteX881" fmla="*/ 10351264 w 12192002"/>
              <a:gd name="connsiteY881" fmla="*/ 2591574 h 6858000"/>
              <a:gd name="connsiteX882" fmla="*/ 10294485 w 12192002"/>
              <a:gd name="connsiteY882" fmla="*/ 2991809 h 6858000"/>
              <a:gd name="connsiteX883" fmla="*/ 10327850 w 12192002"/>
              <a:gd name="connsiteY883" fmla="*/ 2826310 h 6858000"/>
              <a:gd name="connsiteX884" fmla="*/ 10364099 w 12192002"/>
              <a:gd name="connsiteY884" fmla="*/ 2660098 h 6858000"/>
              <a:gd name="connsiteX885" fmla="*/ 10404725 w 12192002"/>
              <a:gd name="connsiteY885" fmla="*/ 2516991 h 6858000"/>
              <a:gd name="connsiteX886" fmla="*/ 10478071 w 12192002"/>
              <a:gd name="connsiteY886" fmla="*/ 2114122 h 6858000"/>
              <a:gd name="connsiteX887" fmla="*/ 10468916 w 12192002"/>
              <a:gd name="connsiteY887" fmla="*/ 2032338 h 6858000"/>
              <a:gd name="connsiteX888" fmla="*/ 10573132 w 12192002"/>
              <a:gd name="connsiteY888" fmla="*/ 1991479 h 6858000"/>
              <a:gd name="connsiteX889" fmla="*/ 11066880 w 12192002"/>
              <a:gd name="connsiteY889" fmla="*/ 2371770 h 6858000"/>
              <a:gd name="connsiteX890" fmla="*/ 10573132 w 12192002"/>
              <a:gd name="connsiteY890" fmla="*/ 1991479 h 6858000"/>
              <a:gd name="connsiteX891" fmla="*/ 6591670 w 12192002"/>
              <a:gd name="connsiteY891" fmla="*/ 1988277 h 6858000"/>
              <a:gd name="connsiteX892" fmla="*/ 6747349 w 12192002"/>
              <a:gd name="connsiteY892" fmla="*/ 2160069 h 6858000"/>
              <a:gd name="connsiteX893" fmla="*/ 6760943 w 12192002"/>
              <a:gd name="connsiteY893" fmla="*/ 2177686 h 6858000"/>
              <a:gd name="connsiteX894" fmla="*/ 7021065 w 12192002"/>
              <a:gd name="connsiteY894" fmla="*/ 2498102 h 6858000"/>
              <a:gd name="connsiteX895" fmla="*/ 7155223 w 12192002"/>
              <a:gd name="connsiteY895" fmla="*/ 2650386 h 6858000"/>
              <a:gd name="connsiteX896" fmla="*/ 7203167 w 12192002"/>
              <a:gd name="connsiteY896" fmla="*/ 2697288 h 6858000"/>
              <a:gd name="connsiteX897" fmla="*/ 6937703 w 12192002"/>
              <a:gd name="connsiteY897" fmla="*/ 2321981 h 6858000"/>
              <a:gd name="connsiteX898" fmla="*/ 6591670 w 12192002"/>
              <a:gd name="connsiteY898" fmla="*/ 1988277 h 6858000"/>
              <a:gd name="connsiteX899" fmla="*/ 5798670 w 12192002"/>
              <a:gd name="connsiteY899" fmla="*/ 1981601 h 6858000"/>
              <a:gd name="connsiteX900" fmla="*/ 5754709 w 12192002"/>
              <a:gd name="connsiteY900" fmla="*/ 2071454 h 6858000"/>
              <a:gd name="connsiteX901" fmla="*/ 5763044 w 12192002"/>
              <a:gd name="connsiteY901" fmla="*/ 2842206 h 6858000"/>
              <a:gd name="connsiteX902" fmla="*/ 5764974 w 12192002"/>
              <a:gd name="connsiteY902" fmla="*/ 2799609 h 6858000"/>
              <a:gd name="connsiteX903" fmla="*/ 5767665 w 12192002"/>
              <a:gd name="connsiteY903" fmla="*/ 2666409 h 6858000"/>
              <a:gd name="connsiteX904" fmla="*/ 5763055 w 12192002"/>
              <a:gd name="connsiteY904" fmla="*/ 2579705 h 6858000"/>
              <a:gd name="connsiteX905" fmla="*/ 5758079 w 12192002"/>
              <a:gd name="connsiteY905" fmla="*/ 2492508 h 6858000"/>
              <a:gd name="connsiteX906" fmla="*/ 5779325 w 12192002"/>
              <a:gd name="connsiteY906" fmla="*/ 2197069 h 6858000"/>
              <a:gd name="connsiteX907" fmla="*/ 5798670 w 12192002"/>
              <a:gd name="connsiteY907" fmla="*/ 1981601 h 6858000"/>
              <a:gd name="connsiteX908" fmla="*/ 5829202 w 12192002"/>
              <a:gd name="connsiteY908" fmla="*/ 1971679 h 6858000"/>
              <a:gd name="connsiteX909" fmla="*/ 5809558 w 12192002"/>
              <a:gd name="connsiteY909" fmla="*/ 2198043 h 6858000"/>
              <a:gd name="connsiteX910" fmla="*/ 5788653 w 12192002"/>
              <a:gd name="connsiteY910" fmla="*/ 2489430 h 6858000"/>
              <a:gd name="connsiteX911" fmla="*/ 5793439 w 12192002"/>
              <a:gd name="connsiteY911" fmla="*/ 2575235 h 6858000"/>
              <a:gd name="connsiteX912" fmla="*/ 5796836 w 12192002"/>
              <a:gd name="connsiteY912" fmla="*/ 2637633 h 6858000"/>
              <a:gd name="connsiteX913" fmla="*/ 5818614 w 12192002"/>
              <a:gd name="connsiteY913" fmla="*/ 2473055 h 6858000"/>
              <a:gd name="connsiteX914" fmla="*/ 5829202 w 12192002"/>
              <a:gd name="connsiteY914" fmla="*/ 1971679 h 6858000"/>
              <a:gd name="connsiteX915" fmla="*/ 10578769 w 12192002"/>
              <a:gd name="connsiteY915" fmla="*/ 1962963 h 6858000"/>
              <a:gd name="connsiteX916" fmla="*/ 11073823 w 12192002"/>
              <a:gd name="connsiteY916" fmla="*/ 2338658 h 6858000"/>
              <a:gd name="connsiteX917" fmla="*/ 10578769 w 12192002"/>
              <a:gd name="connsiteY917" fmla="*/ 1962963 h 6858000"/>
              <a:gd name="connsiteX918" fmla="*/ 5911389 w 12192002"/>
              <a:gd name="connsiteY918" fmla="*/ 1898371 h 6858000"/>
              <a:gd name="connsiteX919" fmla="*/ 6237627 w 12192002"/>
              <a:gd name="connsiteY919" fmla="*/ 2231921 h 6858000"/>
              <a:gd name="connsiteX920" fmla="*/ 5911389 w 12192002"/>
              <a:gd name="connsiteY920" fmla="*/ 1898371 h 6858000"/>
              <a:gd name="connsiteX921" fmla="*/ 6944437 w 12192002"/>
              <a:gd name="connsiteY921" fmla="*/ 1575402 h 6858000"/>
              <a:gd name="connsiteX922" fmla="*/ 6304730 w 12192002"/>
              <a:gd name="connsiteY922" fmla="*/ 1766654 h 6858000"/>
              <a:gd name="connsiteX923" fmla="*/ 6944437 w 12192002"/>
              <a:gd name="connsiteY923" fmla="*/ 1575402 h 6858000"/>
              <a:gd name="connsiteX924" fmla="*/ 7019523 w 12192002"/>
              <a:gd name="connsiteY924" fmla="*/ 1519450 h 6858000"/>
              <a:gd name="connsiteX925" fmla="*/ 6298091 w 12192002"/>
              <a:gd name="connsiteY925" fmla="*/ 1737122 h 6858000"/>
              <a:gd name="connsiteX926" fmla="*/ 7019523 w 12192002"/>
              <a:gd name="connsiteY926" fmla="*/ 1519450 h 6858000"/>
              <a:gd name="connsiteX927" fmla="*/ 2399523 w 12192002"/>
              <a:gd name="connsiteY927" fmla="*/ 1428234 h 6858000"/>
              <a:gd name="connsiteX928" fmla="*/ 2224982 w 12192002"/>
              <a:gd name="connsiteY928" fmla="*/ 1826201 h 6858000"/>
              <a:gd name="connsiteX929" fmla="*/ 2096099 w 12192002"/>
              <a:gd name="connsiteY929" fmla="*/ 2345900 h 6858000"/>
              <a:gd name="connsiteX930" fmla="*/ 2283317 w 12192002"/>
              <a:gd name="connsiteY930" fmla="*/ 1796925 h 6858000"/>
              <a:gd name="connsiteX931" fmla="*/ 2448558 w 12192002"/>
              <a:gd name="connsiteY931" fmla="*/ 1373435 h 6858000"/>
              <a:gd name="connsiteX932" fmla="*/ 2312521 w 12192002"/>
              <a:gd name="connsiteY932" fmla="*/ 1806140 h 6858000"/>
              <a:gd name="connsiteX933" fmla="*/ 2127533 w 12192002"/>
              <a:gd name="connsiteY933" fmla="*/ 2348380 h 6858000"/>
              <a:gd name="connsiteX934" fmla="*/ 2358080 w 12192002"/>
              <a:gd name="connsiteY934" fmla="*/ 1866134 h 6858000"/>
              <a:gd name="connsiteX935" fmla="*/ 2407436 w 12192002"/>
              <a:gd name="connsiteY935" fmla="*/ 1651070 h 6858000"/>
              <a:gd name="connsiteX936" fmla="*/ 2448558 w 12192002"/>
              <a:gd name="connsiteY936" fmla="*/ 1373435 h 6858000"/>
              <a:gd name="connsiteX937" fmla="*/ 278707 w 12192002"/>
              <a:gd name="connsiteY937" fmla="*/ 1352270 h 6858000"/>
              <a:gd name="connsiteX938" fmla="*/ 321570 w 12192002"/>
              <a:gd name="connsiteY938" fmla="*/ 1861610 h 6858000"/>
              <a:gd name="connsiteX939" fmla="*/ 294281 w 12192002"/>
              <a:gd name="connsiteY939" fmla="*/ 1440658 h 6858000"/>
              <a:gd name="connsiteX940" fmla="*/ 1423821 w 12192002"/>
              <a:gd name="connsiteY940" fmla="*/ 1351958 h 6858000"/>
              <a:gd name="connsiteX941" fmla="*/ 1638521 w 12192002"/>
              <a:gd name="connsiteY941" fmla="*/ 1908470 h 6858000"/>
              <a:gd name="connsiteX942" fmla="*/ 1754199 w 12192002"/>
              <a:gd name="connsiteY942" fmla="*/ 2149284 h 6858000"/>
              <a:gd name="connsiteX943" fmla="*/ 1908359 w 12192002"/>
              <a:gd name="connsiteY943" fmla="*/ 2364988 h 6858000"/>
              <a:gd name="connsiteX944" fmla="*/ 1647661 w 12192002"/>
              <a:gd name="connsiteY944" fmla="*/ 1825945 h 6858000"/>
              <a:gd name="connsiteX945" fmla="*/ 1423821 w 12192002"/>
              <a:gd name="connsiteY945" fmla="*/ 1351958 h 6858000"/>
              <a:gd name="connsiteX946" fmla="*/ 9518298 w 12192002"/>
              <a:gd name="connsiteY946" fmla="*/ 1338235 h 6858000"/>
              <a:gd name="connsiteX947" fmla="*/ 9838009 w 12192002"/>
              <a:gd name="connsiteY947" fmla="*/ 2272553 h 6858000"/>
              <a:gd name="connsiteX948" fmla="*/ 9805906 w 12192002"/>
              <a:gd name="connsiteY948" fmla="*/ 2159819 h 6858000"/>
              <a:gd name="connsiteX949" fmla="*/ 9801623 w 12192002"/>
              <a:gd name="connsiteY949" fmla="*/ 2142555 h 6858000"/>
              <a:gd name="connsiteX950" fmla="*/ 9628671 w 12192002"/>
              <a:gd name="connsiteY950" fmla="*/ 1617375 h 6858000"/>
              <a:gd name="connsiteX951" fmla="*/ 9598299 w 12192002"/>
              <a:gd name="connsiteY951" fmla="*/ 1544643 h 6858000"/>
              <a:gd name="connsiteX952" fmla="*/ 9518298 w 12192002"/>
              <a:gd name="connsiteY952" fmla="*/ 1338235 h 6858000"/>
              <a:gd name="connsiteX953" fmla="*/ 1431890 w 12192002"/>
              <a:gd name="connsiteY953" fmla="*/ 1306475 h 6858000"/>
              <a:gd name="connsiteX954" fmla="*/ 1507597 w 12192002"/>
              <a:gd name="connsiteY954" fmla="*/ 1446132 h 6858000"/>
              <a:gd name="connsiteX955" fmla="*/ 1674586 w 12192002"/>
              <a:gd name="connsiteY955" fmla="*/ 1813832 h 6858000"/>
              <a:gd name="connsiteX956" fmla="*/ 1815950 w 12192002"/>
              <a:gd name="connsiteY956" fmla="*/ 2128564 h 6858000"/>
              <a:gd name="connsiteX957" fmla="*/ 1984242 w 12192002"/>
              <a:gd name="connsiteY957" fmla="*/ 2430829 h 6858000"/>
              <a:gd name="connsiteX958" fmla="*/ 2014023 w 12192002"/>
              <a:gd name="connsiteY958" fmla="*/ 2450995 h 6858000"/>
              <a:gd name="connsiteX959" fmla="*/ 1747337 w 12192002"/>
              <a:gd name="connsiteY959" fmla="*/ 1855264 h 6858000"/>
              <a:gd name="connsiteX960" fmla="*/ 1533749 w 12192002"/>
              <a:gd name="connsiteY960" fmla="*/ 1478656 h 6858000"/>
              <a:gd name="connsiteX961" fmla="*/ 1431890 w 12192002"/>
              <a:gd name="connsiteY961" fmla="*/ 1306475 h 6858000"/>
              <a:gd name="connsiteX962" fmla="*/ 5052692 w 12192002"/>
              <a:gd name="connsiteY962" fmla="*/ 1292994 h 6858000"/>
              <a:gd name="connsiteX963" fmla="*/ 5200661 w 12192002"/>
              <a:gd name="connsiteY963" fmla="*/ 1635186 h 6858000"/>
              <a:gd name="connsiteX964" fmla="*/ 5297138 w 12192002"/>
              <a:gd name="connsiteY964" fmla="*/ 1906351 h 6858000"/>
              <a:gd name="connsiteX965" fmla="*/ 5052692 w 12192002"/>
              <a:gd name="connsiteY965" fmla="*/ 1292994 h 6858000"/>
              <a:gd name="connsiteX966" fmla="*/ 9528078 w 12192002"/>
              <a:gd name="connsiteY966" fmla="*/ 1278636 h 6858000"/>
              <a:gd name="connsiteX967" fmla="*/ 9623946 w 12192002"/>
              <a:gd name="connsiteY967" fmla="*/ 1534260 h 6858000"/>
              <a:gd name="connsiteX968" fmla="*/ 9654858 w 12192002"/>
              <a:gd name="connsiteY968" fmla="*/ 1607218 h 6858000"/>
              <a:gd name="connsiteX969" fmla="*/ 9826304 w 12192002"/>
              <a:gd name="connsiteY969" fmla="*/ 2125320 h 6858000"/>
              <a:gd name="connsiteX970" fmla="*/ 9701198 w 12192002"/>
              <a:gd name="connsiteY970" fmla="*/ 1646797 h 6858000"/>
              <a:gd name="connsiteX971" fmla="*/ 9528078 w 12192002"/>
              <a:gd name="connsiteY971" fmla="*/ 1278636 h 6858000"/>
              <a:gd name="connsiteX972" fmla="*/ 5009948 w 12192002"/>
              <a:gd name="connsiteY972" fmla="*/ 1273619 h 6858000"/>
              <a:gd name="connsiteX973" fmla="*/ 5121777 w 12192002"/>
              <a:gd name="connsiteY973" fmla="*/ 1654213 h 6858000"/>
              <a:gd name="connsiteX974" fmla="*/ 5293545 w 12192002"/>
              <a:gd name="connsiteY974" fmla="*/ 2072247 h 6858000"/>
              <a:gd name="connsiteX975" fmla="*/ 5294042 w 12192002"/>
              <a:gd name="connsiteY975" fmla="*/ 2065019 h 6858000"/>
              <a:gd name="connsiteX976" fmla="*/ 5171936 w 12192002"/>
              <a:gd name="connsiteY976" fmla="*/ 1647613 h 6858000"/>
              <a:gd name="connsiteX977" fmla="*/ 5009948 w 12192002"/>
              <a:gd name="connsiteY977" fmla="*/ 1273619 h 6858000"/>
              <a:gd name="connsiteX978" fmla="*/ 655236 w 12192002"/>
              <a:gd name="connsiteY978" fmla="*/ 1268632 h 6858000"/>
              <a:gd name="connsiteX979" fmla="*/ 839521 w 12192002"/>
              <a:gd name="connsiteY979" fmla="*/ 1685315 h 6858000"/>
              <a:gd name="connsiteX980" fmla="*/ 1109416 w 12192002"/>
              <a:gd name="connsiteY980" fmla="*/ 2061663 h 6858000"/>
              <a:gd name="connsiteX981" fmla="*/ 1298300 w 12192002"/>
              <a:gd name="connsiteY981" fmla="*/ 2247742 h 6858000"/>
              <a:gd name="connsiteX982" fmla="*/ 1125871 w 12192002"/>
              <a:gd name="connsiteY982" fmla="*/ 1989513 h 6858000"/>
              <a:gd name="connsiteX983" fmla="*/ 981574 w 12192002"/>
              <a:gd name="connsiteY983" fmla="*/ 1783157 h 6858000"/>
              <a:gd name="connsiteX984" fmla="*/ 922198 w 12192002"/>
              <a:gd name="connsiteY984" fmla="*/ 1677437 h 6858000"/>
              <a:gd name="connsiteX985" fmla="*/ 869293 w 12192002"/>
              <a:gd name="connsiteY985" fmla="*/ 1583214 h 6858000"/>
              <a:gd name="connsiteX986" fmla="*/ 751431 w 12192002"/>
              <a:gd name="connsiteY986" fmla="*/ 1405731 h 6858000"/>
              <a:gd name="connsiteX987" fmla="*/ 6516292 w 12192002"/>
              <a:gd name="connsiteY987" fmla="*/ 1263064 h 6858000"/>
              <a:gd name="connsiteX988" fmla="*/ 5736320 w 12192002"/>
              <a:gd name="connsiteY988" fmla="*/ 1501803 h 6858000"/>
              <a:gd name="connsiteX989" fmla="*/ 6516292 w 12192002"/>
              <a:gd name="connsiteY989" fmla="*/ 1263064 h 6858000"/>
              <a:gd name="connsiteX990" fmla="*/ 291466 w 12192002"/>
              <a:gd name="connsiteY990" fmla="*/ 1250369 h 6858000"/>
              <a:gd name="connsiteX991" fmla="*/ 323180 w 12192002"/>
              <a:gd name="connsiteY991" fmla="*/ 1435283 h 6858000"/>
              <a:gd name="connsiteX992" fmla="*/ 349381 w 12192002"/>
              <a:gd name="connsiteY992" fmla="*/ 1875041 h 6858000"/>
              <a:gd name="connsiteX993" fmla="*/ 374363 w 12192002"/>
              <a:gd name="connsiteY993" fmla="*/ 1506494 h 6858000"/>
              <a:gd name="connsiteX994" fmla="*/ 302168 w 12192002"/>
              <a:gd name="connsiteY994" fmla="*/ 1274495 h 6858000"/>
              <a:gd name="connsiteX995" fmla="*/ 291466 w 12192002"/>
              <a:gd name="connsiteY995" fmla="*/ 1250369 h 6858000"/>
              <a:gd name="connsiteX996" fmla="*/ 678222 w 12192002"/>
              <a:gd name="connsiteY996" fmla="*/ 1248670 h 6858000"/>
              <a:gd name="connsiteX997" fmla="*/ 775536 w 12192002"/>
              <a:gd name="connsiteY997" fmla="*/ 1388015 h 6858000"/>
              <a:gd name="connsiteX998" fmla="*/ 894529 w 12192002"/>
              <a:gd name="connsiteY998" fmla="*/ 1567739 h 6858000"/>
              <a:gd name="connsiteX999" fmla="*/ 948000 w 12192002"/>
              <a:gd name="connsiteY999" fmla="*/ 1663088 h 6858000"/>
              <a:gd name="connsiteX1000" fmla="*/ 1006812 w 12192002"/>
              <a:gd name="connsiteY1000" fmla="*/ 1767683 h 6858000"/>
              <a:gd name="connsiteX1001" fmla="*/ 1149133 w 12192002"/>
              <a:gd name="connsiteY1001" fmla="*/ 1971513 h 6858000"/>
              <a:gd name="connsiteX1002" fmla="*/ 1333952 w 12192002"/>
              <a:gd name="connsiteY1002" fmla="*/ 2251620 h 6858000"/>
              <a:gd name="connsiteX1003" fmla="*/ 1337329 w 12192002"/>
              <a:gd name="connsiteY1003" fmla="*/ 2258350 h 6858000"/>
              <a:gd name="connsiteX1004" fmla="*/ 1014726 w 12192002"/>
              <a:gd name="connsiteY1004" fmla="*/ 1615556 h 6858000"/>
              <a:gd name="connsiteX1005" fmla="*/ 678222 w 12192002"/>
              <a:gd name="connsiteY1005" fmla="*/ 1248670 h 6858000"/>
              <a:gd name="connsiteX1006" fmla="*/ 9441752 w 12192002"/>
              <a:gd name="connsiteY1006" fmla="*/ 1245311 h 6858000"/>
              <a:gd name="connsiteX1007" fmla="*/ 9278979 w 12192002"/>
              <a:gd name="connsiteY1007" fmla="*/ 1406236 h 6858000"/>
              <a:gd name="connsiteX1008" fmla="*/ 9235540 w 12192002"/>
              <a:gd name="connsiteY1008" fmla="*/ 1546869 h 6858000"/>
              <a:gd name="connsiteX1009" fmla="*/ 9264074 w 12192002"/>
              <a:gd name="connsiteY1009" fmla="*/ 1557016 h 6858000"/>
              <a:gd name="connsiteX1010" fmla="*/ 9441752 w 12192002"/>
              <a:gd name="connsiteY1010" fmla="*/ 1245311 h 6858000"/>
              <a:gd name="connsiteX1011" fmla="*/ 6691602 w 12192002"/>
              <a:gd name="connsiteY1011" fmla="*/ 1140573 h 6858000"/>
              <a:gd name="connsiteX1012" fmla="*/ 6571100 w 12192002"/>
              <a:gd name="connsiteY1012" fmla="*/ 1183662 h 6858000"/>
              <a:gd name="connsiteX1013" fmla="*/ 6241687 w 12192002"/>
              <a:gd name="connsiteY1013" fmla="*/ 1257600 h 6858000"/>
              <a:gd name="connsiteX1014" fmla="*/ 5693009 w 12192002"/>
              <a:gd name="connsiteY1014" fmla="*/ 1478256 h 6858000"/>
              <a:gd name="connsiteX1015" fmla="*/ 6548420 w 12192002"/>
              <a:gd name="connsiteY1015" fmla="*/ 1214599 h 6858000"/>
              <a:gd name="connsiteX1016" fmla="*/ 6605473 w 12192002"/>
              <a:gd name="connsiteY1016" fmla="*/ 1184686 h 6858000"/>
              <a:gd name="connsiteX1017" fmla="*/ 6691602 w 12192002"/>
              <a:gd name="connsiteY1017" fmla="*/ 1140573 h 6858000"/>
              <a:gd name="connsiteX1018" fmla="*/ 4002475 w 12192002"/>
              <a:gd name="connsiteY1018" fmla="*/ 1037802 h 6858000"/>
              <a:gd name="connsiteX1019" fmla="*/ 4000324 w 12192002"/>
              <a:gd name="connsiteY1019" fmla="*/ 1039362 h 6858000"/>
              <a:gd name="connsiteX1020" fmla="*/ 4002862 w 12192002"/>
              <a:gd name="connsiteY1020" fmla="*/ 1042866 h 6858000"/>
              <a:gd name="connsiteX1021" fmla="*/ 4002475 w 12192002"/>
              <a:gd name="connsiteY1021" fmla="*/ 1037802 h 6858000"/>
              <a:gd name="connsiteX1022" fmla="*/ 506322 w 12192002"/>
              <a:gd name="connsiteY1022" fmla="*/ 1020997 h 6858000"/>
              <a:gd name="connsiteX1023" fmla="*/ 533068 w 12192002"/>
              <a:gd name="connsiteY1023" fmla="*/ 1029409 h 6858000"/>
              <a:gd name="connsiteX1024" fmla="*/ 1232525 w 12192002"/>
              <a:gd name="connsiteY1024" fmla="*/ 1804675 h 6858000"/>
              <a:gd name="connsiteX1025" fmla="*/ 1388858 w 12192002"/>
              <a:gd name="connsiteY1025" fmla="*/ 2368011 h 6858000"/>
              <a:gd name="connsiteX1026" fmla="*/ 1384098 w 12192002"/>
              <a:gd name="connsiteY1026" fmla="*/ 2378125 h 6858000"/>
              <a:gd name="connsiteX1027" fmla="*/ 1425393 w 12192002"/>
              <a:gd name="connsiteY1027" fmla="*/ 2589124 h 6858000"/>
              <a:gd name="connsiteX1028" fmla="*/ 1424001 w 12192002"/>
              <a:gd name="connsiteY1028" fmla="*/ 2597541 h 6858000"/>
              <a:gd name="connsiteX1029" fmla="*/ 2152729 w 12192002"/>
              <a:gd name="connsiteY1029" fmla="*/ 2864487 h 6858000"/>
              <a:gd name="connsiteX1030" fmla="*/ 2020609 w 12192002"/>
              <a:gd name="connsiteY1030" fmla="*/ 2539671 h 6858000"/>
              <a:gd name="connsiteX1031" fmla="*/ 2018920 w 12192002"/>
              <a:gd name="connsiteY1031" fmla="*/ 2536309 h 6858000"/>
              <a:gd name="connsiteX1032" fmla="*/ 1342441 w 12192002"/>
              <a:gd name="connsiteY1032" fmla="*/ 1173017 h 6858000"/>
              <a:gd name="connsiteX1033" fmla="*/ 1367925 w 12192002"/>
              <a:gd name="connsiteY1033" fmla="*/ 1135648 h 6858000"/>
              <a:gd name="connsiteX1034" fmla="*/ 1771401 w 12192002"/>
              <a:gd name="connsiteY1034" fmla="*/ 1806673 h 6858000"/>
              <a:gd name="connsiteX1035" fmla="*/ 1972385 w 12192002"/>
              <a:gd name="connsiteY1035" fmla="*/ 2198735 h 6858000"/>
              <a:gd name="connsiteX1036" fmla="*/ 2040892 w 12192002"/>
              <a:gd name="connsiteY1036" fmla="*/ 2405205 h 6858000"/>
              <a:gd name="connsiteX1037" fmla="*/ 2131689 w 12192002"/>
              <a:gd name="connsiteY1037" fmla="*/ 1936926 h 6858000"/>
              <a:gd name="connsiteX1038" fmla="*/ 2454820 w 12192002"/>
              <a:gd name="connsiteY1038" fmla="*/ 1248808 h 6858000"/>
              <a:gd name="connsiteX1039" fmla="*/ 2492512 w 12192002"/>
              <a:gd name="connsiteY1039" fmla="*/ 1302920 h 6858000"/>
              <a:gd name="connsiteX1040" fmla="*/ 2081216 w 12192002"/>
              <a:gd name="connsiteY1040" fmla="*/ 2527513 h 6858000"/>
              <a:gd name="connsiteX1041" fmla="*/ 2081211 w 12192002"/>
              <a:gd name="connsiteY1041" fmla="*/ 2528916 h 6858000"/>
              <a:gd name="connsiteX1042" fmla="*/ 2199067 w 12192002"/>
              <a:gd name="connsiteY1042" fmla="*/ 2884061 h 6858000"/>
              <a:gd name="connsiteX1043" fmla="*/ 3192586 w 12192002"/>
              <a:gd name="connsiteY1043" fmla="*/ 3411496 h 6858000"/>
              <a:gd name="connsiteX1044" fmla="*/ 3182620 w 12192002"/>
              <a:gd name="connsiteY1044" fmla="*/ 3483279 h 6858000"/>
              <a:gd name="connsiteX1045" fmla="*/ 2435119 w 12192002"/>
              <a:gd name="connsiteY1045" fmla="*/ 3080173 h 6858000"/>
              <a:gd name="connsiteX1046" fmla="*/ 2410152 w 12192002"/>
              <a:gd name="connsiteY1046" fmla="*/ 3063751 h 6858000"/>
              <a:gd name="connsiteX1047" fmla="*/ 2408099 w 12192002"/>
              <a:gd name="connsiteY1047" fmla="*/ 3064403 h 6858000"/>
              <a:gd name="connsiteX1048" fmla="*/ 2407218 w 12192002"/>
              <a:gd name="connsiteY1048" fmla="*/ 3070324 h 6858000"/>
              <a:gd name="connsiteX1049" fmla="*/ 2380138 w 12192002"/>
              <a:gd name="connsiteY1049" fmla="*/ 3099341 h 6858000"/>
              <a:gd name="connsiteX1050" fmla="*/ 1765923 w 12192002"/>
              <a:gd name="connsiteY1050" fmla="*/ 3581043 h 6858000"/>
              <a:gd name="connsiteX1051" fmla="*/ 1702258 w 12192002"/>
              <a:gd name="connsiteY1051" fmla="*/ 3612286 h 6858000"/>
              <a:gd name="connsiteX1052" fmla="*/ 1538370 w 12192002"/>
              <a:gd name="connsiteY1052" fmla="*/ 3811804 h 6858000"/>
              <a:gd name="connsiteX1053" fmla="*/ 542867 w 12192002"/>
              <a:gd name="connsiteY1053" fmla="*/ 4944092 h 6858000"/>
              <a:gd name="connsiteX1054" fmla="*/ 515800 w 12192002"/>
              <a:gd name="connsiteY1054" fmla="*/ 4862180 h 6858000"/>
              <a:gd name="connsiteX1055" fmla="*/ 909145 w 12192002"/>
              <a:gd name="connsiteY1055" fmla="*/ 4199225 h 6858000"/>
              <a:gd name="connsiteX1056" fmla="*/ 1214067 w 12192002"/>
              <a:gd name="connsiteY1056" fmla="*/ 3908561 h 6858000"/>
              <a:gd name="connsiteX1057" fmla="*/ 640967 w 12192002"/>
              <a:gd name="connsiteY1057" fmla="*/ 4105601 h 6858000"/>
              <a:gd name="connsiteX1058" fmla="*/ 112563 w 12192002"/>
              <a:gd name="connsiteY1058" fmla="*/ 4396952 h 6858000"/>
              <a:gd name="connsiteX1059" fmla="*/ 0 w 12192002"/>
              <a:gd name="connsiteY1059" fmla="*/ 4466006 h 6858000"/>
              <a:gd name="connsiteX1060" fmla="*/ 0 w 12192002"/>
              <a:gd name="connsiteY1060" fmla="*/ 4233763 h 6858000"/>
              <a:gd name="connsiteX1061" fmla="*/ 36881 w 12192002"/>
              <a:gd name="connsiteY1061" fmla="*/ 4200118 h 6858000"/>
              <a:gd name="connsiteX1062" fmla="*/ 910534 w 12192002"/>
              <a:gd name="connsiteY1062" fmla="*/ 3629753 h 6858000"/>
              <a:gd name="connsiteX1063" fmla="*/ 1578717 w 12192002"/>
              <a:gd name="connsiteY1063" fmla="*/ 3575982 h 6858000"/>
              <a:gd name="connsiteX1064" fmla="*/ 2338780 w 12192002"/>
              <a:gd name="connsiteY1064" fmla="*/ 3033725 h 6858000"/>
              <a:gd name="connsiteX1065" fmla="*/ 1807991 w 12192002"/>
              <a:gd name="connsiteY1065" fmla="*/ 2807184 h 6858000"/>
              <a:gd name="connsiteX1066" fmla="*/ 1416358 w 12192002"/>
              <a:gd name="connsiteY1066" fmla="*/ 3112571 h 6858000"/>
              <a:gd name="connsiteX1067" fmla="*/ 939066 w 12192002"/>
              <a:gd name="connsiteY1067" fmla="*/ 3378798 h 6858000"/>
              <a:gd name="connsiteX1068" fmla="*/ 115099 w 12192002"/>
              <a:gd name="connsiteY1068" fmla="*/ 3607650 h 6858000"/>
              <a:gd name="connsiteX1069" fmla="*/ 97284 w 12192002"/>
              <a:gd name="connsiteY1069" fmla="*/ 3520393 h 6858000"/>
              <a:gd name="connsiteX1070" fmla="*/ 922050 w 12192002"/>
              <a:gd name="connsiteY1070" fmla="*/ 3074867 h 6858000"/>
              <a:gd name="connsiteX1071" fmla="*/ 1405265 w 12192002"/>
              <a:gd name="connsiteY1071" fmla="*/ 3016319 h 6858000"/>
              <a:gd name="connsiteX1072" fmla="*/ 1407512 w 12192002"/>
              <a:gd name="connsiteY1072" fmla="*/ 3018001 h 6858000"/>
              <a:gd name="connsiteX1073" fmla="*/ 1726266 w 12192002"/>
              <a:gd name="connsiteY1073" fmla="*/ 2777274 h 6858000"/>
              <a:gd name="connsiteX1074" fmla="*/ 625390 w 12192002"/>
              <a:gd name="connsiteY1074" fmla="*/ 2514541 h 6858000"/>
              <a:gd name="connsiteX1075" fmla="*/ 619799 w 12192002"/>
              <a:gd name="connsiteY1075" fmla="*/ 2527180 h 6858000"/>
              <a:gd name="connsiteX1076" fmla="*/ 310030 w 12192002"/>
              <a:gd name="connsiteY1076" fmla="*/ 2771818 h 6858000"/>
              <a:gd name="connsiteX1077" fmla="*/ 173877 w 12192002"/>
              <a:gd name="connsiteY1077" fmla="*/ 2937056 h 6858000"/>
              <a:gd name="connsiteX1078" fmla="*/ 77889 w 12192002"/>
              <a:gd name="connsiteY1078" fmla="*/ 3138440 h 6858000"/>
              <a:gd name="connsiteX1079" fmla="*/ 0 w 12192002"/>
              <a:gd name="connsiteY1079" fmla="*/ 3271395 h 6858000"/>
              <a:gd name="connsiteX1080" fmla="*/ 0 w 12192002"/>
              <a:gd name="connsiteY1080" fmla="*/ 3153002 h 6858000"/>
              <a:gd name="connsiteX1081" fmla="*/ 2386 w 12192002"/>
              <a:gd name="connsiteY1081" fmla="*/ 3149203 h 6858000"/>
              <a:gd name="connsiteX1082" fmla="*/ 89753 w 12192002"/>
              <a:gd name="connsiteY1082" fmla="*/ 2987702 h 6858000"/>
              <a:gd name="connsiteX1083" fmla="*/ 76869 w 12192002"/>
              <a:gd name="connsiteY1083" fmla="*/ 3005404 h 6858000"/>
              <a:gd name="connsiteX1084" fmla="*/ 32049 w 12192002"/>
              <a:gd name="connsiteY1084" fmla="*/ 3065814 h 6858000"/>
              <a:gd name="connsiteX1085" fmla="*/ 0 w 12192002"/>
              <a:gd name="connsiteY1085" fmla="*/ 3108744 h 6858000"/>
              <a:gd name="connsiteX1086" fmla="*/ 0 w 12192002"/>
              <a:gd name="connsiteY1086" fmla="*/ 3058059 h 6858000"/>
              <a:gd name="connsiteX1087" fmla="*/ 7610 w 12192002"/>
              <a:gd name="connsiteY1087" fmla="*/ 3047889 h 6858000"/>
              <a:gd name="connsiteX1088" fmla="*/ 52419 w 12192002"/>
              <a:gd name="connsiteY1088" fmla="*/ 2987479 h 6858000"/>
              <a:gd name="connsiteX1089" fmla="*/ 59142 w 12192002"/>
              <a:gd name="connsiteY1089" fmla="*/ 2978488 h 6858000"/>
              <a:gd name="connsiteX1090" fmla="*/ 0 w 12192002"/>
              <a:gd name="connsiteY1090" fmla="*/ 3015334 h 6858000"/>
              <a:gd name="connsiteX1091" fmla="*/ 0 w 12192002"/>
              <a:gd name="connsiteY1091" fmla="*/ 2914286 h 6858000"/>
              <a:gd name="connsiteX1092" fmla="*/ 36383 w 12192002"/>
              <a:gd name="connsiteY1092" fmla="*/ 2901128 h 6858000"/>
              <a:gd name="connsiteX1093" fmla="*/ 156329 w 12192002"/>
              <a:gd name="connsiteY1093" fmla="*/ 2840533 h 6858000"/>
              <a:gd name="connsiteX1094" fmla="*/ 358355 w 12192002"/>
              <a:gd name="connsiteY1094" fmla="*/ 2620471 h 6858000"/>
              <a:gd name="connsiteX1095" fmla="*/ 510577 w 12192002"/>
              <a:gd name="connsiteY1095" fmla="*/ 2501244 h 6858000"/>
              <a:gd name="connsiteX1096" fmla="*/ 211967 w 12192002"/>
              <a:gd name="connsiteY1096" fmla="*/ 2479171 h 6858000"/>
              <a:gd name="connsiteX1097" fmla="*/ 0 w 12192002"/>
              <a:gd name="connsiteY1097" fmla="*/ 2476398 h 6858000"/>
              <a:gd name="connsiteX1098" fmla="*/ 0 w 12192002"/>
              <a:gd name="connsiteY1098" fmla="*/ 2389189 h 6858000"/>
              <a:gd name="connsiteX1099" fmla="*/ 103062 w 12192002"/>
              <a:gd name="connsiteY1099" fmla="*/ 2389518 h 6858000"/>
              <a:gd name="connsiteX1100" fmla="*/ 510734 w 12192002"/>
              <a:gd name="connsiteY1100" fmla="*/ 2416201 h 6858000"/>
              <a:gd name="connsiteX1101" fmla="*/ 279257 w 12192002"/>
              <a:gd name="connsiteY1101" fmla="*/ 2092102 h 6858000"/>
              <a:gd name="connsiteX1102" fmla="*/ 65265 w 12192002"/>
              <a:gd name="connsiteY1102" fmla="*/ 2006049 h 6858000"/>
              <a:gd name="connsiteX1103" fmla="*/ 0 w 12192002"/>
              <a:gd name="connsiteY1103" fmla="*/ 1982532 h 6858000"/>
              <a:gd name="connsiteX1104" fmla="*/ 0 w 12192002"/>
              <a:gd name="connsiteY1104" fmla="*/ 1912789 h 6858000"/>
              <a:gd name="connsiteX1105" fmla="*/ 97460 w 12192002"/>
              <a:gd name="connsiteY1105" fmla="*/ 1953725 h 6858000"/>
              <a:gd name="connsiteX1106" fmla="*/ 221272 w 12192002"/>
              <a:gd name="connsiteY1106" fmla="*/ 1980766 h 6858000"/>
              <a:gd name="connsiteX1107" fmla="*/ 116765 w 12192002"/>
              <a:gd name="connsiteY1107" fmla="*/ 1911033 h 6858000"/>
              <a:gd name="connsiteX1108" fmla="*/ 16405 w 12192002"/>
              <a:gd name="connsiteY1108" fmla="*/ 1803412 h 6858000"/>
              <a:gd name="connsiteX1109" fmla="*/ 0 w 12192002"/>
              <a:gd name="connsiteY1109" fmla="*/ 1784777 h 6858000"/>
              <a:gd name="connsiteX1110" fmla="*/ 0 w 12192002"/>
              <a:gd name="connsiteY1110" fmla="*/ 1740082 h 6858000"/>
              <a:gd name="connsiteX1111" fmla="*/ 39394 w 12192002"/>
              <a:gd name="connsiteY1111" fmla="*/ 1784856 h 6858000"/>
              <a:gd name="connsiteX1112" fmla="*/ 135813 w 12192002"/>
              <a:gd name="connsiteY1112" fmla="*/ 1888838 h 6858000"/>
              <a:gd name="connsiteX1113" fmla="*/ 242575 w 12192002"/>
              <a:gd name="connsiteY1113" fmla="*/ 1958841 h 6858000"/>
              <a:gd name="connsiteX1114" fmla="*/ 82197 w 12192002"/>
              <a:gd name="connsiteY1114" fmla="*/ 1754826 h 6858000"/>
              <a:gd name="connsiteX1115" fmla="*/ 0 w 12192002"/>
              <a:gd name="connsiteY1115" fmla="*/ 1679650 h 6858000"/>
              <a:gd name="connsiteX1116" fmla="*/ 0 w 12192002"/>
              <a:gd name="connsiteY1116" fmla="*/ 1602463 h 6858000"/>
              <a:gd name="connsiteX1117" fmla="*/ 84689 w 12192002"/>
              <a:gd name="connsiteY1117" fmla="*/ 1677442 h 6858000"/>
              <a:gd name="connsiteX1118" fmla="*/ 298437 w 12192002"/>
              <a:gd name="connsiteY1118" fmla="*/ 1968019 h 6858000"/>
              <a:gd name="connsiteX1119" fmla="*/ 227269 w 12192002"/>
              <a:gd name="connsiteY1119" fmla="*/ 1114064 h 6858000"/>
              <a:gd name="connsiteX1120" fmla="*/ 248003 w 12192002"/>
              <a:gd name="connsiteY1120" fmla="*/ 1089613 h 6858000"/>
              <a:gd name="connsiteX1121" fmla="*/ 427020 w 12192002"/>
              <a:gd name="connsiteY1121" fmla="*/ 1619803 h 6858000"/>
              <a:gd name="connsiteX1122" fmla="*/ 340345 w 12192002"/>
              <a:gd name="connsiteY1122" fmla="*/ 2027739 h 6858000"/>
              <a:gd name="connsiteX1123" fmla="*/ 360865 w 12192002"/>
              <a:gd name="connsiteY1123" fmla="*/ 2044827 h 6858000"/>
              <a:gd name="connsiteX1124" fmla="*/ 560414 w 12192002"/>
              <a:gd name="connsiteY1124" fmla="*/ 2421457 h 6858000"/>
              <a:gd name="connsiteX1125" fmla="*/ 1359703 w 12192002"/>
              <a:gd name="connsiteY1125" fmla="*/ 2578554 h 6858000"/>
              <a:gd name="connsiteX1126" fmla="*/ 1359422 w 12192002"/>
              <a:gd name="connsiteY1126" fmla="*/ 2577994 h 6858000"/>
              <a:gd name="connsiteX1127" fmla="*/ 828701 w 12192002"/>
              <a:gd name="connsiteY1127" fmla="*/ 1839520 h 6858000"/>
              <a:gd name="connsiteX1128" fmla="*/ 494427 w 12192002"/>
              <a:gd name="connsiteY1128" fmla="*/ 1092333 h 6858000"/>
              <a:gd name="connsiteX1129" fmla="*/ 506322 w 12192002"/>
              <a:gd name="connsiteY1129" fmla="*/ 1020997 h 6858000"/>
              <a:gd name="connsiteX1130" fmla="*/ 4570198 w 12192002"/>
              <a:gd name="connsiteY1130" fmla="*/ 978081 h 6858000"/>
              <a:gd name="connsiteX1131" fmla="*/ 4523691 w 12192002"/>
              <a:gd name="connsiteY1131" fmla="*/ 1127776 h 6858000"/>
              <a:gd name="connsiteX1132" fmla="*/ 4509875 w 12192002"/>
              <a:gd name="connsiteY1132" fmla="*/ 1167552 h 6858000"/>
              <a:gd name="connsiteX1133" fmla="*/ 4478168 w 12192002"/>
              <a:gd name="connsiteY1133" fmla="*/ 1260735 h 6858000"/>
              <a:gd name="connsiteX1134" fmla="*/ 4409309 w 12192002"/>
              <a:gd name="connsiteY1134" fmla="*/ 1666996 h 6858000"/>
              <a:gd name="connsiteX1135" fmla="*/ 4370031 w 12192002"/>
              <a:gd name="connsiteY1135" fmla="*/ 1955666 h 6858000"/>
              <a:gd name="connsiteX1136" fmla="*/ 4570198 w 12192002"/>
              <a:gd name="connsiteY1136" fmla="*/ 978081 h 6858000"/>
              <a:gd name="connsiteX1137" fmla="*/ 12149131 w 12192002"/>
              <a:gd name="connsiteY1137" fmla="*/ 959050 h 6858000"/>
              <a:gd name="connsiteX1138" fmla="*/ 12105664 w 12192002"/>
              <a:gd name="connsiteY1138" fmla="*/ 1006960 h 6858000"/>
              <a:gd name="connsiteX1139" fmla="*/ 11883102 w 12192002"/>
              <a:gd name="connsiteY1139" fmla="*/ 1184424 h 6858000"/>
              <a:gd name="connsiteX1140" fmla="*/ 11665174 w 12192002"/>
              <a:gd name="connsiteY1140" fmla="*/ 1317493 h 6858000"/>
              <a:gd name="connsiteX1141" fmla="*/ 11590337 w 12192002"/>
              <a:gd name="connsiteY1141" fmla="*/ 1348256 h 6858000"/>
              <a:gd name="connsiteX1142" fmla="*/ 11492588 w 12192002"/>
              <a:gd name="connsiteY1142" fmla="*/ 1390573 h 6858000"/>
              <a:gd name="connsiteX1143" fmla="*/ 11888865 w 12192002"/>
              <a:gd name="connsiteY1143" fmla="*/ 1220988 h 6858000"/>
              <a:gd name="connsiteX1144" fmla="*/ 12149131 w 12192002"/>
              <a:gd name="connsiteY1144" fmla="*/ 959050 h 6858000"/>
              <a:gd name="connsiteX1145" fmla="*/ 4557898 w 12192002"/>
              <a:gd name="connsiteY1145" fmla="*/ 900011 h 6858000"/>
              <a:gd name="connsiteX1146" fmla="*/ 4344840 w 12192002"/>
              <a:gd name="connsiteY1146" fmla="*/ 1922038 h 6858000"/>
              <a:gd name="connsiteX1147" fmla="*/ 4378710 w 12192002"/>
              <a:gd name="connsiteY1147" fmla="*/ 1665516 h 6858000"/>
              <a:gd name="connsiteX1148" fmla="*/ 4448798 w 12192002"/>
              <a:gd name="connsiteY1148" fmla="*/ 1253024 h 6858000"/>
              <a:gd name="connsiteX1149" fmla="*/ 4480315 w 12192002"/>
              <a:gd name="connsiteY1149" fmla="*/ 1158454 h 6858000"/>
              <a:gd name="connsiteX1150" fmla="*/ 4494133 w 12192002"/>
              <a:gd name="connsiteY1150" fmla="*/ 1118676 h 6858000"/>
              <a:gd name="connsiteX1151" fmla="*/ 4557898 w 12192002"/>
              <a:gd name="connsiteY1151" fmla="*/ 900011 h 6858000"/>
              <a:gd name="connsiteX1152" fmla="*/ 5870151 w 12192002"/>
              <a:gd name="connsiteY1152" fmla="*/ 898890 h 6858000"/>
              <a:gd name="connsiteX1153" fmla="*/ 5861335 w 12192002"/>
              <a:gd name="connsiteY1153" fmla="*/ 899177 h 6858000"/>
              <a:gd name="connsiteX1154" fmla="*/ 5843702 w 12192002"/>
              <a:gd name="connsiteY1154" fmla="*/ 899748 h 6858000"/>
              <a:gd name="connsiteX1155" fmla="*/ 5651107 w 12192002"/>
              <a:gd name="connsiteY1155" fmla="*/ 920306 h 6858000"/>
              <a:gd name="connsiteX1156" fmla="*/ 5459407 w 12192002"/>
              <a:gd name="connsiteY1156" fmla="*/ 940975 h 6858000"/>
              <a:gd name="connsiteX1157" fmla="*/ 5374846 w 12192002"/>
              <a:gd name="connsiteY1157" fmla="*/ 941988 h 6858000"/>
              <a:gd name="connsiteX1158" fmla="*/ 5256105 w 12192002"/>
              <a:gd name="connsiteY1158" fmla="*/ 945632 h 6858000"/>
              <a:gd name="connsiteX1159" fmla="*/ 5107071 w 12192002"/>
              <a:gd name="connsiteY1159" fmla="*/ 969720 h 6858000"/>
              <a:gd name="connsiteX1160" fmla="*/ 4998681 w 12192002"/>
              <a:gd name="connsiteY1160" fmla="*/ 988771 h 6858000"/>
              <a:gd name="connsiteX1161" fmla="*/ 5870151 w 12192002"/>
              <a:gd name="connsiteY1161" fmla="*/ 898890 h 6858000"/>
              <a:gd name="connsiteX1162" fmla="*/ 12190084 w 12192002"/>
              <a:gd name="connsiteY1162" fmla="*/ 854709 h 6858000"/>
              <a:gd name="connsiteX1163" fmla="*/ 12162947 w 12192002"/>
              <a:gd name="connsiteY1163" fmla="*/ 879275 h 6858000"/>
              <a:gd name="connsiteX1164" fmla="*/ 11721478 w 12192002"/>
              <a:gd name="connsiteY1164" fmla="*/ 1216434 h 6858000"/>
              <a:gd name="connsiteX1165" fmla="*/ 11680712 w 12192002"/>
              <a:gd name="connsiteY1165" fmla="*/ 1239730 h 6858000"/>
              <a:gd name="connsiteX1166" fmla="*/ 11505347 w 12192002"/>
              <a:gd name="connsiteY1166" fmla="*/ 1352837 h 6858000"/>
              <a:gd name="connsiteX1167" fmla="*/ 11580962 w 12192002"/>
              <a:gd name="connsiteY1167" fmla="*/ 1321759 h 6858000"/>
              <a:gd name="connsiteX1168" fmla="*/ 11654234 w 12192002"/>
              <a:gd name="connsiteY1168" fmla="*/ 1291618 h 6858000"/>
              <a:gd name="connsiteX1169" fmla="*/ 11867274 w 12192002"/>
              <a:gd name="connsiteY1169" fmla="*/ 1160983 h 6858000"/>
              <a:gd name="connsiteX1170" fmla="*/ 12086035 w 12192002"/>
              <a:gd name="connsiteY1170" fmla="*/ 986418 h 6858000"/>
              <a:gd name="connsiteX1171" fmla="*/ 12190084 w 12192002"/>
              <a:gd name="connsiteY1171" fmla="*/ 854709 h 6858000"/>
              <a:gd name="connsiteX1172" fmla="*/ 5504425 w 12192002"/>
              <a:gd name="connsiteY1172" fmla="*/ 848067 h 6858000"/>
              <a:gd name="connsiteX1173" fmla="*/ 4968849 w 12192002"/>
              <a:gd name="connsiteY1173" fmla="*/ 962318 h 6858000"/>
              <a:gd name="connsiteX1174" fmla="*/ 5104039 w 12192002"/>
              <a:gd name="connsiteY1174" fmla="*/ 940634 h 6858000"/>
              <a:gd name="connsiteX1175" fmla="*/ 5256311 w 12192002"/>
              <a:gd name="connsiteY1175" fmla="*/ 916490 h 6858000"/>
              <a:gd name="connsiteX1176" fmla="*/ 5377381 w 12192002"/>
              <a:gd name="connsiteY1176" fmla="*/ 912671 h 6858000"/>
              <a:gd name="connsiteX1177" fmla="*/ 5460148 w 12192002"/>
              <a:gd name="connsiteY1177" fmla="*/ 911442 h 6858000"/>
              <a:gd name="connsiteX1178" fmla="*/ 5648970 w 12192002"/>
              <a:gd name="connsiteY1178" fmla="*/ 891331 h 6858000"/>
              <a:gd name="connsiteX1179" fmla="*/ 5844807 w 12192002"/>
              <a:gd name="connsiteY1179" fmla="*/ 870718 h 6858000"/>
              <a:gd name="connsiteX1180" fmla="*/ 5862975 w 12192002"/>
              <a:gd name="connsiteY1180" fmla="*/ 869756 h 6858000"/>
              <a:gd name="connsiteX1181" fmla="*/ 5920887 w 12192002"/>
              <a:gd name="connsiteY1181" fmla="*/ 865929 h 6858000"/>
              <a:gd name="connsiteX1182" fmla="*/ 5504425 w 12192002"/>
              <a:gd name="connsiteY1182" fmla="*/ 848067 h 6858000"/>
              <a:gd name="connsiteX1183" fmla="*/ 8924104 w 12192002"/>
              <a:gd name="connsiteY1183" fmla="*/ 777000 h 6858000"/>
              <a:gd name="connsiteX1184" fmla="*/ 8921999 w 12192002"/>
              <a:gd name="connsiteY1184" fmla="*/ 794136 h 6858000"/>
              <a:gd name="connsiteX1185" fmla="*/ 8916066 w 12192002"/>
              <a:gd name="connsiteY1185" fmla="*/ 843129 h 6858000"/>
              <a:gd name="connsiteX1186" fmla="*/ 8909852 w 12192002"/>
              <a:gd name="connsiteY1186" fmla="*/ 1005313 h 6858000"/>
              <a:gd name="connsiteX1187" fmla="*/ 8936982 w 12192002"/>
              <a:gd name="connsiteY1187" fmla="*/ 1614896 h 6858000"/>
              <a:gd name="connsiteX1188" fmla="*/ 8939706 w 12192002"/>
              <a:gd name="connsiteY1188" fmla="*/ 1632791 h 6858000"/>
              <a:gd name="connsiteX1189" fmla="*/ 8946691 w 12192002"/>
              <a:gd name="connsiteY1189" fmla="*/ 1680170 h 6858000"/>
              <a:gd name="connsiteX1190" fmla="*/ 8947643 w 12192002"/>
              <a:gd name="connsiteY1190" fmla="*/ 1649028 h 6858000"/>
              <a:gd name="connsiteX1191" fmla="*/ 8931687 w 12192002"/>
              <a:gd name="connsiteY1191" fmla="*/ 871628 h 6858000"/>
              <a:gd name="connsiteX1192" fmla="*/ 8929804 w 12192002"/>
              <a:gd name="connsiteY1192" fmla="*/ 850229 h 6858000"/>
              <a:gd name="connsiteX1193" fmla="*/ 8924104 w 12192002"/>
              <a:gd name="connsiteY1193" fmla="*/ 777000 h 6858000"/>
              <a:gd name="connsiteX1194" fmla="*/ 8951219 w 12192002"/>
              <a:gd name="connsiteY1194" fmla="*/ 764662 h 6858000"/>
              <a:gd name="connsiteX1195" fmla="*/ 8957270 w 12192002"/>
              <a:gd name="connsiteY1195" fmla="*/ 847698 h 6858000"/>
              <a:gd name="connsiteX1196" fmla="*/ 8959153 w 12192002"/>
              <a:gd name="connsiteY1196" fmla="*/ 869097 h 6858000"/>
              <a:gd name="connsiteX1197" fmla="*/ 8976081 w 12192002"/>
              <a:gd name="connsiteY1197" fmla="*/ 1619865 h 6858000"/>
              <a:gd name="connsiteX1198" fmla="*/ 8951219 w 12192002"/>
              <a:gd name="connsiteY1198" fmla="*/ 764662 h 6858000"/>
              <a:gd name="connsiteX1199" fmla="*/ 8898081 w 12192002"/>
              <a:gd name="connsiteY1199" fmla="*/ 630137 h 6858000"/>
              <a:gd name="connsiteX1200" fmla="*/ 8910095 w 12192002"/>
              <a:gd name="connsiteY1200" fmla="*/ 1626691 h 6858000"/>
              <a:gd name="connsiteX1201" fmla="*/ 8908822 w 12192002"/>
              <a:gd name="connsiteY1201" fmla="*/ 1619067 h 6858000"/>
              <a:gd name="connsiteX1202" fmla="*/ 8881669 w 12192002"/>
              <a:gd name="connsiteY1202" fmla="*/ 1004967 h 6858000"/>
              <a:gd name="connsiteX1203" fmla="*/ 8888265 w 12192002"/>
              <a:gd name="connsiteY1203" fmla="*/ 840369 h 6858000"/>
              <a:gd name="connsiteX1204" fmla="*/ 8894429 w 12192002"/>
              <a:gd name="connsiteY1204" fmla="*/ 790831 h 6858000"/>
              <a:gd name="connsiteX1205" fmla="*/ 8898081 w 12192002"/>
              <a:gd name="connsiteY1205" fmla="*/ 630137 h 6858000"/>
              <a:gd name="connsiteX1206" fmla="*/ 11491396 w 12192002"/>
              <a:gd name="connsiteY1206" fmla="*/ 623931 h 6858000"/>
              <a:gd name="connsiteX1207" fmla="*/ 11413329 w 12192002"/>
              <a:gd name="connsiteY1207" fmla="*/ 662344 h 6858000"/>
              <a:gd name="connsiteX1208" fmla="*/ 10966547 w 12192002"/>
              <a:gd name="connsiteY1208" fmla="*/ 818916 h 6858000"/>
              <a:gd name="connsiteX1209" fmla="*/ 10498883 w 12192002"/>
              <a:gd name="connsiteY1209" fmla="*/ 1111507 h 6858000"/>
              <a:gd name="connsiteX1210" fmla="*/ 10671292 w 12192002"/>
              <a:gd name="connsiteY1210" fmla="*/ 1035777 h 6858000"/>
              <a:gd name="connsiteX1211" fmla="*/ 10685894 w 12192002"/>
              <a:gd name="connsiteY1211" fmla="*/ 1027151 h 6858000"/>
              <a:gd name="connsiteX1212" fmla="*/ 11104337 w 12192002"/>
              <a:gd name="connsiteY1212" fmla="*/ 817377 h 6858000"/>
              <a:gd name="connsiteX1213" fmla="*/ 11491396 w 12192002"/>
              <a:gd name="connsiteY1213" fmla="*/ 623931 h 6858000"/>
              <a:gd name="connsiteX1214" fmla="*/ 10779304 w 12192002"/>
              <a:gd name="connsiteY1214" fmla="*/ 584486 h 6858000"/>
              <a:gd name="connsiteX1215" fmla="*/ 10658378 w 12192002"/>
              <a:gd name="connsiteY1215" fmla="*/ 772788 h 6858000"/>
              <a:gd name="connsiteX1216" fmla="*/ 10475581 w 12192002"/>
              <a:gd name="connsiteY1216" fmla="*/ 1070739 h 6858000"/>
              <a:gd name="connsiteX1217" fmla="*/ 10735178 w 12192002"/>
              <a:gd name="connsiteY1217" fmla="*/ 693281 h 6858000"/>
              <a:gd name="connsiteX1218" fmla="*/ 10132488 w 12192002"/>
              <a:gd name="connsiteY1218" fmla="*/ 518596 h 6858000"/>
              <a:gd name="connsiteX1219" fmla="*/ 9879465 w 12192002"/>
              <a:gd name="connsiteY1219" fmla="*/ 567273 h 6858000"/>
              <a:gd name="connsiteX1220" fmla="*/ 9364243 w 12192002"/>
              <a:gd name="connsiteY1220" fmla="*/ 809468 h 6858000"/>
              <a:gd name="connsiteX1221" fmla="*/ 9366655 w 12192002"/>
              <a:gd name="connsiteY1221" fmla="*/ 809848 h 6858000"/>
              <a:gd name="connsiteX1222" fmla="*/ 9914233 w 12192002"/>
              <a:gd name="connsiteY1222" fmla="*/ 596159 h 6858000"/>
              <a:gd name="connsiteX1223" fmla="*/ 10264524 w 12192002"/>
              <a:gd name="connsiteY1223" fmla="*/ 501747 h 6858000"/>
              <a:gd name="connsiteX1224" fmla="*/ 9922837 w 12192002"/>
              <a:gd name="connsiteY1224" fmla="*/ 622979 h 6858000"/>
              <a:gd name="connsiteX1225" fmla="*/ 9416908 w 12192002"/>
              <a:gd name="connsiteY1225" fmla="*/ 818889 h 6858000"/>
              <a:gd name="connsiteX1226" fmla="*/ 9418234 w 12192002"/>
              <a:gd name="connsiteY1226" fmla="*/ 818810 h 6858000"/>
              <a:gd name="connsiteX1227" fmla="*/ 10264524 w 12192002"/>
              <a:gd name="connsiteY1227" fmla="*/ 501747 h 6858000"/>
              <a:gd name="connsiteX1228" fmla="*/ 10802699 w 12192002"/>
              <a:gd name="connsiteY1228" fmla="*/ 488163 h 6858000"/>
              <a:gd name="connsiteX1229" fmla="*/ 10618739 w 12192002"/>
              <a:gd name="connsiteY1229" fmla="*/ 734118 h 6858000"/>
              <a:gd name="connsiteX1230" fmla="*/ 10604580 w 12192002"/>
              <a:gd name="connsiteY1230" fmla="*/ 753877 h 6858000"/>
              <a:gd name="connsiteX1231" fmla="*/ 10529643 w 12192002"/>
              <a:gd name="connsiteY1231" fmla="*/ 867004 h 6858000"/>
              <a:gd name="connsiteX1232" fmla="*/ 10462194 w 12192002"/>
              <a:gd name="connsiteY1232" fmla="*/ 1035452 h 6858000"/>
              <a:gd name="connsiteX1233" fmla="*/ 10635117 w 12192002"/>
              <a:gd name="connsiteY1233" fmla="*/ 757788 h 6858000"/>
              <a:gd name="connsiteX1234" fmla="*/ 10802699 w 12192002"/>
              <a:gd name="connsiteY1234" fmla="*/ 488163 h 6858000"/>
              <a:gd name="connsiteX1235" fmla="*/ 10359107 w 12192002"/>
              <a:gd name="connsiteY1235" fmla="*/ 485136 h 6858000"/>
              <a:gd name="connsiteX1236" fmla="*/ 9515108 w 12192002"/>
              <a:gd name="connsiteY1236" fmla="*/ 825701 h 6858000"/>
              <a:gd name="connsiteX1237" fmla="*/ 10359107 w 12192002"/>
              <a:gd name="connsiteY1237" fmla="*/ 485136 h 6858000"/>
              <a:gd name="connsiteX1238" fmla="*/ 11886089 w 12192002"/>
              <a:gd name="connsiteY1238" fmla="*/ 483936 h 6858000"/>
              <a:gd name="connsiteX1239" fmla="*/ 11622890 w 12192002"/>
              <a:gd name="connsiteY1239" fmla="*/ 661575 h 6858000"/>
              <a:gd name="connsiteX1240" fmla="*/ 11038640 w 12192002"/>
              <a:gd name="connsiteY1240" fmla="*/ 996875 h 6858000"/>
              <a:gd name="connsiteX1241" fmla="*/ 10561310 w 12192002"/>
              <a:gd name="connsiteY1241" fmla="*/ 1145020 h 6858000"/>
              <a:gd name="connsiteX1242" fmla="*/ 10675127 w 12192002"/>
              <a:gd name="connsiteY1242" fmla="*/ 1163586 h 6858000"/>
              <a:gd name="connsiteX1243" fmla="*/ 11120351 w 12192002"/>
              <a:gd name="connsiteY1243" fmla="*/ 990907 h 6858000"/>
              <a:gd name="connsiteX1244" fmla="*/ 11648506 w 12192002"/>
              <a:gd name="connsiteY1244" fmla="*/ 680145 h 6858000"/>
              <a:gd name="connsiteX1245" fmla="*/ 11886089 w 12192002"/>
              <a:gd name="connsiteY1245" fmla="*/ 483936 h 6858000"/>
              <a:gd name="connsiteX1246" fmla="*/ 3607114 w 12192002"/>
              <a:gd name="connsiteY1246" fmla="*/ 467441 h 6858000"/>
              <a:gd name="connsiteX1247" fmla="*/ 3296242 w 12192002"/>
              <a:gd name="connsiteY1247" fmla="*/ 807991 h 6858000"/>
              <a:gd name="connsiteX1248" fmla="*/ 3174674 w 12192002"/>
              <a:gd name="connsiteY1248" fmla="*/ 919759 h 6858000"/>
              <a:gd name="connsiteX1249" fmla="*/ 3042978 w 12192002"/>
              <a:gd name="connsiteY1249" fmla="*/ 1054894 h 6858000"/>
              <a:gd name="connsiteX1250" fmla="*/ 2968914 w 12192002"/>
              <a:gd name="connsiteY1250" fmla="*/ 1133756 h 6858000"/>
              <a:gd name="connsiteX1251" fmla="*/ 3103823 w 12192002"/>
              <a:gd name="connsiteY1251" fmla="*/ 1026814 h 6858000"/>
              <a:gd name="connsiteX1252" fmla="*/ 3607114 w 12192002"/>
              <a:gd name="connsiteY1252" fmla="*/ 467441 h 6858000"/>
              <a:gd name="connsiteX1253" fmla="*/ 10784544 w 12192002"/>
              <a:gd name="connsiteY1253" fmla="*/ 465669 h 6858000"/>
              <a:gd name="connsiteX1254" fmla="*/ 10426419 w 12192002"/>
              <a:gd name="connsiteY1254" fmla="*/ 1062158 h 6858000"/>
              <a:gd name="connsiteX1255" fmla="*/ 10471732 w 12192002"/>
              <a:gd name="connsiteY1255" fmla="*/ 921679 h 6858000"/>
              <a:gd name="connsiteX1256" fmla="*/ 10504824 w 12192002"/>
              <a:gd name="connsiteY1256" fmla="*/ 852631 h 6858000"/>
              <a:gd name="connsiteX1257" fmla="*/ 10582237 w 12192002"/>
              <a:gd name="connsiteY1257" fmla="*/ 736692 h 6858000"/>
              <a:gd name="connsiteX1258" fmla="*/ 10596401 w 12192002"/>
              <a:gd name="connsiteY1258" fmla="*/ 716935 h 6858000"/>
              <a:gd name="connsiteX1259" fmla="*/ 10784544 w 12192002"/>
              <a:gd name="connsiteY1259" fmla="*/ 465669 h 6858000"/>
              <a:gd name="connsiteX1260" fmla="*/ 11916494 w 12192002"/>
              <a:gd name="connsiteY1260" fmla="*/ 422768 h 6858000"/>
              <a:gd name="connsiteX1261" fmla="*/ 11703185 w 12192002"/>
              <a:gd name="connsiteY1261" fmla="*/ 528178 h 6858000"/>
              <a:gd name="connsiteX1262" fmla="*/ 11680755 w 12192002"/>
              <a:gd name="connsiteY1262" fmla="*/ 543149 h 6858000"/>
              <a:gd name="connsiteX1263" fmla="*/ 11116818 w 12192002"/>
              <a:gd name="connsiteY1263" fmla="*/ 842623 h 6858000"/>
              <a:gd name="connsiteX1264" fmla="*/ 10700164 w 12192002"/>
              <a:gd name="connsiteY1264" fmla="*/ 1051220 h 6858000"/>
              <a:gd name="connsiteX1265" fmla="*/ 10685570 w 12192002"/>
              <a:gd name="connsiteY1265" fmla="*/ 1059849 h 6858000"/>
              <a:gd name="connsiteX1266" fmla="*/ 10584288 w 12192002"/>
              <a:gd name="connsiteY1266" fmla="*/ 1113543 h 6858000"/>
              <a:gd name="connsiteX1267" fmla="*/ 11026698 w 12192002"/>
              <a:gd name="connsiteY1267" fmla="*/ 971858 h 6858000"/>
              <a:gd name="connsiteX1268" fmla="*/ 11607604 w 12192002"/>
              <a:gd name="connsiteY1268" fmla="*/ 638368 h 6858000"/>
              <a:gd name="connsiteX1269" fmla="*/ 11919452 w 12192002"/>
              <a:gd name="connsiteY1269" fmla="*/ 423380 h 6858000"/>
              <a:gd name="connsiteX1270" fmla="*/ 11916494 w 12192002"/>
              <a:gd name="connsiteY1270" fmla="*/ 422768 h 6858000"/>
              <a:gd name="connsiteX1271" fmla="*/ 8148168 w 12192002"/>
              <a:gd name="connsiteY1271" fmla="*/ 416949 h 6858000"/>
              <a:gd name="connsiteX1272" fmla="*/ 7862052 w 12192002"/>
              <a:gd name="connsiteY1272" fmla="*/ 694330 h 6858000"/>
              <a:gd name="connsiteX1273" fmla="*/ 7808002 w 12192002"/>
              <a:gd name="connsiteY1273" fmla="*/ 759654 h 6858000"/>
              <a:gd name="connsiteX1274" fmla="*/ 8295299 w 12192002"/>
              <a:gd name="connsiteY1274" fmla="*/ 416143 h 6858000"/>
              <a:gd name="connsiteX1275" fmla="*/ 8309124 w 12192002"/>
              <a:gd name="connsiteY1275" fmla="*/ 534021 h 6858000"/>
              <a:gd name="connsiteX1276" fmla="*/ 8293154 w 12192002"/>
              <a:gd name="connsiteY1276" fmla="*/ 672115 h 6858000"/>
              <a:gd name="connsiteX1277" fmla="*/ 8279099 w 12192002"/>
              <a:gd name="connsiteY1277" fmla="*/ 769176 h 6858000"/>
              <a:gd name="connsiteX1278" fmla="*/ 8309186 w 12192002"/>
              <a:gd name="connsiteY1278" fmla="*/ 1060039 h 6858000"/>
              <a:gd name="connsiteX1279" fmla="*/ 8410512 w 12192002"/>
              <a:gd name="connsiteY1279" fmla="*/ 1511108 h 6858000"/>
              <a:gd name="connsiteX1280" fmla="*/ 8351657 w 12192002"/>
              <a:gd name="connsiteY1280" fmla="*/ 521768 h 6858000"/>
              <a:gd name="connsiteX1281" fmla="*/ 8295299 w 12192002"/>
              <a:gd name="connsiteY1281" fmla="*/ 416143 h 6858000"/>
              <a:gd name="connsiteX1282" fmla="*/ 8266483 w 12192002"/>
              <a:gd name="connsiteY1282" fmla="*/ 414244 h 6858000"/>
              <a:gd name="connsiteX1283" fmla="*/ 8343425 w 12192002"/>
              <a:gd name="connsiteY1283" fmla="*/ 1357811 h 6858000"/>
              <a:gd name="connsiteX1284" fmla="*/ 8282114 w 12192002"/>
              <a:gd name="connsiteY1284" fmla="*/ 1064671 h 6858000"/>
              <a:gd name="connsiteX1285" fmla="*/ 8251298 w 12192002"/>
              <a:gd name="connsiteY1285" fmla="*/ 766414 h 6858000"/>
              <a:gd name="connsiteX1286" fmla="*/ 8265729 w 12192002"/>
              <a:gd name="connsiteY1286" fmla="*/ 666939 h 6858000"/>
              <a:gd name="connsiteX1287" fmla="*/ 8281494 w 12192002"/>
              <a:gd name="connsiteY1287" fmla="*/ 533909 h 6858000"/>
              <a:gd name="connsiteX1288" fmla="*/ 8266483 w 12192002"/>
              <a:gd name="connsiteY1288" fmla="*/ 414244 h 6858000"/>
              <a:gd name="connsiteX1289" fmla="*/ 8140802 w 12192002"/>
              <a:gd name="connsiteY1289" fmla="*/ 388720 h 6858000"/>
              <a:gd name="connsiteX1290" fmla="*/ 7860379 w 12192002"/>
              <a:gd name="connsiteY1290" fmla="*/ 596411 h 6858000"/>
              <a:gd name="connsiteX1291" fmla="*/ 7737688 w 12192002"/>
              <a:gd name="connsiteY1291" fmla="*/ 790400 h 6858000"/>
              <a:gd name="connsiteX1292" fmla="*/ 7726885 w 12192002"/>
              <a:gd name="connsiteY1292" fmla="*/ 812869 h 6858000"/>
              <a:gd name="connsiteX1293" fmla="*/ 7840490 w 12192002"/>
              <a:gd name="connsiteY1293" fmla="*/ 676832 h 6858000"/>
              <a:gd name="connsiteX1294" fmla="*/ 8140802 w 12192002"/>
              <a:gd name="connsiteY1294" fmla="*/ 388720 h 6858000"/>
              <a:gd name="connsiteX1295" fmla="*/ 3744487 w 12192002"/>
              <a:gd name="connsiteY1295" fmla="*/ 383136 h 6858000"/>
              <a:gd name="connsiteX1296" fmla="*/ 3970213 w 12192002"/>
              <a:gd name="connsiteY1296" fmla="*/ 995559 h 6858000"/>
              <a:gd name="connsiteX1297" fmla="*/ 3744487 w 12192002"/>
              <a:gd name="connsiteY1297" fmla="*/ 383136 h 6858000"/>
              <a:gd name="connsiteX1298" fmla="*/ 3624562 w 12192002"/>
              <a:gd name="connsiteY1298" fmla="*/ 367041 h 6858000"/>
              <a:gd name="connsiteX1299" fmla="*/ 3489712 w 12192002"/>
              <a:gd name="connsiteY1299" fmla="*/ 485386 h 6858000"/>
              <a:gd name="connsiteX1300" fmla="*/ 3182994 w 12192002"/>
              <a:gd name="connsiteY1300" fmla="*/ 828265 h 6858000"/>
              <a:gd name="connsiteX1301" fmla="*/ 2892114 w 12192002"/>
              <a:gd name="connsiteY1301" fmla="*/ 1172635 h 6858000"/>
              <a:gd name="connsiteX1302" fmla="*/ 3021459 w 12192002"/>
              <a:gd name="connsiteY1302" fmla="*/ 1035385 h 6858000"/>
              <a:gd name="connsiteX1303" fmla="*/ 3153873 w 12192002"/>
              <a:gd name="connsiteY1303" fmla="*/ 898971 h 6858000"/>
              <a:gd name="connsiteX1304" fmla="*/ 3276511 w 12192002"/>
              <a:gd name="connsiteY1304" fmla="*/ 786423 h 6858000"/>
              <a:gd name="connsiteX1305" fmla="*/ 3584154 w 12192002"/>
              <a:gd name="connsiteY1305" fmla="*/ 448218 h 6858000"/>
              <a:gd name="connsiteX1306" fmla="*/ 3624562 w 12192002"/>
              <a:gd name="connsiteY1306" fmla="*/ 367041 h 6858000"/>
              <a:gd name="connsiteX1307" fmla="*/ 3766672 w 12192002"/>
              <a:gd name="connsiteY1307" fmla="*/ 359429 h 6858000"/>
              <a:gd name="connsiteX1308" fmla="*/ 3996338 w 12192002"/>
              <a:gd name="connsiteY1308" fmla="*/ 968237 h 6858000"/>
              <a:gd name="connsiteX1309" fmla="*/ 3766672 w 12192002"/>
              <a:gd name="connsiteY1309" fmla="*/ 359429 h 6858000"/>
              <a:gd name="connsiteX1310" fmla="*/ 5805386 w 12192002"/>
              <a:gd name="connsiteY1310" fmla="*/ 239240 h 6858000"/>
              <a:gd name="connsiteX1311" fmla="*/ 5736947 w 12192002"/>
              <a:gd name="connsiteY1311" fmla="*/ 261367 h 6858000"/>
              <a:gd name="connsiteX1312" fmla="*/ 5427012 w 12192002"/>
              <a:gd name="connsiteY1312" fmla="*/ 311272 h 6858000"/>
              <a:gd name="connsiteX1313" fmla="*/ 5147818 w 12192002"/>
              <a:gd name="connsiteY1313" fmla="*/ 322112 h 6858000"/>
              <a:gd name="connsiteX1314" fmla="*/ 5060854 w 12192002"/>
              <a:gd name="connsiteY1314" fmla="*/ 311882 h 6858000"/>
              <a:gd name="connsiteX1315" fmla="*/ 4945989 w 12192002"/>
              <a:gd name="connsiteY1315" fmla="*/ 300516 h 6858000"/>
              <a:gd name="connsiteX1316" fmla="*/ 5410479 w 12192002"/>
              <a:gd name="connsiteY1316" fmla="*/ 348434 h 6858000"/>
              <a:gd name="connsiteX1317" fmla="*/ 5805386 w 12192002"/>
              <a:gd name="connsiteY1317" fmla="*/ 239240 h 6858000"/>
              <a:gd name="connsiteX1318" fmla="*/ 5905192 w 12192002"/>
              <a:gd name="connsiteY1318" fmla="*/ 163079 h 6858000"/>
              <a:gd name="connsiteX1319" fmla="*/ 5865655 w 12192002"/>
              <a:gd name="connsiteY1319" fmla="*/ 171901 h 6858000"/>
              <a:gd name="connsiteX1320" fmla="*/ 5259740 w 12192002"/>
              <a:gd name="connsiteY1320" fmla="*/ 257013 h 6858000"/>
              <a:gd name="connsiteX1321" fmla="*/ 5208466 w 12192002"/>
              <a:gd name="connsiteY1321" fmla="*/ 257550 h 6858000"/>
              <a:gd name="connsiteX1322" fmla="*/ 4980204 w 12192002"/>
              <a:gd name="connsiteY1322" fmla="*/ 271903 h 6858000"/>
              <a:gd name="connsiteX1323" fmla="*/ 5068068 w 12192002"/>
              <a:gd name="connsiteY1323" fmla="*/ 282244 h 6858000"/>
              <a:gd name="connsiteX1324" fmla="*/ 5153231 w 12192002"/>
              <a:gd name="connsiteY1324" fmla="*/ 292240 h 6858000"/>
              <a:gd name="connsiteX1325" fmla="*/ 5426491 w 12192002"/>
              <a:gd name="connsiteY1325" fmla="*/ 281128 h 6858000"/>
              <a:gd name="connsiteX1326" fmla="*/ 5731211 w 12192002"/>
              <a:gd name="connsiteY1326" fmla="*/ 231951 h 6858000"/>
              <a:gd name="connsiteX1327" fmla="*/ 5905192 w 12192002"/>
              <a:gd name="connsiteY1327" fmla="*/ 163079 h 6858000"/>
              <a:gd name="connsiteX1328" fmla="*/ 5944437 w 12192002"/>
              <a:gd name="connsiteY1328" fmla="*/ 113829 h 6858000"/>
              <a:gd name="connsiteX1329" fmla="*/ 5825032 w 12192002"/>
              <a:gd name="connsiteY1329" fmla="*/ 146405 h 6858000"/>
              <a:gd name="connsiteX1330" fmla="*/ 4955599 w 12192002"/>
              <a:gd name="connsiteY1330" fmla="*/ 247008 h 6858000"/>
              <a:gd name="connsiteX1331" fmla="*/ 5210103 w 12192002"/>
              <a:gd name="connsiteY1331" fmla="*/ 228123 h 6858000"/>
              <a:gd name="connsiteX1332" fmla="*/ 5261015 w 12192002"/>
              <a:gd name="connsiteY1332" fmla="*/ 227087 h 6858000"/>
              <a:gd name="connsiteX1333" fmla="*/ 5861181 w 12192002"/>
              <a:gd name="connsiteY1333" fmla="*/ 143093 h 6858000"/>
              <a:gd name="connsiteX1334" fmla="*/ 5961252 w 12192002"/>
              <a:gd name="connsiteY1334" fmla="*/ 114820 h 6858000"/>
              <a:gd name="connsiteX1335" fmla="*/ 5944437 w 12192002"/>
              <a:gd name="connsiteY1335" fmla="*/ 113829 h 6858000"/>
              <a:gd name="connsiteX1336" fmla="*/ 9095810 w 12192002"/>
              <a:gd name="connsiteY1336" fmla="*/ 0 h 6858000"/>
              <a:gd name="connsiteX1337" fmla="*/ 9215999 w 12192002"/>
              <a:gd name="connsiteY1337" fmla="*/ 0 h 6858000"/>
              <a:gd name="connsiteX1338" fmla="*/ 9250991 w 12192002"/>
              <a:gd name="connsiteY1338" fmla="*/ 17650 h 6858000"/>
              <a:gd name="connsiteX1339" fmla="*/ 9551793 w 12192002"/>
              <a:gd name="connsiteY1339" fmla="*/ 69947 h 6858000"/>
              <a:gd name="connsiteX1340" fmla="*/ 10211701 w 12192002"/>
              <a:gd name="connsiteY1340" fmla="*/ 15192 h 6858000"/>
              <a:gd name="connsiteX1341" fmla="*/ 9665014 w 12192002"/>
              <a:gd name="connsiteY1341" fmla="*/ 41266 h 6858000"/>
              <a:gd name="connsiteX1342" fmla="*/ 9382567 w 12192002"/>
              <a:gd name="connsiteY1342" fmla="*/ 18583 h 6858000"/>
              <a:gd name="connsiteX1343" fmla="*/ 9283159 w 12192002"/>
              <a:gd name="connsiteY1343" fmla="*/ 0 h 6858000"/>
              <a:gd name="connsiteX1344" fmla="*/ 9469266 w 12192002"/>
              <a:gd name="connsiteY1344" fmla="*/ 0 h 6858000"/>
              <a:gd name="connsiteX1345" fmla="*/ 9504117 w 12192002"/>
              <a:gd name="connsiteY1345" fmla="*/ 4274 h 6858000"/>
              <a:gd name="connsiteX1346" fmla="*/ 9667223 w 12192002"/>
              <a:gd name="connsiteY1346" fmla="*/ 13232 h 6858000"/>
              <a:gd name="connsiteX1347" fmla="*/ 9887703 w 12192002"/>
              <a:gd name="connsiteY1347" fmla="*/ 12601 h 6858000"/>
              <a:gd name="connsiteX1348" fmla="*/ 10088930 w 12192002"/>
              <a:gd name="connsiteY1348" fmla="*/ 0 h 6858000"/>
              <a:gd name="connsiteX1349" fmla="*/ 10544171 w 12192002"/>
              <a:gd name="connsiteY1349" fmla="*/ 0 h 6858000"/>
              <a:gd name="connsiteX1350" fmla="*/ 10392396 w 12192002"/>
              <a:gd name="connsiteY1350" fmla="*/ 36772 h 6858000"/>
              <a:gd name="connsiteX1351" fmla="*/ 9413803 w 12192002"/>
              <a:gd name="connsiteY1351" fmla="*/ 131277 h 6858000"/>
              <a:gd name="connsiteX1352" fmla="*/ 9174626 w 12192002"/>
              <a:gd name="connsiteY1352" fmla="*/ 44983 h 6858000"/>
              <a:gd name="connsiteX1353" fmla="*/ 8474998 w 12192002"/>
              <a:gd name="connsiteY1353" fmla="*/ 0 h 6858000"/>
              <a:gd name="connsiteX1354" fmla="*/ 8573502 w 12192002"/>
              <a:gd name="connsiteY1354" fmla="*/ 0 h 6858000"/>
              <a:gd name="connsiteX1355" fmla="*/ 8659539 w 12192002"/>
              <a:gd name="connsiteY1355" fmla="*/ 117664 h 6858000"/>
              <a:gd name="connsiteX1356" fmla="*/ 9248507 w 12192002"/>
              <a:gd name="connsiteY1356" fmla="*/ 743734 h 6858000"/>
              <a:gd name="connsiteX1357" fmla="*/ 9309457 w 12192002"/>
              <a:gd name="connsiteY1357" fmla="*/ 795932 h 6858000"/>
              <a:gd name="connsiteX1358" fmla="*/ 9785496 w 12192002"/>
              <a:gd name="connsiteY1358" fmla="*/ 530713 h 6858000"/>
              <a:gd name="connsiteX1359" fmla="*/ 10482828 w 12192002"/>
              <a:gd name="connsiteY1359" fmla="*/ 399738 h 6858000"/>
              <a:gd name="connsiteX1360" fmla="*/ 10468382 w 12192002"/>
              <a:gd name="connsiteY1360" fmla="*/ 461219 h 6858000"/>
              <a:gd name="connsiteX1361" fmla="*/ 9430790 w 12192002"/>
              <a:gd name="connsiteY1361" fmla="*/ 895589 h 6858000"/>
              <a:gd name="connsiteX1362" fmla="*/ 10019780 w 12192002"/>
              <a:gd name="connsiteY1362" fmla="*/ 1298815 h 6858000"/>
              <a:gd name="connsiteX1363" fmla="*/ 10372218 w 12192002"/>
              <a:gd name="connsiteY1363" fmla="*/ 1146081 h 6858000"/>
              <a:gd name="connsiteX1364" fmla="*/ 10896429 w 12192002"/>
              <a:gd name="connsiteY1364" fmla="*/ 310883 h 6858000"/>
              <a:gd name="connsiteX1365" fmla="*/ 10919735 w 12192002"/>
              <a:gd name="connsiteY1365" fmla="*/ 318176 h 6858000"/>
              <a:gd name="connsiteX1366" fmla="*/ 10637064 w 12192002"/>
              <a:gd name="connsiteY1366" fmla="*/ 935661 h 6858000"/>
              <a:gd name="connsiteX1367" fmla="*/ 10516995 w 12192002"/>
              <a:gd name="connsiteY1367" fmla="*/ 1070245 h 6858000"/>
              <a:gd name="connsiteX1368" fmla="*/ 10868835 w 12192002"/>
              <a:gd name="connsiteY1368" fmla="*/ 815534 h 6858000"/>
              <a:gd name="connsiteX1369" fmla="*/ 11704547 w 12192002"/>
              <a:gd name="connsiteY1369" fmla="*/ 465665 h 6858000"/>
              <a:gd name="connsiteX1370" fmla="*/ 12033562 w 12192002"/>
              <a:gd name="connsiteY1370" fmla="*/ 350012 h 6858000"/>
              <a:gd name="connsiteX1371" fmla="*/ 12025537 w 12192002"/>
              <a:gd name="connsiteY1371" fmla="*/ 382666 h 6858000"/>
              <a:gd name="connsiteX1372" fmla="*/ 11088649 w 12192002"/>
              <a:gd name="connsiteY1372" fmla="*/ 1056676 h 6858000"/>
              <a:gd name="connsiteX1373" fmla="*/ 10561600 w 12192002"/>
              <a:gd name="connsiteY1373" fmla="*/ 1229477 h 6858000"/>
              <a:gd name="connsiteX1374" fmla="*/ 10280797 w 12192002"/>
              <a:gd name="connsiteY1374" fmla="*/ 1263181 h 6858000"/>
              <a:gd name="connsiteX1375" fmla="*/ 10083376 w 12192002"/>
              <a:gd name="connsiteY1375" fmla="*/ 1334114 h 6858000"/>
              <a:gd name="connsiteX1376" fmla="*/ 10832582 w 12192002"/>
              <a:gd name="connsiteY1376" fmla="*/ 1687356 h 6858000"/>
              <a:gd name="connsiteX1377" fmla="*/ 10839263 w 12192002"/>
              <a:gd name="connsiteY1377" fmla="*/ 1683743 h 6858000"/>
              <a:gd name="connsiteX1378" fmla="*/ 11350910 w 12192002"/>
              <a:gd name="connsiteY1378" fmla="*/ 1443899 h 6858000"/>
              <a:gd name="connsiteX1379" fmla="*/ 11360346 w 12192002"/>
              <a:gd name="connsiteY1379" fmla="*/ 1429225 h 6858000"/>
              <a:gd name="connsiteX1380" fmla="*/ 12167580 w 12192002"/>
              <a:gd name="connsiteY1380" fmla="*/ 789523 h 6858000"/>
              <a:gd name="connsiteX1381" fmla="*/ 12192000 w 12192002"/>
              <a:gd name="connsiteY1381" fmla="*/ 769876 h 6858000"/>
              <a:gd name="connsiteX1382" fmla="*/ 12192000 w 12192002"/>
              <a:gd name="connsiteY1382" fmla="*/ 802845 h 6858000"/>
              <a:gd name="connsiteX1383" fmla="*/ 12173558 w 12192002"/>
              <a:gd name="connsiteY1383" fmla="*/ 821317 h 6858000"/>
              <a:gd name="connsiteX1384" fmla="*/ 12117398 w 12192002"/>
              <a:gd name="connsiteY1384" fmla="*/ 877374 h 6858000"/>
              <a:gd name="connsiteX1385" fmla="*/ 11472926 w 12192002"/>
              <a:gd name="connsiteY1385" fmla="*/ 1344259 h 6858000"/>
              <a:gd name="connsiteX1386" fmla="*/ 11666978 w 12192002"/>
              <a:gd name="connsiteY1386" fmla="*/ 1215889 h 6858000"/>
              <a:gd name="connsiteX1387" fmla="*/ 11707200 w 12192002"/>
              <a:gd name="connsiteY1387" fmla="*/ 1192361 h 6858000"/>
              <a:gd name="connsiteX1388" fmla="*/ 12144637 w 12192002"/>
              <a:gd name="connsiteY1388" fmla="*/ 858646 h 6858000"/>
              <a:gd name="connsiteX1389" fmla="*/ 12192000 w 12192002"/>
              <a:gd name="connsiteY1389" fmla="*/ 810414 h 6858000"/>
              <a:gd name="connsiteX1390" fmla="*/ 12192000 w 12192002"/>
              <a:gd name="connsiteY1390" fmla="*/ 916439 h 6858000"/>
              <a:gd name="connsiteX1391" fmla="*/ 12150630 w 12192002"/>
              <a:gd name="connsiteY1391" fmla="*/ 982925 h 6858000"/>
              <a:gd name="connsiteX1392" fmla="*/ 11389484 w 12192002"/>
              <a:gd name="connsiteY1392" fmla="*/ 1469889 h 6858000"/>
              <a:gd name="connsiteX1393" fmla="*/ 10923736 w 12192002"/>
              <a:gd name="connsiteY1393" fmla="*/ 1721439 h 6858000"/>
              <a:gd name="connsiteX1394" fmla="*/ 11091913 w 12192002"/>
              <a:gd name="connsiteY1394" fmla="*/ 1780406 h 6858000"/>
              <a:gd name="connsiteX1395" fmla="*/ 11771238 w 12192002"/>
              <a:gd name="connsiteY1395" fmla="*/ 1944400 h 6858000"/>
              <a:gd name="connsiteX1396" fmla="*/ 11783166 w 12192002"/>
              <a:gd name="connsiteY1396" fmla="*/ 1931422 h 6858000"/>
              <a:gd name="connsiteX1397" fmla="*/ 12131988 w 12192002"/>
              <a:gd name="connsiteY1397" fmla="*/ 1574357 h 6858000"/>
              <a:gd name="connsiteX1398" fmla="*/ 12192000 w 12192002"/>
              <a:gd name="connsiteY1398" fmla="*/ 1537429 h 6858000"/>
              <a:gd name="connsiteX1399" fmla="*/ 12192000 w 12192002"/>
              <a:gd name="connsiteY1399" fmla="*/ 1589108 h 6858000"/>
              <a:gd name="connsiteX1400" fmla="*/ 12112105 w 12192002"/>
              <a:gd name="connsiteY1400" fmla="*/ 1640352 h 6858000"/>
              <a:gd name="connsiteX1401" fmla="*/ 11849203 w 12192002"/>
              <a:gd name="connsiteY1401" fmla="*/ 1900149 h 6858000"/>
              <a:gd name="connsiteX1402" fmla="*/ 11946326 w 12192002"/>
              <a:gd name="connsiteY1402" fmla="*/ 1822808 h 6858000"/>
              <a:gd name="connsiteX1403" fmla="*/ 12055863 w 12192002"/>
              <a:gd name="connsiteY1403" fmla="*/ 1735914 h 6858000"/>
              <a:gd name="connsiteX1404" fmla="*/ 12150816 w 12192002"/>
              <a:gd name="connsiteY1404" fmla="*/ 1678902 h 6858000"/>
              <a:gd name="connsiteX1405" fmla="*/ 12192000 w 12192002"/>
              <a:gd name="connsiteY1405" fmla="*/ 1655121 h 6858000"/>
              <a:gd name="connsiteX1406" fmla="*/ 12192000 w 12192002"/>
              <a:gd name="connsiteY1406" fmla="*/ 1686869 h 6858000"/>
              <a:gd name="connsiteX1407" fmla="*/ 12163772 w 12192002"/>
              <a:gd name="connsiteY1407" fmla="*/ 1703058 h 6858000"/>
              <a:gd name="connsiteX1408" fmla="*/ 12070597 w 12192002"/>
              <a:gd name="connsiteY1408" fmla="*/ 1758893 h 6858000"/>
              <a:gd name="connsiteX1409" fmla="*/ 11963621 w 12192002"/>
              <a:gd name="connsiteY1409" fmla="*/ 1844299 h 6858000"/>
              <a:gd name="connsiteX1410" fmla="*/ 11886604 w 12192002"/>
              <a:gd name="connsiteY1410" fmla="*/ 1907617 h 6858000"/>
              <a:gd name="connsiteX1411" fmla="*/ 12153575 w 12192002"/>
              <a:gd name="connsiteY1411" fmla="*/ 1786372 h 6858000"/>
              <a:gd name="connsiteX1412" fmla="*/ 12192000 w 12192002"/>
              <a:gd name="connsiteY1412" fmla="*/ 1759693 h 6858000"/>
              <a:gd name="connsiteX1413" fmla="*/ 12192000 w 12192002"/>
              <a:gd name="connsiteY1413" fmla="*/ 1809459 h 6858000"/>
              <a:gd name="connsiteX1414" fmla="*/ 12121362 w 12192002"/>
              <a:gd name="connsiteY1414" fmla="*/ 1857561 h 6858000"/>
              <a:gd name="connsiteX1415" fmla="*/ 11895949 w 12192002"/>
              <a:gd name="connsiteY1415" fmla="*/ 1963079 h 6858000"/>
              <a:gd name="connsiteX1416" fmla="*/ 12192000 w 12192002"/>
              <a:gd name="connsiteY1416" fmla="*/ 1990579 h 6858000"/>
              <a:gd name="connsiteX1417" fmla="*/ 12192000 w 12192002"/>
              <a:gd name="connsiteY1417" fmla="*/ 2065582 h 6858000"/>
              <a:gd name="connsiteX1418" fmla="*/ 12153918 w 12192002"/>
              <a:gd name="connsiteY1418" fmla="*/ 2063926 h 6858000"/>
              <a:gd name="connsiteX1419" fmla="*/ 12192000 w 12192002"/>
              <a:gd name="connsiteY1419" fmla="*/ 2085104 h 6858000"/>
              <a:gd name="connsiteX1420" fmla="*/ 12192000 w 12192002"/>
              <a:gd name="connsiteY1420" fmla="*/ 2178471 h 6858000"/>
              <a:gd name="connsiteX1421" fmla="*/ 12085355 w 12192002"/>
              <a:gd name="connsiteY1421" fmla="*/ 2122457 h 6858000"/>
              <a:gd name="connsiteX1422" fmla="*/ 12192000 w 12192002"/>
              <a:gd name="connsiteY1422" fmla="*/ 2196158 h 6858000"/>
              <a:gd name="connsiteX1423" fmla="*/ 12192000 w 12192002"/>
              <a:gd name="connsiteY1423" fmla="*/ 2230374 h 6858000"/>
              <a:gd name="connsiteX1424" fmla="*/ 12041237 w 12192002"/>
              <a:gd name="connsiteY1424" fmla="*/ 2126309 h 6858000"/>
              <a:gd name="connsiteX1425" fmla="*/ 12174450 w 12192002"/>
              <a:gd name="connsiteY1425" fmla="*/ 2262541 h 6858000"/>
              <a:gd name="connsiteX1426" fmla="*/ 12192000 w 12192002"/>
              <a:gd name="connsiteY1426" fmla="*/ 2275857 h 6858000"/>
              <a:gd name="connsiteX1427" fmla="*/ 12192000 w 12192002"/>
              <a:gd name="connsiteY1427" fmla="*/ 2377131 h 6858000"/>
              <a:gd name="connsiteX1428" fmla="*/ 12155801 w 12192002"/>
              <a:gd name="connsiteY1428" fmla="*/ 2349925 h 6858000"/>
              <a:gd name="connsiteX1429" fmla="*/ 11930164 w 12192002"/>
              <a:gd name="connsiteY1429" fmla="*/ 2041945 h 6858000"/>
              <a:gd name="connsiteX1430" fmla="*/ 11561767 w 12192002"/>
              <a:gd name="connsiteY1430" fmla="*/ 1984479 h 6858000"/>
              <a:gd name="connsiteX1431" fmla="*/ 11987997 w 12192002"/>
              <a:gd name="connsiteY1431" fmla="*/ 3153822 h 6858000"/>
              <a:gd name="connsiteX1432" fmla="*/ 11926558 w 12192002"/>
              <a:gd name="connsiteY1432" fmla="*/ 3203134 h 6858000"/>
              <a:gd name="connsiteX1433" fmla="*/ 11440430 w 12192002"/>
              <a:gd name="connsiteY1433" fmla="*/ 1973028 h 6858000"/>
              <a:gd name="connsiteX1434" fmla="*/ 11446754 w 12192002"/>
              <a:gd name="connsiteY1434" fmla="*/ 1959605 h 6858000"/>
              <a:gd name="connsiteX1435" fmla="*/ 11050651 w 12192002"/>
              <a:gd name="connsiteY1435" fmla="*/ 1850495 h 6858000"/>
              <a:gd name="connsiteX1436" fmla="*/ 10389960 w 12192002"/>
              <a:gd name="connsiteY1436" fmla="*/ 1586232 h 6858000"/>
              <a:gd name="connsiteX1437" fmla="*/ 10500699 w 12192002"/>
              <a:gd name="connsiteY1437" fmla="*/ 1913175 h 6858000"/>
              <a:gd name="connsiteX1438" fmla="*/ 10507814 w 12192002"/>
              <a:gd name="connsiteY1438" fmla="*/ 1920694 h 6858000"/>
              <a:gd name="connsiteX1439" fmla="*/ 10518908 w 12192002"/>
              <a:gd name="connsiteY1439" fmla="*/ 1911226 h 6858000"/>
              <a:gd name="connsiteX1440" fmla="*/ 11258935 w 12192002"/>
              <a:gd name="connsiteY1440" fmla="*/ 2442781 h 6858000"/>
              <a:gd name="connsiteX1441" fmla="*/ 11211663 w 12192002"/>
              <a:gd name="connsiteY1441" fmla="*/ 2510325 h 6858000"/>
              <a:gd name="connsiteX1442" fmla="*/ 10571295 w 12192002"/>
              <a:gd name="connsiteY1442" fmla="*/ 2105302 h 6858000"/>
              <a:gd name="connsiteX1443" fmla="*/ 10435737 w 12192002"/>
              <a:gd name="connsiteY1443" fmla="*/ 2805672 h 6858000"/>
              <a:gd name="connsiteX1444" fmla="*/ 10206831 w 12192002"/>
              <a:gd name="connsiteY1444" fmla="*/ 3151701 h 6858000"/>
              <a:gd name="connsiteX1445" fmla="*/ 10196482 w 12192002"/>
              <a:gd name="connsiteY1445" fmla="*/ 3135084 h 6858000"/>
              <a:gd name="connsiteX1446" fmla="*/ 10381882 w 12192002"/>
              <a:gd name="connsiteY1446" fmla="*/ 2155807 h 6858000"/>
              <a:gd name="connsiteX1447" fmla="*/ 10439260 w 12192002"/>
              <a:gd name="connsiteY1447" fmla="*/ 1962486 h 6858000"/>
              <a:gd name="connsiteX1448" fmla="*/ 10439409 w 12192002"/>
              <a:gd name="connsiteY1448" fmla="*/ 1960615 h 6858000"/>
              <a:gd name="connsiteX1449" fmla="*/ 10439915 w 12192002"/>
              <a:gd name="connsiteY1449" fmla="*/ 1951821 h 6858000"/>
              <a:gd name="connsiteX1450" fmla="*/ 10314241 w 12192002"/>
              <a:gd name="connsiteY1450" fmla="*/ 1556749 h 6858000"/>
              <a:gd name="connsiteX1451" fmla="*/ 10315061 w 12192002"/>
              <a:gd name="connsiteY1451" fmla="*/ 1548729 h 6858000"/>
              <a:gd name="connsiteX1452" fmla="*/ 9526158 w 12192002"/>
              <a:gd name="connsiteY1452" fmla="*/ 1071804 h 6858000"/>
              <a:gd name="connsiteX1453" fmla="*/ 9758689 w 12192002"/>
              <a:gd name="connsiteY1453" fmla="*/ 1585512 h 6858000"/>
              <a:gd name="connsiteX1454" fmla="*/ 9941392 w 12192002"/>
              <a:gd name="connsiteY1454" fmla="*/ 2432858 h 6858000"/>
              <a:gd name="connsiteX1455" fmla="*/ 9887724 w 12192002"/>
              <a:gd name="connsiteY1455" fmla="*/ 2495762 h 6858000"/>
              <a:gd name="connsiteX1456" fmla="*/ 9587446 w 12192002"/>
              <a:gd name="connsiteY1456" fmla="*/ 1872898 h 6858000"/>
              <a:gd name="connsiteX1457" fmla="*/ 9462810 w 12192002"/>
              <a:gd name="connsiteY1457" fmla="*/ 1288346 h 6858000"/>
              <a:gd name="connsiteX1458" fmla="*/ 9318575 w 12192002"/>
              <a:gd name="connsiteY1458" fmla="*/ 1540820 h 6858000"/>
              <a:gd name="connsiteX1459" fmla="*/ 9191090 w 12192002"/>
              <a:gd name="connsiteY1459" fmla="*/ 1688355 h 6858000"/>
              <a:gd name="connsiteX1460" fmla="*/ 9177757 w 12192002"/>
              <a:gd name="connsiteY1460" fmla="*/ 1683354 h 6858000"/>
              <a:gd name="connsiteX1461" fmla="*/ 9274865 w 12192002"/>
              <a:gd name="connsiteY1461" fmla="*/ 1336896 h 6858000"/>
              <a:gd name="connsiteX1462" fmla="*/ 9478649 w 12192002"/>
              <a:gd name="connsiteY1462" fmla="*/ 1173376 h 6858000"/>
              <a:gd name="connsiteX1463" fmla="*/ 9482281 w 12192002"/>
              <a:gd name="connsiteY1463" fmla="*/ 1167830 h 6858000"/>
              <a:gd name="connsiteX1464" fmla="*/ 9438637 w 12192002"/>
              <a:gd name="connsiteY1464" fmla="*/ 1015438 h 6858000"/>
              <a:gd name="connsiteX1465" fmla="*/ 9439458 w 12192002"/>
              <a:gd name="connsiteY1465" fmla="*/ 1007420 h 6858000"/>
              <a:gd name="connsiteX1466" fmla="*/ 9197105 w 12192002"/>
              <a:gd name="connsiteY1466" fmla="*/ 808882 h 6858000"/>
              <a:gd name="connsiteX1467" fmla="*/ 8973607 w 12192002"/>
              <a:gd name="connsiteY1467" fmla="*/ 597733 h 6858000"/>
              <a:gd name="connsiteX1468" fmla="*/ 8967512 w 12192002"/>
              <a:gd name="connsiteY1468" fmla="*/ 1795211 h 6858000"/>
              <a:gd name="connsiteX1469" fmla="*/ 8912526 w 12192002"/>
              <a:gd name="connsiteY1469" fmla="*/ 1841464 h 6858000"/>
              <a:gd name="connsiteX1470" fmla="*/ 8893391 w 12192002"/>
              <a:gd name="connsiteY1470" fmla="*/ 572788 h 6858000"/>
              <a:gd name="connsiteX1471" fmla="*/ 8902990 w 12192002"/>
              <a:gd name="connsiteY1471" fmla="*/ 560750 h 6858000"/>
              <a:gd name="connsiteX1472" fmla="*/ 8919102 w 12192002"/>
              <a:gd name="connsiteY1472" fmla="*/ 542471 h 6858000"/>
              <a:gd name="connsiteX1473" fmla="*/ 8661728 w 12192002"/>
              <a:gd name="connsiteY1473" fmla="*/ 250903 h 6858000"/>
              <a:gd name="connsiteX1474" fmla="*/ 8357758 w 12192002"/>
              <a:gd name="connsiteY1474" fmla="*/ 0 h 6858000"/>
              <a:gd name="connsiteX1475" fmla="*/ 8405492 w 12192002"/>
              <a:gd name="connsiteY1475" fmla="*/ 0 h 6858000"/>
              <a:gd name="connsiteX1476" fmla="*/ 8392083 w 12192002"/>
              <a:gd name="connsiteY1476" fmla="*/ 30495 h 6858000"/>
              <a:gd name="connsiteX1477" fmla="*/ 8339888 w 12192002"/>
              <a:gd name="connsiteY1477" fmla="*/ 306259 h 6858000"/>
              <a:gd name="connsiteX1478" fmla="*/ 8473847 w 12192002"/>
              <a:gd name="connsiteY1478" fmla="*/ 727373 h 6858000"/>
              <a:gd name="connsiteX1479" fmla="*/ 8454081 w 12192002"/>
              <a:gd name="connsiteY1479" fmla="*/ 1611960 h 6858000"/>
              <a:gd name="connsiteX1480" fmla="*/ 8396000 w 12192002"/>
              <a:gd name="connsiteY1480" fmla="*/ 1663986 h 6858000"/>
              <a:gd name="connsiteX1481" fmla="*/ 8238881 w 12192002"/>
              <a:gd name="connsiteY1481" fmla="*/ 368438 h 6858000"/>
              <a:gd name="connsiteX1482" fmla="*/ 7668140 w 12192002"/>
              <a:gd name="connsiteY1482" fmla="*/ 942511 h 6858000"/>
              <a:gd name="connsiteX1483" fmla="*/ 7637853 w 12192002"/>
              <a:gd name="connsiteY1483" fmla="*/ 942567 h 6858000"/>
              <a:gd name="connsiteX1484" fmla="*/ 7909649 w 12192002"/>
              <a:gd name="connsiteY1484" fmla="*/ 489150 h 6858000"/>
              <a:gd name="connsiteX1485" fmla="*/ 8256182 w 12192002"/>
              <a:gd name="connsiteY1485" fmla="*/ 301724 h 6858000"/>
              <a:gd name="connsiteX1486" fmla="*/ 8255912 w 12192002"/>
              <a:gd name="connsiteY1486" fmla="*/ 276498 h 6858000"/>
              <a:gd name="connsiteX1487" fmla="*/ 8315225 w 12192002"/>
              <a:gd name="connsiteY1487" fmla="*/ 89075 h 6858000"/>
              <a:gd name="connsiteX1488" fmla="*/ 7497388 w 12192002"/>
              <a:gd name="connsiteY1488" fmla="*/ 0 h 6858000"/>
              <a:gd name="connsiteX1489" fmla="*/ 7560921 w 12192002"/>
              <a:gd name="connsiteY1489" fmla="*/ 0 h 6858000"/>
              <a:gd name="connsiteX1490" fmla="*/ 7546742 w 12192002"/>
              <a:gd name="connsiteY1490" fmla="*/ 68966 h 6858000"/>
              <a:gd name="connsiteX1491" fmla="*/ 7488853 w 12192002"/>
              <a:gd name="connsiteY1491" fmla="*/ 535687 h 6858000"/>
              <a:gd name="connsiteX1492" fmla="*/ 7529509 w 12192002"/>
              <a:gd name="connsiteY1492" fmla="*/ 380358 h 6858000"/>
              <a:gd name="connsiteX1493" fmla="*/ 7585939 w 12192002"/>
              <a:gd name="connsiteY1493" fmla="*/ 184712 h 6858000"/>
              <a:gd name="connsiteX1494" fmla="*/ 7621792 w 12192002"/>
              <a:gd name="connsiteY1494" fmla="*/ 87864 h 6858000"/>
              <a:gd name="connsiteX1495" fmla="*/ 7654204 w 12192002"/>
              <a:gd name="connsiteY1495" fmla="*/ 0 h 6858000"/>
              <a:gd name="connsiteX1496" fmla="*/ 7683986 w 12192002"/>
              <a:gd name="connsiteY1496" fmla="*/ 0 h 6858000"/>
              <a:gd name="connsiteX1497" fmla="*/ 7647914 w 12192002"/>
              <a:gd name="connsiteY1497" fmla="*/ 97640 h 6858000"/>
              <a:gd name="connsiteX1498" fmla="*/ 7612524 w 12192002"/>
              <a:gd name="connsiteY1498" fmla="*/ 193392 h 6858000"/>
              <a:gd name="connsiteX1499" fmla="*/ 7557013 w 12192002"/>
              <a:gd name="connsiteY1499" fmla="*/ 386853 h 6858000"/>
              <a:gd name="connsiteX1500" fmla="*/ 7517286 w 12192002"/>
              <a:gd name="connsiteY1500" fmla="*/ 539999 h 6858000"/>
              <a:gd name="connsiteX1501" fmla="*/ 7704204 w 12192002"/>
              <a:gd name="connsiteY1501" fmla="*/ 152292 h 6858000"/>
              <a:gd name="connsiteX1502" fmla="*/ 7756975 w 12192002"/>
              <a:gd name="connsiteY1502" fmla="*/ 0 h 6858000"/>
              <a:gd name="connsiteX1503" fmla="*/ 7837329 w 12192002"/>
              <a:gd name="connsiteY1503" fmla="*/ 0 h 6858000"/>
              <a:gd name="connsiteX1504" fmla="*/ 7821760 w 12192002"/>
              <a:gd name="connsiteY1504" fmla="*/ 65656 h 6858000"/>
              <a:gd name="connsiteX1505" fmla="*/ 7488925 w 12192002"/>
              <a:gd name="connsiteY1505" fmla="*/ 763628 h 6858000"/>
              <a:gd name="connsiteX1506" fmla="*/ 7419999 w 12192002"/>
              <a:gd name="connsiteY1506" fmla="*/ 774360 h 6858000"/>
              <a:gd name="connsiteX1507" fmla="*/ 7487820 w 12192002"/>
              <a:gd name="connsiteY1507" fmla="*/ 37416 h 6858000"/>
              <a:gd name="connsiteX1508" fmla="*/ 3882765 w 12192002"/>
              <a:gd name="connsiteY1508" fmla="*/ 0 h 6858000"/>
              <a:gd name="connsiteX1509" fmla="*/ 3995099 w 12192002"/>
              <a:gd name="connsiteY1509" fmla="*/ 0 h 6858000"/>
              <a:gd name="connsiteX1510" fmla="*/ 4163818 w 12192002"/>
              <a:gd name="connsiteY1510" fmla="*/ 234104 h 6858000"/>
              <a:gd name="connsiteX1511" fmla="*/ 4172099 w 12192002"/>
              <a:gd name="connsiteY1511" fmla="*/ 234207 h 6858000"/>
              <a:gd name="connsiteX1512" fmla="*/ 4784282 w 12192002"/>
              <a:gd name="connsiteY1512" fmla="*/ 276561 h 6858000"/>
              <a:gd name="connsiteX1513" fmla="*/ 4801687 w 12192002"/>
              <a:gd name="connsiteY1513" fmla="*/ 267764 h 6858000"/>
              <a:gd name="connsiteX1514" fmla="*/ 6082788 w 12192002"/>
              <a:gd name="connsiteY1514" fmla="*/ 64119 h 6858000"/>
              <a:gd name="connsiteX1515" fmla="*/ 6099442 w 12192002"/>
              <a:gd name="connsiteY1515" fmla="*/ 82568 h 6858000"/>
              <a:gd name="connsiteX1516" fmla="*/ 4804137 w 12192002"/>
              <a:gd name="connsiteY1516" fmla="*/ 320931 h 6858000"/>
              <a:gd name="connsiteX1517" fmla="*/ 4227047 w 12192002"/>
              <a:gd name="connsiteY1517" fmla="*/ 313415 h 6858000"/>
              <a:gd name="connsiteX1518" fmla="*/ 4346041 w 12192002"/>
              <a:gd name="connsiteY1518" fmla="*/ 456086 h 6858000"/>
              <a:gd name="connsiteX1519" fmla="*/ 4870967 w 12192002"/>
              <a:gd name="connsiteY1519" fmla="*/ 963061 h 6858000"/>
              <a:gd name="connsiteX1520" fmla="*/ 4889647 w 12192002"/>
              <a:gd name="connsiteY1520" fmla="*/ 957147 h 6858000"/>
              <a:gd name="connsiteX1521" fmla="*/ 5422504 w 12192002"/>
              <a:gd name="connsiteY1521" fmla="*/ 805191 h 6858000"/>
              <a:gd name="connsiteX1522" fmla="*/ 6087656 w 12192002"/>
              <a:gd name="connsiteY1522" fmla="*/ 826703 h 6858000"/>
              <a:gd name="connsiteX1523" fmla="*/ 6058717 w 12192002"/>
              <a:gd name="connsiteY1523" fmla="*/ 865992 h 6858000"/>
              <a:gd name="connsiteX1524" fmla="*/ 4974153 w 12192002"/>
              <a:gd name="connsiteY1524" fmla="*/ 1045456 h 6858000"/>
              <a:gd name="connsiteX1525" fmla="*/ 5627835 w 12192002"/>
              <a:gd name="connsiteY1525" fmla="*/ 1472077 h 6858000"/>
              <a:gd name="connsiteX1526" fmla="*/ 5629816 w 12192002"/>
              <a:gd name="connsiteY1526" fmla="*/ 1471412 h 6858000"/>
              <a:gd name="connsiteX1527" fmla="*/ 5634124 w 12192002"/>
              <a:gd name="connsiteY1527" fmla="*/ 1470572 h 6858000"/>
              <a:gd name="connsiteX1528" fmla="*/ 5755832 w 12192002"/>
              <a:gd name="connsiteY1528" fmla="*/ 1383886 h 6858000"/>
              <a:gd name="connsiteX1529" fmla="*/ 6014186 w 12192002"/>
              <a:gd name="connsiteY1529" fmla="*/ 1279799 h 6858000"/>
              <a:gd name="connsiteX1530" fmla="*/ 6901619 w 12192002"/>
              <a:gd name="connsiteY1530" fmla="*/ 1047874 h 6858000"/>
              <a:gd name="connsiteX1531" fmla="*/ 6931566 w 12192002"/>
              <a:gd name="connsiteY1531" fmla="*/ 1062034 h 6858000"/>
              <a:gd name="connsiteX1532" fmla="*/ 5790982 w 12192002"/>
              <a:gd name="connsiteY1532" fmla="*/ 1561380 h 6858000"/>
              <a:gd name="connsiteX1533" fmla="*/ 6188971 w 12192002"/>
              <a:gd name="connsiteY1533" fmla="*/ 1755168 h 6858000"/>
              <a:gd name="connsiteX1534" fmla="*/ 6202446 w 12192002"/>
              <a:gd name="connsiteY1534" fmla="*/ 1752268 h 6858000"/>
              <a:gd name="connsiteX1535" fmla="*/ 7179560 w 12192002"/>
              <a:gd name="connsiteY1535" fmla="*/ 1467551 h 6858000"/>
              <a:gd name="connsiteX1536" fmla="*/ 7158730 w 12192002"/>
              <a:gd name="connsiteY1536" fmla="*/ 1507835 h 6858000"/>
              <a:gd name="connsiteX1537" fmla="*/ 6326959 w 12192002"/>
              <a:gd name="connsiteY1537" fmla="*/ 1817686 h 6858000"/>
              <a:gd name="connsiteX1538" fmla="*/ 6537433 w 12192002"/>
              <a:gd name="connsiteY1538" fmla="*/ 1907790 h 6858000"/>
              <a:gd name="connsiteX1539" fmla="*/ 6550221 w 12192002"/>
              <a:gd name="connsiteY1539" fmla="*/ 1910729 h 6858000"/>
              <a:gd name="connsiteX1540" fmla="*/ 6964438 w 12192002"/>
              <a:gd name="connsiteY1540" fmla="*/ 2209505 h 6858000"/>
              <a:gd name="connsiteX1541" fmla="*/ 7367862 w 12192002"/>
              <a:gd name="connsiteY1541" fmla="*/ 2806833 h 6858000"/>
              <a:gd name="connsiteX1542" fmla="*/ 7364329 w 12192002"/>
              <a:gd name="connsiteY1542" fmla="*/ 2826907 h 6858000"/>
              <a:gd name="connsiteX1543" fmla="*/ 7290545 w 12192002"/>
              <a:gd name="connsiteY1543" fmla="*/ 2850663 h 6858000"/>
              <a:gd name="connsiteX1544" fmla="*/ 6472036 w 12192002"/>
              <a:gd name="connsiteY1544" fmla="*/ 1959003 h 6858000"/>
              <a:gd name="connsiteX1545" fmla="*/ 5792897 w 12192002"/>
              <a:gd name="connsiteY1545" fmla="*/ 1647747 h 6858000"/>
              <a:gd name="connsiteX1546" fmla="*/ 5842751 w 12192002"/>
              <a:gd name="connsiteY1546" fmla="*/ 1816112 h 6858000"/>
              <a:gd name="connsiteX1547" fmla="*/ 5847424 w 12192002"/>
              <a:gd name="connsiteY1547" fmla="*/ 1815776 h 6858000"/>
              <a:gd name="connsiteX1548" fmla="*/ 6399821 w 12192002"/>
              <a:gd name="connsiteY1548" fmla="*/ 2344799 h 6858000"/>
              <a:gd name="connsiteX1549" fmla="*/ 6323232 w 12192002"/>
              <a:gd name="connsiteY1549" fmla="*/ 2389634 h 6858000"/>
              <a:gd name="connsiteX1550" fmla="*/ 5942957 w 12192002"/>
              <a:gd name="connsiteY1550" fmla="*/ 2077708 h 6858000"/>
              <a:gd name="connsiteX1551" fmla="*/ 5921559 w 12192002"/>
              <a:gd name="connsiteY1551" fmla="*/ 2378596 h 6858000"/>
              <a:gd name="connsiteX1552" fmla="*/ 5817651 w 12192002"/>
              <a:gd name="connsiteY1552" fmla="*/ 3023919 h 6858000"/>
              <a:gd name="connsiteX1553" fmla="*/ 5729634 w 12192002"/>
              <a:gd name="connsiteY1553" fmla="*/ 3051849 h 6858000"/>
              <a:gd name="connsiteX1554" fmla="*/ 5611018 w 12192002"/>
              <a:gd name="connsiteY1554" fmla="*/ 2316769 h 6858000"/>
              <a:gd name="connsiteX1555" fmla="*/ 5687608 w 12192002"/>
              <a:gd name="connsiteY1555" fmla="*/ 2039972 h 6858000"/>
              <a:gd name="connsiteX1556" fmla="*/ 5657554 w 12192002"/>
              <a:gd name="connsiteY1556" fmla="*/ 1576445 h 6858000"/>
              <a:gd name="connsiteX1557" fmla="*/ 5150475 w 12192002"/>
              <a:gd name="connsiteY1557" fmla="*/ 1274012 h 6858000"/>
              <a:gd name="connsiteX1558" fmla="*/ 5349142 w 12192002"/>
              <a:gd name="connsiteY1558" fmla="*/ 2204405 h 6858000"/>
              <a:gd name="connsiteX1559" fmla="*/ 5262214 w 12192002"/>
              <a:gd name="connsiteY1559" fmla="*/ 2233836 h 6858000"/>
              <a:gd name="connsiteX1560" fmla="*/ 4981539 w 12192002"/>
              <a:gd name="connsiteY1560" fmla="*/ 1542201 h 6858000"/>
              <a:gd name="connsiteX1561" fmla="*/ 4958461 w 12192002"/>
              <a:gd name="connsiteY1561" fmla="*/ 1136957 h 6858000"/>
              <a:gd name="connsiteX1562" fmla="*/ 4655015 w 12192002"/>
              <a:gd name="connsiteY1562" fmla="*/ 891426 h 6858000"/>
              <a:gd name="connsiteX1563" fmla="*/ 4348002 w 12192002"/>
              <a:gd name="connsiteY1563" fmla="*/ 2205895 h 6858000"/>
              <a:gd name="connsiteX1564" fmla="*/ 4262250 w 12192002"/>
              <a:gd name="connsiteY1564" fmla="*/ 2219972 h 6858000"/>
              <a:gd name="connsiteX1565" fmla="*/ 4550611 w 12192002"/>
              <a:gd name="connsiteY1565" fmla="*/ 817540 h 6858000"/>
              <a:gd name="connsiteX1566" fmla="*/ 4564418 w 12192002"/>
              <a:gd name="connsiteY1566" fmla="*/ 808293 h 6858000"/>
              <a:gd name="connsiteX1567" fmla="*/ 4266388 w 12192002"/>
              <a:gd name="connsiteY1567" fmla="*/ 500083 h 6858000"/>
              <a:gd name="connsiteX1568" fmla="*/ 4032842 w 12192002"/>
              <a:gd name="connsiteY1568" fmla="*/ 211809 h 6858000"/>
              <a:gd name="connsiteX1569" fmla="*/ 3721337 w 12192002"/>
              <a:gd name="connsiteY1569" fmla="*/ 0 h 6858000"/>
              <a:gd name="connsiteX1570" fmla="*/ 3797544 w 12192002"/>
              <a:gd name="connsiteY1570" fmla="*/ 0 h 6858000"/>
              <a:gd name="connsiteX1571" fmla="*/ 3775734 w 12192002"/>
              <a:gd name="connsiteY1571" fmla="*/ 95131 h 6858000"/>
              <a:gd name="connsiteX1572" fmla="*/ 3724807 w 12192002"/>
              <a:gd name="connsiteY1572" fmla="*/ 272257 h 6858000"/>
              <a:gd name="connsiteX1573" fmla="*/ 3726844 w 12192002"/>
              <a:gd name="connsiteY1573" fmla="*/ 282988 h 6858000"/>
              <a:gd name="connsiteX1574" fmla="*/ 3742664 w 12192002"/>
              <a:gd name="connsiteY1574" fmla="*/ 279918 h 6858000"/>
              <a:gd name="connsiteX1575" fmla="*/ 4103910 w 12192002"/>
              <a:gd name="connsiteY1575" fmla="*/ 1161917 h 6858000"/>
              <a:gd name="connsiteX1576" fmla="*/ 4020269 w 12192002"/>
              <a:gd name="connsiteY1576" fmla="*/ 1200406 h 6858000"/>
              <a:gd name="connsiteX1577" fmla="*/ 3674882 w 12192002"/>
              <a:gd name="connsiteY1577" fmla="*/ 488524 h 6858000"/>
              <a:gd name="connsiteX1578" fmla="*/ 3132682 w 12192002"/>
              <a:gd name="connsiteY1578" fmla="*/ 1072284 h 6858000"/>
              <a:gd name="connsiteX1579" fmla="*/ 2716346 w 12192002"/>
              <a:gd name="connsiteY1579" fmla="*/ 1276376 h 6858000"/>
              <a:gd name="connsiteX1580" fmla="*/ 2716772 w 12192002"/>
              <a:gd name="connsiteY1580" fmla="*/ 1255462 h 6858000"/>
              <a:gd name="connsiteX1581" fmla="*/ 3471096 w 12192002"/>
              <a:gd name="connsiteY1581" fmla="*/ 437072 h 6858000"/>
              <a:gd name="connsiteX1582" fmla="*/ 3639057 w 12192002"/>
              <a:gd name="connsiteY1582" fmla="*/ 286334 h 6858000"/>
              <a:gd name="connsiteX1583" fmla="*/ 3640309 w 12192002"/>
              <a:gd name="connsiteY1583" fmla="*/ 284664 h 6858000"/>
              <a:gd name="connsiteX1584" fmla="*/ 3646022 w 12192002"/>
              <a:gd name="connsiteY1584" fmla="*/ 276711 h 6858000"/>
              <a:gd name="connsiteX1585" fmla="*/ 3707943 w 12192002"/>
              <a:gd name="connsiteY1585" fmla="*/ 65958 h 6858000"/>
              <a:gd name="connsiteX1586" fmla="*/ 2867960 w 12192002"/>
              <a:gd name="connsiteY1586" fmla="*/ 0 h 6858000"/>
              <a:gd name="connsiteX1587" fmla="*/ 2926351 w 12192002"/>
              <a:gd name="connsiteY1587" fmla="*/ 0 h 6858000"/>
              <a:gd name="connsiteX1588" fmla="*/ 2902823 w 12192002"/>
              <a:gd name="connsiteY1588" fmla="*/ 262929 h 6858000"/>
              <a:gd name="connsiteX1589" fmla="*/ 2940663 w 12192002"/>
              <a:gd name="connsiteY1589" fmla="*/ 140884 h 6858000"/>
              <a:gd name="connsiteX1590" fmla="*/ 2947039 w 12192002"/>
              <a:gd name="connsiteY1590" fmla="*/ 122524 h 6858000"/>
              <a:gd name="connsiteX1591" fmla="*/ 2984316 w 12192002"/>
              <a:gd name="connsiteY1591" fmla="*/ 0 h 6858000"/>
              <a:gd name="connsiteX1592" fmla="*/ 3016114 w 12192002"/>
              <a:gd name="connsiteY1592" fmla="*/ 0 h 6858000"/>
              <a:gd name="connsiteX1593" fmla="*/ 2979949 w 12192002"/>
              <a:gd name="connsiteY1593" fmla="*/ 119274 h 6858000"/>
              <a:gd name="connsiteX1594" fmla="*/ 3023879 w 12192002"/>
              <a:gd name="connsiteY1594" fmla="*/ 0 h 6858000"/>
              <a:gd name="connsiteX1595" fmla="*/ 3105400 w 12192002"/>
              <a:gd name="connsiteY1595" fmla="*/ 0 h 6858000"/>
              <a:gd name="connsiteX1596" fmla="*/ 3094669 w 12192002"/>
              <a:gd name="connsiteY1596" fmla="*/ 30308 h 6858000"/>
              <a:gd name="connsiteX1597" fmla="*/ 2901945 w 12192002"/>
              <a:gd name="connsiteY1597" fmla="*/ 466538 h 6858000"/>
              <a:gd name="connsiteX1598" fmla="*/ 2815209 w 12192002"/>
              <a:gd name="connsiteY1598" fmla="*/ 497361 h 6858000"/>
              <a:gd name="connsiteX1599" fmla="*/ 2844845 w 12192002"/>
              <a:gd name="connsiteY1599" fmla="*/ 127638 h 6858000"/>
              <a:gd name="connsiteX1600" fmla="*/ 1057230 w 12192002"/>
              <a:gd name="connsiteY1600" fmla="*/ 0 h 6858000"/>
              <a:gd name="connsiteX1601" fmla="*/ 1111003 w 12192002"/>
              <a:gd name="connsiteY1601" fmla="*/ 0 h 6858000"/>
              <a:gd name="connsiteX1602" fmla="*/ 1125553 w 12192002"/>
              <a:gd name="connsiteY1602" fmla="*/ 52588 h 6858000"/>
              <a:gd name="connsiteX1603" fmla="*/ 1304276 w 12192002"/>
              <a:gd name="connsiteY1603" fmla="*/ 476275 h 6858000"/>
              <a:gd name="connsiteX1604" fmla="*/ 1492066 w 12192002"/>
              <a:gd name="connsiteY1604" fmla="*/ 886333 h 6858000"/>
              <a:gd name="connsiteX1605" fmla="*/ 1423698 w 12192002"/>
              <a:gd name="connsiteY1605" fmla="*/ 710817 h 6858000"/>
              <a:gd name="connsiteX1606" fmla="*/ 1357609 w 12192002"/>
              <a:gd name="connsiteY1606" fmla="*/ 532892 h 6858000"/>
              <a:gd name="connsiteX1607" fmla="*/ 1309550 w 12192002"/>
              <a:gd name="connsiteY1607" fmla="*/ 374031 h 6858000"/>
              <a:gd name="connsiteX1608" fmla="*/ 1193673 w 12192002"/>
              <a:gd name="connsiteY1608" fmla="*/ 49533 h 6858000"/>
              <a:gd name="connsiteX1609" fmla="*/ 1164391 w 12192002"/>
              <a:gd name="connsiteY1609" fmla="*/ 0 h 6858000"/>
              <a:gd name="connsiteX1610" fmla="*/ 1200666 w 12192002"/>
              <a:gd name="connsiteY1610" fmla="*/ 0 h 6858000"/>
              <a:gd name="connsiteX1611" fmla="*/ 1223408 w 12192002"/>
              <a:gd name="connsiteY1611" fmla="*/ 38996 h 6858000"/>
              <a:gd name="connsiteX1612" fmla="*/ 1339635 w 12192002"/>
              <a:gd name="connsiteY1612" fmla="*/ 365517 h 6858000"/>
              <a:gd name="connsiteX1613" fmla="*/ 1387469 w 12192002"/>
              <a:gd name="connsiteY1613" fmla="*/ 523079 h 6858000"/>
              <a:gd name="connsiteX1614" fmla="*/ 1452685 w 12192002"/>
              <a:gd name="connsiteY1614" fmla="*/ 699806 h 6858000"/>
              <a:gd name="connsiteX1615" fmla="*/ 1492092 w 12192002"/>
              <a:gd name="connsiteY1615" fmla="*/ 800424 h 6858000"/>
              <a:gd name="connsiteX1616" fmla="*/ 1455302 w 12192002"/>
              <a:gd name="connsiteY1616" fmla="*/ 632913 h 6858000"/>
              <a:gd name="connsiteX1617" fmla="*/ 1222336 w 12192002"/>
              <a:gd name="connsiteY1617" fmla="*/ 9480 h 6858000"/>
              <a:gd name="connsiteX1618" fmla="*/ 1214634 w 12192002"/>
              <a:gd name="connsiteY1618" fmla="*/ 0 h 6858000"/>
              <a:gd name="connsiteX1619" fmla="*/ 1289827 w 12192002"/>
              <a:gd name="connsiteY1619" fmla="*/ 0 h 6858000"/>
              <a:gd name="connsiteX1620" fmla="*/ 1321076 w 12192002"/>
              <a:gd name="connsiteY1620" fmla="*/ 59722 h 6858000"/>
              <a:gd name="connsiteX1621" fmla="*/ 1512579 w 12192002"/>
              <a:gd name="connsiteY1621" fmla="*/ 626441 h 6858000"/>
              <a:gd name="connsiteX1622" fmla="*/ 1506076 w 12192002"/>
              <a:gd name="connsiteY1622" fmla="*/ 1089289 h 6858000"/>
              <a:gd name="connsiteX1623" fmla="*/ 1486346 w 12192002"/>
              <a:gd name="connsiteY1623" fmla="*/ 1079919 h 6858000"/>
              <a:gd name="connsiteX1624" fmla="*/ 1070511 w 12192002"/>
              <a:gd name="connsiteY1624" fmla="*/ 48609 h 6858000"/>
              <a:gd name="connsiteX1625" fmla="*/ 43151 w 12192002"/>
              <a:gd name="connsiteY1625" fmla="*/ 0 h 6858000"/>
              <a:gd name="connsiteX1626" fmla="*/ 95283 w 12192002"/>
              <a:gd name="connsiteY1626" fmla="*/ 0 h 6858000"/>
              <a:gd name="connsiteX1627" fmla="*/ 300708 w 12192002"/>
              <a:gd name="connsiteY1627" fmla="*/ 154571 h 6858000"/>
              <a:gd name="connsiteX1628" fmla="*/ 530414 w 12192002"/>
              <a:gd name="connsiteY1628" fmla="*/ 354673 h 6858000"/>
              <a:gd name="connsiteX1629" fmla="*/ 333785 w 12192002"/>
              <a:gd name="connsiteY1629" fmla="*/ 161564 h 6858000"/>
              <a:gd name="connsiteX1630" fmla="*/ 147005 w 12192002"/>
              <a:gd name="connsiteY1630" fmla="*/ 0 h 6858000"/>
              <a:gd name="connsiteX1631" fmla="*/ 272509 w 12192002"/>
              <a:gd name="connsiteY1631" fmla="*/ 0 h 6858000"/>
              <a:gd name="connsiteX1632" fmla="*/ 326276 w 12192002"/>
              <a:gd name="connsiteY1632" fmla="*/ 45847 h 6858000"/>
              <a:gd name="connsiteX1633" fmla="*/ 823759 w 12192002"/>
              <a:gd name="connsiteY1633" fmla="*/ 574145 h 6858000"/>
              <a:gd name="connsiteX1634" fmla="*/ 811254 w 12192002"/>
              <a:gd name="connsiteY1634" fmla="*/ 665546 h 6858000"/>
              <a:gd name="connsiteX1635" fmla="*/ 154042 w 12192002"/>
              <a:gd name="connsiteY1635" fmla="*/ 261522 h 6858000"/>
              <a:gd name="connsiteX1636" fmla="*/ 13550 w 12192002"/>
              <a:gd name="connsiteY1636" fmla="*/ 158423 h 6858000"/>
              <a:gd name="connsiteX1637" fmla="*/ 0 w 12192002"/>
              <a:gd name="connsiteY1637" fmla="*/ 146618 h 6858000"/>
              <a:gd name="connsiteX1638" fmla="*/ 0 w 12192002"/>
              <a:gd name="connsiteY1638" fmla="*/ 59161 h 6858000"/>
              <a:gd name="connsiteX1639" fmla="*/ 45427 w 12192002"/>
              <a:gd name="connsiteY1639" fmla="*/ 101078 h 6858000"/>
              <a:gd name="connsiteX1640" fmla="*/ 630103 w 12192002"/>
              <a:gd name="connsiteY1640" fmla="*/ 485885 h 6858000"/>
              <a:gd name="connsiteX1641" fmla="*/ 532040 w 12192002"/>
              <a:gd name="connsiteY1641" fmla="*/ 399359 h 6858000"/>
              <a:gd name="connsiteX1642" fmla="*/ 517618 w 12192002"/>
              <a:gd name="connsiteY1642" fmla="*/ 385726 h 6858000"/>
              <a:gd name="connsiteX1643" fmla="*/ 285074 w 12192002"/>
              <a:gd name="connsiteY1643" fmla="*/ 18275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</a:cxnLst>
            <a:rect l="l" t="t" r="r" b="b"/>
            <a:pathLst>
              <a:path w="12192002" h="6858000">
                <a:moveTo>
                  <a:pt x="369702" y="6712169"/>
                </a:moveTo>
                <a:lnTo>
                  <a:pt x="366575" y="6715556"/>
                </a:lnTo>
                <a:cubicBezTo>
                  <a:pt x="367954" y="6715031"/>
                  <a:pt x="369326" y="6714512"/>
                  <a:pt x="371637" y="6713954"/>
                </a:cubicBezTo>
                <a:close/>
                <a:moveTo>
                  <a:pt x="7392322" y="6658238"/>
                </a:moveTo>
                <a:cubicBezTo>
                  <a:pt x="7466250" y="6681109"/>
                  <a:pt x="7539706" y="6707100"/>
                  <a:pt x="7611337" y="6732821"/>
                </a:cubicBezTo>
                <a:cubicBezTo>
                  <a:pt x="7723489" y="6773078"/>
                  <a:pt x="7838666" y="6813801"/>
                  <a:pt x="7955762" y="6842006"/>
                </a:cubicBezTo>
                <a:cubicBezTo>
                  <a:pt x="7825893" y="6763794"/>
                  <a:pt x="7655160" y="6705586"/>
                  <a:pt x="7512455" y="6674734"/>
                </a:cubicBezTo>
                <a:close/>
                <a:moveTo>
                  <a:pt x="9928143" y="6515312"/>
                </a:moveTo>
                <a:lnTo>
                  <a:pt x="9753801" y="6525103"/>
                </a:lnTo>
                <a:cubicBezTo>
                  <a:pt x="9696294" y="6528458"/>
                  <a:pt x="9636969" y="6531530"/>
                  <a:pt x="9578027" y="6532104"/>
                </a:cubicBezTo>
                <a:cubicBezTo>
                  <a:pt x="9526546" y="6532538"/>
                  <a:pt x="9474842" y="6530381"/>
                  <a:pt x="9424342" y="6528403"/>
                </a:cubicBezTo>
                <a:cubicBezTo>
                  <a:pt x="9283243" y="6523421"/>
                  <a:pt x="9137206" y="6518329"/>
                  <a:pt x="9001907" y="6560369"/>
                </a:cubicBezTo>
                <a:cubicBezTo>
                  <a:pt x="8974564" y="6568983"/>
                  <a:pt x="8948144" y="6579668"/>
                  <a:pt x="8922138" y="6591702"/>
                </a:cubicBezTo>
                <a:cubicBezTo>
                  <a:pt x="8976395" y="6597451"/>
                  <a:pt x="9031633" y="6600803"/>
                  <a:pt x="9087550" y="6599765"/>
                </a:cubicBezTo>
                <a:cubicBezTo>
                  <a:pt x="9228396" y="6598297"/>
                  <a:pt x="9371812" y="6576077"/>
                  <a:pt x="9512475" y="6563693"/>
                </a:cubicBezTo>
                <a:cubicBezTo>
                  <a:pt x="9626059" y="6554204"/>
                  <a:pt x="9898686" y="6537707"/>
                  <a:pt x="9928143" y="6515312"/>
                </a:cubicBezTo>
                <a:close/>
                <a:moveTo>
                  <a:pt x="9351220" y="6459370"/>
                </a:moveTo>
                <a:cubicBezTo>
                  <a:pt x="9225400" y="6463303"/>
                  <a:pt x="9098278" y="6481291"/>
                  <a:pt x="8999756" y="6529929"/>
                </a:cubicBezTo>
                <a:cubicBezTo>
                  <a:pt x="9138083" y="6488352"/>
                  <a:pt x="9284119" y="6493450"/>
                  <a:pt x="9425830" y="6498517"/>
                </a:cubicBezTo>
                <a:cubicBezTo>
                  <a:pt x="9476320" y="6500495"/>
                  <a:pt x="9528123" y="6502029"/>
                  <a:pt x="9578307" y="6502035"/>
                </a:cubicBezTo>
                <a:cubicBezTo>
                  <a:pt x="9636540" y="6501999"/>
                  <a:pt x="9695359" y="6498204"/>
                  <a:pt x="9752771" y="6495471"/>
                </a:cubicBezTo>
                <a:lnTo>
                  <a:pt x="9852779" y="6489665"/>
                </a:lnTo>
                <a:cubicBezTo>
                  <a:pt x="9815758" y="6484629"/>
                  <a:pt x="9764024" y="6478620"/>
                  <a:pt x="9694862" y="6473140"/>
                </a:cubicBezTo>
                <a:cubicBezTo>
                  <a:pt x="9601553" y="6465560"/>
                  <a:pt x="9477038" y="6455438"/>
                  <a:pt x="9351220" y="6459370"/>
                </a:cubicBezTo>
                <a:close/>
                <a:moveTo>
                  <a:pt x="1019354" y="6315006"/>
                </a:moveTo>
                <a:cubicBezTo>
                  <a:pt x="847231" y="6483030"/>
                  <a:pt x="636234" y="6599053"/>
                  <a:pt x="441046" y="6691153"/>
                </a:cubicBezTo>
                <a:cubicBezTo>
                  <a:pt x="668934" y="6613112"/>
                  <a:pt x="947819" y="6494377"/>
                  <a:pt x="1019354" y="6315006"/>
                </a:cubicBezTo>
                <a:close/>
                <a:moveTo>
                  <a:pt x="991680" y="6298413"/>
                </a:moveTo>
                <a:cubicBezTo>
                  <a:pt x="775775" y="6396465"/>
                  <a:pt x="575302" y="6507871"/>
                  <a:pt x="409060" y="6671470"/>
                </a:cubicBezTo>
                <a:cubicBezTo>
                  <a:pt x="603834" y="6580783"/>
                  <a:pt x="817655" y="6465584"/>
                  <a:pt x="991680" y="6298413"/>
                </a:cubicBezTo>
                <a:close/>
                <a:moveTo>
                  <a:pt x="7254615" y="5911918"/>
                </a:moveTo>
                <a:cubicBezTo>
                  <a:pt x="7274645" y="5934852"/>
                  <a:pt x="7294062" y="5957691"/>
                  <a:pt x="7312589" y="5982309"/>
                </a:cubicBezTo>
                <a:cubicBezTo>
                  <a:pt x="7413753" y="6114421"/>
                  <a:pt x="7483941" y="6266763"/>
                  <a:pt x="7580896" y="6402069"/>
                </a:cubicBezTo>
                <a:cubicBezTo>
                  <a:pt x="7695169" y="6561808"/>
                  <a:pt x="7849203" y="6676399"/>
                  <a:pt x="7990862" y="6807025"/>
                </a:cubicBezTo>
                <a:cubicBezTo>
                  <a:pt x="7962703" y="6748256"/>
                  <a:pt x="7917173" y="6697712"/>
                  <a:pt x="7871964" y="6649139"/>
                </a:cubicBezTo>
                <a:lnTo>
                  <a:pt x="7859674" y="6636358"/>
                </a:lnTo>
                <a:cubicBezTo>
                  <a:pt x="7748530" y="6516822"/>
                  <a:pt x="7645260" y="6386311"/>
                  <a:pt x="7545050" y="6260110"/>
                </a:cubicBezTo>
                <a:cubicBezTo>
                  <a:pt x="7452767" y="6142819"/>
                  <a:pt x="7357042" y="6023723"/>
                  <a:pt x="7254615" y="5911918"/>
                </a:cubicBezTo>
                <a:close/>
                <a:moveTo>
                  <a:pt x="9078855" y="5884754"/>
                </a:moveTo>
                <a:cubicBezTo>
                  <a:pt x="8942634" y="6070158"/>
                  <a:pt x="8787932" y="6315508"/>
                  <a:pt x="8825188" y="6496752"/>
                </a:cubicBezTo>
                <a:cubicBezTo>
                  <a:pt x="8871718" y="6270055"/>
                  <a:pt x="8975231" y="6063621"/>
                  <a:pt x="9078855" y="5884754"/>
                </a:cubicBezTo>
                <a:close/>
                <a:moveTo>
                  <a:pt x="9113805" y="5883072"/>
                </a:moveTo>
                <a:cubicBezTo>
                  <a:pt x="9009770" y="6060592"/>
                  <a:pt x="8903644" y="6267900"/>
                  <a:pt x="8855200" y="6494950"/>
                </a:cubicBezTo>
                <a:cubicBezTo>
                  <a:pt x="8971799" y="6300136"/>
                  <a:pt x="9069545" y="6103069"/>
                  <a:pt x="9113805" y="5883072"/>
                </a:cubicBezTo>
                <a:close/>
                <a:moveTo>
                  <a:pt x="9123940" y="5825040"/>
                </a:moveTo>
                <a:cubicBezTo>
                  <a:pt x="9123142" y="5826205"/>
                  <a:pt x="9122347" y="5827360"/>
                  <a:pt x="9120846" y="5829053"/>
                </a:cubicBezTo>
                <a:lnTo>
                  <a:pt x="9123267" y="5829425"/>
                </a:lnTo>
                <a:close/>
                <a:moveTo>
                  <a:pt x="103333" y="5699602"/>
                </a:moveTo>
                <a:cubicBezTo>
                  <a:pt x="133282" y="5726353"/>
                  <a:pt x="175725" y="5762843"/>
                  <a:pt x="233938" y="5809416"/>
                </a:cubicBezTo>
                <a:cubicBezTo>
                  <a:pt x="390802" y="5935412"/>
                  <a:pt x="652575" y="6145703"/>
                  <a:pt x="883580" y="6180710"/>
                </a:cubicBezTo>
                <a:cubicBezTo>
                  <a:pt x="736829" y="6133021"/>
                  <a:pt x="610173" y="6040280"/>
                  <a:pt x="487337" y="5950182"/>
                </a:cubicBezTo>
                <a:cubicBezTo>
                  <a:pt x="443670" y="5917932"/>
                  <a:pt x="398584" y="5885270"/>
                  <a:pt x="354051" y="5854912"/>
                </a:cubicBezTo>
                <a:cubicBezTo>
                  <a:pt x="302352" y="5819720"/>
                  <a:pt x="247963" y="5787429"/>
                  <a:pt x="195436" y="5755068"/>
                </a:cubicBezTo>
                <a:close/>
                <a:moveTo>
                  <a:pt x="5539432" y="5642928"/>
                </a:moveTo>
                <a:cubicBezTo>
                  <a:pt x="5544304" y="5659969"/>
                  <a:pt x="5549664" y="5677449"/>
                  <a:pt x="5555462" y="5694454"/>
                </a:cubicBezTo>
                <a:cubicBezTo>
                  <a:pt x="5631122" y="5909386"/>
                  <a:pt x="5731219" y="6118228"/>
                  <a:pt x="5828270" y="6320663"/>
                </a:cubicBezTo>
                <a:cubicBezTo>
                  <a:pt x="5868407" y="6404290"/>
                  <a:pt x="5908581" y="6488842"/>
                  <a:pt x="5947416" y="6574846"/>
                </a:cubicBezTo>
                <a:cubicBezTo>
                  <a:pt x="5894674" y="6327329"/>
                  <a:pt x="5793017" y="5718484"/>
                  <a:pt x="5539432" y="5642928"/>
                </a:cubicBezTo>
                <a:close/>
                <a:moveTo>
                  <a:pt x="51253" y="5631825"/>
                </a:moveTo>
                <a:lnTo>
                  <a:pt x="211622" y="5728803"/>
                </a:lnTo>
                <a:cubicBezTo>
                  <a:pt x="264592" y="5760684"/>
                  <a:pt x="319013" y="5793908"/>
                  <a:pt x="371652" y="5829062"/>
                </a:cubicBezTo>
                <a:cubicBezTo>
                  <a:pt x="417589" y="5859824"/>
                  <a:pt x="462230" y="5892964"/>
                  <a:pt x="505903" y="5925221"/>
                </a:cubicBezTo>
                <a:cubicBezTo>
                  <a:pt x="628246" y="6014875"/>
                  <a:pt x="754907" y="6107611"/>
                  <a:pt x="899240" y="6153068"/>
                </a:cubicBezTo>
                <a:cubicBezTo>
                  <a:pt x="928476" y="6162153"/>
                  <a:pt x="958088" y="6168887"/>
                  <a:pt x="988114" y="6174204"/>
                </a:cubicBezTo>
                <a:cubicBezTo>
                  <a:pt x="943280" y="6136411"/>
                  <a:pt x="896194" y="6100100"/>
                  <a:pt x="845971" y="6067177"/>
                </a:cubicBezTo>
                <a:cubicBezTo>
                  <a:pt x="720131" y="5983257"/>
                  <a:pt x="580034" y="5915740"/>
                  <a:pt x="448057" y="5841376"/>
                </a:cubicBezTo>
                <a:cubicBezTo>
                  <a:pt x="341781" y="5780886"/>
                  <a:pt x="90319" y="5630263"/>
                  <a:pt x="51253" y="5631825"/>
                </a:cubicBezTo>
                <a:close/>
                <a:moveTo>
                  <a:pt x="2606687" y="5630718"/>
                </a:moveTo>
                <a:cubicBezTo>
                  <a:pt x="2484040" y="5952782"/>
                  <a:pt x="2550772" y="6305470"/>
                  <a:pt x="2645658" y="6640259"/>
                </a:cubicBezTo>
                <a:cubicBezTo>
                  <a:pt x="2605413" y="6320984"/>
                  <a:pt x="2566733" y="5970903"/>
                  <a:pt x="2606687" y="5630718"/>
                </a:cubicBezTo>
                <a:close/>
                <a:moveTo>
                  <a:pt x="10097724" y="5591852"/>
                </a:moveTo>
                <a:cubicBezTo>
                  <a:pt x="9944682" y="5593954"/>
                  <a:pt x="9791714" y="5611746"/>
                  <a:pt x="9645248" y="5630119"/>
                </a:cubicBezTo>
                <a:cubicBezTo>
                  <a:pt x="9610727" y="5634568"/>
                  <a:pt x="9577456" y="5639754"/>
                  <a:pt x="9543858" y="5650510"/>
                </a:cubicBezTo>
                <a:cubicBezTo>
                  <a:pt x="9550063" y="5662642"/>
                  <a:pt x="9629757" y="5633895"/>
                  <a:pt x="9681648" y="5629828"/>
                </a:cubicBezTo>
                <a:cubicBezTo>
                  <a:pt x="9969341" y="5609845"/>
                  <a:pt x="10272689" y="5655720"/>
                  <a:pt x="10557846" y="5601337"/>
                </a:cubicBezTo>
                <a:cubicBezTo>
                  <a:pt x="10473933" y="5611321"/>
                  <a:pt x="10386637" y="5605065"/>
                  <a:pt x="10301704" y="5598847"/>
                </a:cubicBezTo>
                <a:cubicBezTo>
                  <a:pt x="10284536" y="5597562"/>
                  <a:pt x="10267371" y="5596280"/>
                  <a:pt x="10250553" y="5595539"/>
                </a:cubicBezTo>
                <a:cubicBezTo>
                  <a:pt x="10199759" y="5592194"/>
                  <a:pt x="10148737" y="5591152"/>
                  <a:pt x="10097724" y="5591852"/>
                </a:cubicBezTo>
                <a:close/>
                <a:moveTo>
                  <a:pt x="3642057" y="5573487"/>
                </a:moveTo>
                <a:cubicBezTo>
                  <a:pt x="3639338" y="5575453"/>
                  <a:pt x="3635693" y="5577466"/>
                  <a:pt x="3632981" y="5579437"/>
                </a:cubicBezTo>
                <a:cubicBezTo>
                  <a:pt x="3509182" y="5674738"/>
                  <a:pt x="3441993" y="5811556"/>
                  <a:pt x="3382436" y="5952726"/>
                </a:cubicBezTo>
                <a:cubicBezTo>
                  <a:pt x="3286719" y="6179641"/>
                  <a:pt x="3231101" y="6419386"/>
                  <a:pt x="3191929" y="6662669"/>
                </a:cubicBezTo>
                <a:cubicBezTo>
                  <a:pt x="3237125" y="6465250"/>
                  <a:pt x="3296425" y="6271000"/>
                  <a:pt x="3369898" y="6081771"/>
                </a:cubicBezTo>
                <a:cubicBezTo>
                  <a:pt x="3454377" y="5865084"/>
                  <a:pt x="3540614" y="5703753"/>
                  <a:pt x="3642057" y="5573487"/>
                </a:cubicBezTo>
                <a:close/>
                <a:moveTo>
                  <a:pt x="7015907" y="5541548"/>
                </a:moveTo>
                <a:cubicBezTo>
                  <a:pt x="7100896" y="5613517"/>
                  <a:pt x="7181386" y="5690562"/>
                  <a:pt x="7259646" y="5765985"/>
                </a:cubicBezTo>
                <a:cubicBezTo>
                  <a:pt x="7425913" y="5926010"/>
                  <a:pt x="7598167" y="6091445"/>
                  <a:pt x="7741483" y="6279980"/>
                </a:cubicBezTo>
                <a:cubicBezTo>
                  <a:pt x="7847640" y="6419905"/>
                  <a:pt x="7937072" y="6571994"/>
                  <a:pt x="8008941" y="6733560"/>
                </a:cubicBezTo>
                <a:cubicBezTo>
                  <a:pt x="8009955" y="6694639"/>
                  <a:pt x="8010548" y="6654374"/>
                  <a:pt x="7999234" y="6610993"/>
                </a:cubicBezTo>
                <a:cubicBezTo>
                  <a:pt x="7958140" y="6454784"/>
                  <a:pt x="7815502" y="6314397"/>
                  <a:pt x="7715154" y="6197148"/>
                </a:cubicBezTo>
                <a:cubicBezTo>
                  <a:pt x="7576575" y="6034314"/>
                  <a:pt x="7431075" y="5876188"/>
                  <a:pt x="7271900" y="5734551"/>
                </a:cubicBezTo>
                <a:cubicBezTo>
                  <a:pt x="7230409" y="5698079"/>
                  <a:pt x="7098810" y="5590772"/>
                  <a:pt x="7015907" y="5541548"/>
                </a:cubicBezTo>
                <a:close/>
                <a:moveTo>
                  <a:pt x="2650666" y="5530686"/>
                </a:moveTo>
                <a:cubicBezTo>
                  <a:pt x="2650695" y="5531619"/>
                  <a:pt x="2650695" y="5531619"/>
                  <a:pt x="2650249" y="5532101"/>
                </a:cubicBezTo>
                <a:cubicBezTo>
                  <a:pt x="2594633" y="5864991"/>
                  <a:pt x="2624834" y="6212617"/>
                  <a:pt x="2663808" y="6535215"/>
                </a:cubicBezTo>
                <a:lnTo>
                  <a:pt x="2665418" y="6132756"/>
                </a:lnTo>
                <a:cubicBezTo>
                  <a:pt x="2666315" y="5945493"/>
                  <a:pt x="2661038" y="5743579"/>
                  <a:pt x="2650666" y="5530686"/>
                </a:cubicBezTo>
                <a:close/>
                <a:moveTo>
                  <a:pt x="10218664" y="5525300"/>
                </a:moveTo>
                <a:cubicBezTo>
                  <a:pt x="10171755" y="5524070"/>
                  <a:pt x="10126463" y="5525064"/>
                  <a:pt x="10086154" y="5525937"/>
                </a:cubicBezTo>
                <a:cubicBezTo>
                  <a:pt x="9975638" y="5528402"/>
                  <a:pt x="9876341" y="5531370"/>
                  <a:pt x="9778614" y="5550189"/>
                </a:cubicBezTo>
                <a:cubicBezTo>
                  <a:pt x="9714017" y="5562376"/>
                  <a:pt x="9654494" y="5581286"/>
                  <a:pt x="9601703" y="5605852"/>
                </a:cubicBezTo>
                <a:cubicBezTo>
                  <a:pt x="9614985" y="5603489"/>
                  <a:pt x="9628056" y="5602024"/>
                  <a:pt x="9641684" y="5600203"/>
                </a:cubicBezTo>
                <a:cubicBezTo>
                  <a:pt x="9838075" y="5575001"/>
                  <a:pt x="10046725" y="5551921"/>
                  <a:pt x="10252799" y="5564971"/>
                </a:cubicBezTo>
                <a:lnTo>
                  <a:pt x="10304297" y="5568822"/>
                </a:lnTo>
                <a:cubicBezTo>
                  <a:pt x="10380931" y="5574228"/>
                  <a:pt x="10459361" y="5580014"/>
                  <a:pt x="10533945" y="5573703"/>
                </a:cubicBezTo>
                <a:cubicBezTo>
                  <a:pt x="10504378" y="5568851"/>
                  <a:pt x="10475221" y="5562210"/>
                  <a:pt x="10446061" y="5555562"/>
                </a:cubicBezTo>
                <a:cubicBezTo>
                  <a:pt x="10417803" y="5549116"/>
                  <a:pt x="10389545" y="5542665"/>
                  <a:pt x="10360877" y="5538004"/>
                </a:cubicBezTo>
                <a:cubicBezTo>
                  <a:pt x="10314101" y="5529982"/>
                  <a:pt x="10265574" y="5526529"/>
                  <a:pt x="10218664" y="5525300"/>
                </a:cubicBezTo>
                <a:close/>
                <a:moveTo>
                  <a:pt x="6946849" y="5523271"/>
                </a:moveTo>
                <a:cubicBezTo>
                  <a:pt x="6946657" y="5524520"/>
                  <a:pt x="6946560" y="5525151"/>
                  <a:pt x="6946972" y="5526491"/>
                </a:cubicBezTo>
                <a:cubicBezTo>
                  <a:pt x="6980090" y="5601397"/>
                  <a:pt x="7043425" y="5661082"/>
                  <a:pt x="7105827" y="5718700"/>
                </a:cubicBezTo>
                <a:lnTo>
                  <a:pt x="7126431" y="5737872"/>
                </a:lnTo>
                <a:cubicBezTo>
                  <a:pt x="7289613" y="5889736"/>
                  <a:pt x="7430828" y="6067705"/>
                  <a:pt x="7567269" y="6240461"/>
                </a:cubicBezTo>
                <a:cubicBezTo>
                  <a:pt x="7666876" y="6366562"/>
                  <a:pt x="7769633" y="6496348"/>
                  <a:pt x="7880270" y="6615176"/>
                </a:cubicBezTo>
                <a:lnTo>
                  <a:pt x="7892560" y="6627949"/>
                </a:lnTo>
                <a:cubicBezTo>
                  <a:pt x="7919687" y="6657095"/>
                  <a:pt x="7947417" y="6686334"/>
                  <a:pt x="7971643" y="6718236"/>
                </a:cubicBezTo>
                <a:cubicBezTo>
                  <a:pt x="7902183" y="6569208"/>
                  <a:pt x="7817787" y="6428779"/>
                  <a:pt x="7719359" y="6299011"/>
                </a:cubicBezTo>
                <a:cubicBezTo>
                  <a:pt x="7577670" y="6112005"/>
                  <a:pt x="7405928" y="5947293"/>
                  <a:pt x="7240170" y="5787985"/>
                </a:cubicBezTo>
                <a:cubicBezTo>
                  <a:pt x="7146175" y="5697975"/>
                  <a:pt x="7050053" y="5605722"/>
                  <a:pt x="6946849" y="5523271"/>
                </a:cubicBezTo>
                <a:close/>
                <a:moveTo>
                  <a:pt x="2680277" y="5479204"/>
                </a:moveTo>
                <a:cubicBezTo>
                  <a:pt x="2679826" y="5479692"/>
                  <a:pt x="2679381" y="5480173"/>
                  <a:pt x="2678972" y="5481582"/>
                </a:cubicBezTo>
                <a:cubicBezTo>
                  <a:pt x="2691463" y="5712555"/>
                  <a:pt x="2697451" y="5932139"/>
                  <a:pt x="2696666" y="6133836"/>
                </a:cubicBezTo>
                <a:lnTo>
                  <a:pt x="2695769" y="6390955"/>
                </a:lnTo>
                <a:cubicBezTo>
                  <a:pt x="2712509" y="6297144"/>
                  <a:pt x="2727840" y="6202916"/>
                  <a:pt x="2739893" y="6108357"/>
                </a:cubicBezTo>
                <a:cubicBezTo>
                  <a:pt x="2767348" y="5886500"/>
                  <a:pt x="2737035" y="5687445"/>
                  <a:pt x="2680277" y="5479204"/>
                </a:cubicBezTo>
                <a:close/>
                <a:moveTo>
                  <a:pt x="1132195" y="5467980"/>
                </a:moveTo>
                <a:cubicBezTo>
                  <a:pt x="1313054" y="5495211"/>
                  <a:pt x="1494925" y="5512628"/>
                  <a:pt x="1679056" y="5516907"/>
                </a:cubicBezTo>
                <a:cubicBezTo>
                  <a:pt x="1838007" y="5520331"/>
                  <a:pt x="1983050" y="5490313"/>
                  <a:pt x="2128648" y="5474249"/>
                </a:cubicBezTo>
                <a:cubicBezTo>
                  <a:pt x="2028248" y="5467548"/>
                  <a:pt x="1925543" y="5473055"/>
                  <a:pt x="1825619" y="5478447"/>
                </a:cubicBezTo>
                <a:lnTo>
                  <a:pt x="1737798" y="5483353"/>
                </a:lnTo>
                <a:cubicBezTo>
                  <a:pt x="1536509" y="5492800"/>
                  <a:pt x="1332771" y="5487439"/>
                  <a:pt x="1132195" y="5467980"/>
                </a:cubicBezTo>
                <a:close/>
                <a:moveTo>
                  <a:pt x="10104407" y="5458317"/>
                </a:moveTo>
                <a:cubicBezTo>
                  <a:pt x="9978788" y="5456650"/>
                  <a:pt x="9828621" y="5479881"/>
                  <a:pt x="9704375" y="5536349"/>
                </a:cubicBezTo>
                <a:cubicBezTo>
                  <a:pt x="9726987" y="5530319"/>
                  <a:pt x="9749595" y="5524291"/>
                  <a:pt x="9773804" y="5519543"/>
                </a:cubicBezTo>
                <a:cubicBezTo>
                  <a:pt x="9873880" y="5500749"/>
                  <a:pt x="9974285" y="5497081"/>
                  <a:pt x="10086605" y="5494992"/>
                </a:cubicBezTo>
                <a:cubicBezTo>
                  <a:pt x="10168672" y="5493085"/>
                  <a:pt x="10271028" y="5491236"/>
                  <a:pt x="10367276" y="5507848"/>
                </a:cubicBezTo>
                <a:cubicBezTo>
                  <a:pt x="10396291" y="5513052"/>
                  <a:pt x="10425102" y="5519151"/>
                  <a:pt x="10454262" y="5525798"/>
                </a:cubicBezTo>
                <a:cubicBezTo>
                  <a:pt x="10493323" y="5534530"/>
                  <a:pt x="10531142" y="5542536"/>
                  <a:pt x="10569223" y="5547311"/>
                </a:cubicBezTo>
                <a:cubicBezTo>
                  <a:pt x="10422236" y="5490328"/>
                  <a:pt x="10260055" y="5460700"/>
                  <a:pt x="10104407" y="5458317"/>
                </a:cubicBezTo>
                <a:close/>
                <a:moveTo>
                  <a:pt x="6861797" y="5419899"/>
                </a:moveTo>
                <a:cubicBezTo>
                  <a:pt x="6869009" y="5420845"/>
                  <a:pt x="6876359" y="5423413"/>
                  <a:pt x="6879594" y="5424547"/>
                </a:cubicBezTo>
                <a:cubicBezTo>
                  <a:pt x="7239561" y="5537402"/>
                  <a:pt x="7549592" y="5931521"/>
                  <a:pt x="7789028" y="6212316"/>
                </a:cubicBezTo>
                <a:cubicBezTo>
                  <a:pt x="7920282" y="6366340"/>
                  <a:pt x="8046009" y="6507973"/>
                  <a:pt x="8093600" y="6710671"/>
                </a:cubicBezTo>
                <a:cubicBezTo>
                  <a:pt x="8106357" y="6764837"/>
                  <a:pt x="8115219" y="6810078"/>
                  <a:pt x="8129425" y="6854298"/>
                </a:cubicBezTo>
                <a:lnTo>
                  <a:pt x="8130898" y="6857998"/>
                </a:lnTo>
                <a:lnTo>
                  <a:pt x="7899365" y="6857998"/>
                </a:lnTo>
                <a:lnTo>
                  <a:pt x="7761176" y="6816656"/>
                </a:lnTo>
                <a:cubicBezTo>
                  <a:pt x="7707614" y="6798833"/>
                  <a:pt x="7654620" y="6779815"/>
                  <a:pt x="7602080" y="6760867"/>
                </a:cubicBezTo>
                <a:cubicBezTo>
                  <a:pt x="7499839" y="6724697"/>
                  <a:pt x="7395868" y="6687609"/>
                  <a:pt x="7289862" y="6659827"/>
                </a:cubicBezTo>
                <a:cubicBezTo>
                  <a:pt x="7386721" y="6702866"/>
                  <a:pt x="7479917" y="6741496"/>
                  <a:pt x="7582411" y="6784122"/>
                </a:cubicBezTo>
                <a:lnTo>
                  <a:pt x="7605759" y="6793465"/>
                </a:lnTo>
                <a:cubicBezTo>
                  <a:pt x="7652356" y="6812785"/>
                  <a:pt x="7694400" y="6829482"/>
                  <a:pt x="7737910" y="6840638"/>
                </a:cubicBezTo>
                <a:lnTo>
                  <a:pt x="7826532" y="6857999"/>
                </a:lnTo>
                <a:lnTo>
                  <a:pt x="7696096" y="6857999"/>
                </a:lnTo>
                <a:lnTo>
                  <a:pt x="7594081" y="6821149"/>
                </a:lnTo>
                <a:lnTo>
                  <a:pt x="7570734" y="6811799"/>
                </a:lnTo>
                <a:lnTo>
                  <a:pt x="7271814" y="6684601"/>
                </a:lnTo>
                <a:cubicBezTo>
                  <a:pt x="7315012" y="6740237"/>
                  <a:pt x="7445060" y="6805183"/>
                  <a:pt x="7585232" y="6850060"/>
                </a:cubicBezTo>
                <a:lnTo>
                  <a:pt x="7613775" y="6857998"/>
                </a:lnTo>
                <a:lnTo>
                  <a:pt x="7522197" y="6857998"/>
                </a:lnTo>
                <a:lnTo>
                  <a:pt x="7410696" y="6803861"/>
                </a:lnTo>
                <a:cubicBezTo>
                  <a:pt x="7272778" y="6731418"/>
                  <a:pt x="7152025" y="6653264"/>
                  <a:pt x="7088673" y="6610396"/>
                </a:cubicBezTo>
                <a:cubicBezTo>
                  <a:pt x="7075202" y="6601287"/>
                  <a:pt x="7065689" y="6582532"/>
                  <a:pt x="7090188" y="6584365"/>
                </a:cubicBezTo>
                <a:cubicBezTo>
                  <a:pt x="7322587" y="6603983"/>
                  <a:pt x="7561036" y="6624528"/>
                  <a:pt x="7780046" y="6711283"/>
                </a:cubicBezTo>
                <a:cubicBezTo>
                  <a:pt x="7810971" y="6723712"/>
                  <a:pt x="7991193" y="6837187"/>
                  <a:pt x="7944957" y="6799347"/>
                </a:cubicBezTo>
                <a:cubicBezTo>
                  <a:pt x="7830578" y="6704934"/>
                  <a:pt x="7705171" y="6617800"/>
                  <a:pt x="7601828" y="6503934"/>
                </a:cubicBezTo>
                <a:cubicBezTo>
                  <a:pt x="7389349" y="6269558"/>
                  <a:pt x="7257096" y="5972523"/>
                  <a:pt x="7042773" y="5734011"/>
                </a:cubicBezTo>
                <a:cubicBezTo>
                  <a:pt x="7007812" y="5695337"/>
                  <a:pt x="6799377" y="5515396"/>
                  <a:pt x="6844835" y="5424988"/>
                </a:cubicBezTo>
                <a:cubicBezTo>
                  <a:pt x="6847512" y="5419632"/>
                  <a:pt x="6854586" y="5418954"/>
                  <a:pt x="6861797" y="5419899"/>
                </a:cubicBezTo>
                <a:close/>
                <a:moveTo>
                  <a:pt x="1456157" y="5371404"/>
                </a:moveTo>
                <a:cubicBezTo>
                  <a:pt x="1385125" y="5373535"/>
                  <a:pt x="1314200" y="5378444"/>
                  <a:pt x="1244432" y="5385601"/>
                </a:cubicBezTo>
                <a:cubicBezTo>
                  <a:pt x="1151404" y="5395142"/>
                  <a:pt x="1060429" y="5408677"/>
                  <a:pt x="973990" y="5424940"/>
                </a:cubicBezTo>
                <a:cubicBezTo>
                  <a:pt x="1017323" y="5425535"/>
                  <a:pt x="1061253" y="5429367"/>
                  <a:pt x="1103809" y="5433720"/>
                </a:cubicBezTo>
                <a:lnTo>
                  <a:pt x="1123454" y="5435727"/>
                </a:lnTo>
                <a:cubicBezTo>
                  <a:pt x="1326373" y="5455563"/>
                  <a:pt x="1533386" y="5461253"/>
                  <a:pt x="1737017" y="5452183"/>
                </a:cubicBezTo>
                <a:cubicBezTo>
                  <a:pt x="1766288" y="5450544"/>
                  <a:pt x="1795121" y="5449390"/>
                  <a:pt x="1824397" y="5447757"/>
                </a:cubicBezTo>
                <a:cubicBezTo>
                  <a:pt x="1905266" y="5443590"/>
                  <a:pt x="1987993" y="5439352"/>
                  <a:pt x="2070059" y="5441660"/>
                </a:cubicBezTo>
                <a:cubicBezTo>
                  <a:pt x="1883310" y="5383634"/>
                  <a:pt x="1669251" y="5365013"/>
                  <a:pt x="1456157" y="5371404"/>
                </a:cubicBezTo>
                <a:close/>
                <a:moveTo>
                  <a:pt x="4988186" y="5216467"/>
                </a:moveTo>
                <a:cubicBezTo>
                  <a:pt x="4914642" y="5275764"/>
                  <a:pt x="4843105" y="5338703"/>
                  <a:pt x="4777334" y="5406072"/>
                </a:cubicBezTo>
                <a:cubicBezTo>
                  <a:pt x="4757662" y="5426414"/>
                  <a:pt x="4737537" y="5447249"/>
                  <a:pt x="4718341" y="5468043"/>
                </a:cubicBezTo>
                <a:cubicBezTo>
                  <a:pt x="4681696" y="5506771"/>
                  <a:pt x="4644162" y="5546455"/>
                  <a:pt x="4604655" y="5583434"/>
                </a:cubicBezTo>
                <a:cubicBezTo>
                  <a:pt x="4591636" y="5595592"/>
                  <a:pt x="4578581" y="5606832"/>
                  <a:pt x="4565074" y="5618550"/>
                </a:cubicBezTo>
                <a:cubicBezTo>
                  <a:pt x="4712605" y="5511121"/>
                  <a:pt x="4908425" y="5376611"/>
                  <a:pt x="4988186" y="5216467"/>
                </a:cubicBezTo>
                <a:close/>
                <a:moveTo>
                  <a:pt x="4978032" y="5183809"/>
                </a:moveTo>
                <a:cubicBezTo>
                  <a:pt x="4748175" y="5235846"/>
                  <a:pt x="4611576" y="5430393"/>
                  <a:pt x="4463413" y="5615162"/>
                </a:cubicBezTo>
                <a:cubicBezTo>
                  <a:pt x="4428815" y="5658459"/>
                  <a:pt x="4393697" y="5700384"/>
                  <a:pt x="4358134" y="5742791"/>
                </a:cubicBezTo>
                <a:cubicBezTo>
                  <a:pt x="4364015" y="5738366"/>
                  <a:pt x="4369890" y="5733933"/>
                  <a:pt x="4376219" y="5729027"/>
                </a:cubicBezTo>
                <a:cubicBezTo>
                  <a:pt x="4445817" y="5675939"/>
                  <a:pt x="4517680" y="5621374"/>
                  <a:pt x="4582340" y="5561037"/>
                </a:cubicBezTo>
                <a:cubicBezTo>
                  <a:pt x="4621394" y="5524545"/>
                  <a:pt x="4658482" y="5485345"/>
                  <a:pt x="4694684" y="5447098"/>
                </a:cubicBezTo>
                <a:cubicBezTo>
                  <a:pt x="4714806" y="5426264"/>
                  <a:pt x="4733997" y="5405475"/>
                  <a:pt x="4754123" y="5384643"/>
                </a:cubicBezTo>
                <a:cubicBezTo>
                  <a:pt x="4823909" y="5312925"/>
                  <a:pt x="4899949" y="5246074"/>
                  <a:pt x="4978032" y="5183809"/>
                </a:cubicBezTo>
                <a:close/>
                <a:moveTo>
                  <a:pt x="7427076" y="5142684"/>
                </a:moveTo>
                <a:cubicBezTo>
                  <a:pt x="7446602" y="5152725"/>
                  <a:pt x="7466122" y="5162767"/>
                  <a:pt x="7485963" y="5174783"/>
                </a:cubicBezTo>
                <a:cubicBezTo>
                  <a:pt x="7567460" y="5225071"/>
                  <a:pt x="7639772" y="5286770"/>
                  <a:pt x="7719410" y="5357281"/>
                </a:cubicBezTo>
                <a:cubicBezTo>
                  <a:pt x="7777835" y="5408518"/>
                  <a:pt x="7850375" y="5472816"/>
                  <a:pt x="7907163" y="5546863"/>
                </a:cubicBezTo>
                <a:cubicBezTo>
                  <a:pt x="7924160" y="5569331"/>
                  <a:pt x="7940457" y="5592330"/>
                  <a:pt x="7956656" y="5615961"/>
                </a:cubicBezTo>
                <a:cubicBezTo>
                  <a:pt x="7978464" y="5647485"/>
                  <a:pt x="7999857" y="5677676"/>
                  <a:pt x="8023445" y="5705642"/>
                </a:cubicBezTo>
                <a:cubicBezTo>
                  <a:pt x="7956400" y="5569150"/>
                  <a:pt x="7861731" y="5443166"/>
                  <a:pt x="7754656" y="5341546"/>
                </a:cubicBezTo>
                <a:cubicBezTo>
                  <a:pt x="7668081" y="5259722"/>
                  <a:pt x="7548884" y="5180582"/>
                  <a:pt x="7427076" y="5142684"/>
                </a:cubicBezTo>
                <a:close/>
                <a:moveTo>
                  <a:pt x="7312201" y="5128278"/>
                </a:moveTo>
                <a:cubicBezTo>
                  <a:pt x="7322935" y="5135049"/>
                  <a:pt x="7332964" y="5142350"/>
                  <a:pt x="7343603" y="5149746"/>
                </a:cubicBezTo>
                <a:cubicBezTo>
                  <a:pt x="7496266" y="5257079"/>
                  <a:pt x="7656157" y="5373847"/>
                  <a:pt x="7791759" y="5515717"/>
                </a:cubicBezTo>
                <a:lnTo>
                  <a:pt x="7825280" y="5551608"/>
                </a:lnTo>
                <a:cubicBezTo>
                  <a:pt x="7875363" y="5604773"/>
                  <a:pt x="7926463" y="5659374"/>
                  <a:pt x="7982410" y="5702551"/>
                </a:cubicBezTo>
                <a:cubicBezTo>
                  <a:pt x="7964809" y="5679989"/>
                  <a:pt x="7948608" y="5656366"/>
                  <a:pt x="7932408" y="5632736"/>
                </a:cubicBezTo>
                <a:cubicBezTo>
                  <a:pt x="7916712" y="5609836"/>
                  <a:pt x="7901020" y="5586930"/>
                  <a:pt x="7883927" y="5565087"/>
                </a:cubicBezTo>
                <a:cubicBezTo>
                  <a:pt x="7828664" y="5493188"/>
                  <a:pt x="7757146" y="5430331"/>
                  <a:pt x="7699832" y="5379904"/>
                </a:cubicBezTo>
                <a:cubicBezTo>
                  <a:pt x="7621217" y="5310828"/>
                  <a:pt x="7550116" y="5249322"/>
                  <a:pt x="7470240" y="5200559"/>
                </a:cubicBezTo>
                <a:cubicBezTo>
                  <a:pt x="7417598" y="5168141"/>
                  <a:pt x="7364314" y="5143956"/>
                  <a:pt x="7312201" y="5128278"/>
                </a:cubicBezTo>
                <a:close/>
                <a:moveTo>
                  <a:pt x="7244057" y="5124233"/>
                </a:moveTo>
                <a:cubicBezTo>
                  <a:pt x="7240832" y="5137197"/>
                  <a:pt x="7314310" y="5167040"/>
                  <a:pt x="7353035" y="5197318"/>
                </a:cubicBezTo>
                <a:cubicBezTo>
                  <a:pt x="7566127" y="5367091"/>
                  <a:pt x="7749139" y="5595671"/>
                  <a:pt x="7981878" y="5738345"/>
                </a:cubicBezTo>
                <a:cubicBezTo>
                  <a:pt x="7917138" y="5691903"/>
                  <a:pt x="7860147" y="5631267"/>
                  <a:pt x="7804780" y="5572174"/>
                </a:cubicBezTo>
                <a:cubicBezTo>
                  <a:pt x="7793606" y="5560210"/>
                  <a:pt x="7782433" y="5548247"/>
                  <a:pt x="7771164" y="5536908"/>
                </a:cubicBezTo>
                <a:cubicBezTo>
                  <a:pt x="7637791" y="5396658"/>
                  <a:pt x="7478920" y="5281329"/>
                  <a:pt x="7327465" y="5174181"/>
                </a:cubicBezTo>
                <a:cubicBezTo>
                  <a:pt x="7300620" y="5155330"/>
                  <a:pt x="7274186" y="5137825"/>
                  <a:pt x="7244057" y="5124233"/>
                </a:cubicBezTo>
                <a:close/>
                <a:moveTo>
                  <a:pt x="7133363" y="5050246"/>
                </a:moveTo>
                <a:cubicBezTo>
                  <a:pt x="7577149" y="5121491"/>
                  <a:pt x="7947715" y="5355125"/>
                  <a:pt x="8128687" y="5790959"/>
                </a:cubicBezTo>
                <a:cubicBezTo>
                  <a:pt x="8276565" y="5905246"/>
                  <a:pt x="8400253" y="6044012"/>
                  <a:pt x="8497002" y="6204913"/>
                </a:cubicBezTo>
                <a:cubicBezTo>
                  <a:pt x="8503575" y="6141856"/>
                  <a:pt x="8502497" y="6159666"/>
                  <a:pt x="8514292" y="6015372"/>
                </a:cubicBezTo>
                <a:cubicBezTo>
                  <a:pt x="8536052" y="5749157"/>
                  <a:pt x="8547760" y="5533819"/>
                  <a:pt x="8491838" y="5336275"/>
                </a:cubicBezTo>
                <a:cubicBezTo>
                  <a:pt x="8507078" y="5267180"/>
                  <a:pt x="8575461" y="5351481"/>
                  <a:pt x="8605731" y="5600804"/>
                </a:cubicBezTo>
                <a:cubicBezTo>
                  <a:pt x="8608350" y="5745349"/>
                  <a:pt x="8605836" y="5891029"/>
                  <a:pt x="8594880" y="6039262"/>
                </a:cubicBezTo>
                <a:cubicBezTo>
                  <a:pt x="8575957" y="6291971"/>
                  <a:pt x="8542313" y="6543716"/>
                  <a:pt x="8494242" y="6792600"/>
                </a:cubicBezTo>
                <a:cubicBezTo>
                  <a:pt x="8597730" y="6727745"/>
                  <a:pt x="8691862" y="6639036"/>
                  <a:pt x="8794675" y="6590735"/>
                </a:cubicBezTo>
                <a:cubicBezTo>
                  <a:pt x="8796362" y="6587786"/>
                  <a:pt x="8798755" y="6584312"/>
                  <a:pt x="8800448" y="6581371"/>
                </a:cubicBezTo>
                <a:cubicBezTo>
                  <a:pt x="8795284" y="6578656"/>
                  <a:pt x="8790221" y="6575317"/>
                  <a:pt x="8788186" y="6572441"/>
                </a:cubicBezTo>
                <a:cubicBezTo>
                  <a:pt x="8594646" y="6311498"/>
                  <a:pt x="8993712" y="5858248"/>
                  <a:pt x="9137232" y="5665639"/>
                </a:cubicBezTo>
                <a:cubicBezTo>
                  <a:pt x="9150495" y="5647816"/>
                  <a:pt x="9217510" y="5675384"/>
                  <a:pt x="9216765" y="5696416"/>
                </a:cubicBezTo>
                <a:cubicBezTo>
                  <a:pt x="9208076" y="5983368"/>
                  <a:pt x="9105464" y="6228377"/>
                  <a:pt x="8969849" y="6466405"/>
                </a:cubicBezTo>
                <a:cubicBezTo>
                  <a:pt x="9192790" y="6382070"/>
                  <a:pt x="9514633" y="6424367"/>
                  <a:pt x="9706237" y="6419148"/>
                </a:cubicBezTo>
                <a:cubicBezTo>
                  <a:pt x="9875985" y="6415062"/>
                  <a:pt x="9998989" y="6424957"/>
                  <a:pt x="10110375" y="6563116"/>
                </a:cubicBezTo>
                <a:cubicBezTo>
                  <a:pt x="10119737" y="6574800"/>
                  <a:pt x="10104347" y="6578204"/>
                  <a:pt x="10096281" y="6578254"/>
                </a:cubicBezTo>
                <a:cubicBezTo>
                  <a:pt x="9752742" y="6584519"/>
                  <a:pt x="9411210" y="6642343"/>
                  <a:pt x="9067672" y="6648608"/>
                </a:cubicBezTo>
                <a:cubicBezTo>
                  <a:pt x="9008636" y="6649807"/>
                  <a:pt x="8918484" y="6627657"/>
                  <a:pt x="8859441" y="6641028"/>
                </a:cubicBezTo>
                <a:cubicBezTo>
                  <a:pt x="8858839" y="6640935"/>
                  <a:pt x="8858138" y="6641468"/>
                  <a:pt x="8857528" y="6641375"/>
                </a:cubicBezTo>
                <a:cubicBezTo>
                  <a:pt x="8854312" y="6642158"/>
                  <a:pt x="8851192" y="6642319"/>
                  <a:pt x="8848579" y="6643204"/>
                </a:cubicBezTo>
                <a:cubicBezTo>
                  <a:pt x="8763018" y="6670925"/>
                  <a:pt x="8669480" y="6759768"/>
                  <a:pt x="8576285" y="6824788"/>
                </a:cubicBezTo>
                <a:lnTo>
                  <a:pt x="8519159" y="6857998"/>
                </a:lnTo>
                <a:lnTo>
                  <a:pt x="8393540" y="6857998"/>
                </a:lnTo>
                <a:lnTo>
                  <a:pt x="8417346" y="6745652"/>
                </a:lnTo>
                <a:cubicBezTo>
                  <a:pt x="8445294" y="6600749"/>
                  <a:pt x="8467982" y="6454800"/>
                  <a:pt x="8485502" y="6308216"/>
                </a:cubicBezTo>
                <a:cubicBezTo>
                  <a:pt x="8483369" y="6305964"/>
                  <a:pt x="8481139" y="6304343"/>
                  <a:pt x="8480214" y="6302278"/>
                </a:cubicBezTo>
                <a:cubicBezTo>
                  <a:pt x="8389148" y="6120471"/>
                  <a:pt x="8265637" y="5964433"/>
                  <a:pt x="8112215" y="5837768"/>
                </a:cubicBezTo>
                <a:cubicBezTo>
                  <a:pt x="8107469" y="5836403"/>
                  <a:pt x="8101510" y="5834843"/>
                  <a:pt x="8095146" y="5831943"/>
                </a:cubicBezTo>
                <a:cubicBezTo>
                  <a:pt x="7720999" y="5670157"/>
                  <a:pt x="7460805" y="5310579"/>
                  <a:pt x="7131946" y="5075653"/>
                </a:cubicBezTo>
                <a:cubicBezTo>
                  <a:pt x="7120196" y="5067444"/>
                  <a:pt x="7107334" y="5046255"/>
                  <a:pt x="7133363" y="5050246"/>
                </a:cubicBezTo>
                <a:close/>
                <a:moveTo>
                  <a:pt x="1903353" y="5044827"/>
                </a:moveTo>
                <a:cubicBezTo>
                  <a:pt x="1900901" y="5049058"/>
                  <a:pt x="1913196" y="5065331"/>
                  <a:pt x="1936931" y="5093954"/>
                </a:cubicBezTo>
                <a:cubicBezTo>
                  <a:pt x="2021149" y="5196773"/>
                  <a:pt x="2108079" y="5297623"/>
                  <a:pt x="2195868" y="5396574"/>
                </a:cubicBezTo>
                <a:cubicBezTo>
                  <a:pt x="2196092" y="5309013"/>
                  <a:pt x="2155695" y="5230515"/>
                  <a:pt x="2088852" y="5166123"/>
                </a:cubicBezTo>
                <a:cubicBezTo>
                  <a:pt x="2054441" y="5132572"/>
                  <a:pt x="2001584" y="5091839"/>
                  <a:pt x="1958241" y="5067955"/>
                </a:cubicBezTo>
                <a:cubicBezTo>
                  <a:pt x="1922998" y="5048408"/>
                  <a:pt x="1905803" y="5040595"/>
                  <a:pt x="1903353" y="5044827"/>
                </a:cubicBezTo>
                <a:close/>
                <a:moveTo>
                  <a:pt x="11544294" y="4944364"/>
                </a:moveTo>
                <a:cubicBezTo>
                  <a:pt x="11560186" y="5180994"/>
                  <a:pt x="11601886" y="5476223"/>
                  <a:pt x="11755210" y="5588157"/>
                </a:cubicBezTo>
                <a:cubicBezTo>
                  <a:pt x="11638730" y="5382912"/>
                  <a:pt x="11582097" y="5153179"/>
                  <a:pt x="11544294" y="4944364"/>
                </a:cubicBezTo>
                <a:close/>
                <a:moveTo>
                  <a:pt x="11571408" y="4918599"/>
                </a:moveTo>
                <a:cubicBezTo>
                  <a:pt x="11607963" y="5126676"/>
                  <a:pt x="11663078" y="5358905"/>
                  <a:pt x="11778250" y="5565760"/>
                </a:cubicBezTo>
                <a:cubicBezTo>
                  <a:pt x="11740096" y="5335710"/>
                  <a:pt x="11685166" y="5117152"/>
                  <a:pt x="11571408" y="4918599"/>
                </a:cubicBezTo>
                <a:close/>
                <a:moveTo>
                  <a:pt x="11540154" y="4867303"/>
                </a:moveTo>
                <a:cubicBezTo>
                  <a:pt x="11540302" y="4868748"/>
                  <a:pt x="11540443" y="4870186"/>
                  <a:pt x="11540380" y="4872526"/>
                </a:cubicBezTo>
                <a:lnTo>
                  <a:pt x="11542590" y="4871112"/>
                </a:lnTo>
                <a:close/>
                <a:moveTo>
                  <a:pt x="10567662" y="4866948"/>
                </a:moveTo>
                <a:cubicBezTo>
                  <a:pt x="10522198" y="4867672"/>
                  <a:pt x="10476263" y="4872522"/>
                  <a:pt x="10431225" y="4877568"/>
                </a:cubicBezTo>
                <a:cubicBezTo>
                  <a:pt x="10381279" y="4883457"/>
                  <a:pt x="10328981" y="4889314"/>
                  <a:pt x="10277556" y="4889247"/>
                </a:cubicBezTo>
                <a:cubicBezTo>
                  <a:pt x="10236449" y="4889475"/>
                  <a:pt x="10195262" y="4885932"/>
                  <a:pt x="10155875" y="4882769"/>
                </a:cubicBezTo>
                <a:cubicBezTo>
                  <a:pt x="10128043" y="4880639"/>
                  <a:pt x="10100420" y="4877611"/>
                  <a:pt x="10072733" y="4876924"/>
                </a:cubicBezTo>
                <a:cubicBezTo>
                  <a:pt x="10009605" y="4874377"/>
                  <a:pt x="9945053" y="4878112"/>
                  <a:pt x="9882500" y="4881330"/>
                </a:cubicBezTo>
                <a:cubicBezTo>
                  <a:pt x="9817947" y="4885065"/>
                  <a:pt x="9751031" y="4888772"/>
                  <a:pt x="9685205" y="4885650"/>
                </a:cubicBezTo>
                <a:lnTo>
                  <a:pt x="9666932" y="4885075"/>
                </a:lnTo>
                <a:cubicBezTo>
                  <a:pt x="9647413" y="4883768"/>
                  <a:pt x="9627689" y="4883349"/>
                  <a:pt x="9608662" y="4884027"/>
                </a:cubicBezTo>
                <a:cubicBezTo>
                  <a:pt x="9746940" y="4906717"/>
                  <a:pt x="9886187" y="4927258"/>
                  <a:pt x="10026230" y="4938088"/>
                </a:cubicBezTo>
                <a:cubicBezTo>
                  <a:pt x="10217917" y="4954217"/>
                  <a:pt x="10389161" y="4921336"/>
                  <a:pt x="10567662" y="4866948"/>
                </a:cubicBezTo>
                <a:close/>
                <a:moveTo>
                  <a:pt x="10221015" y="4783657"/>
                </a:moveTo>
                <a:cubicBezTo>
                  <a:pt x="10183412" y="4782731"/>
                  <a:pt x="10145345" y="4783278"/>
                  <a:pt x="10107121" y="4785091"/>
                </a:cubicBezTo>
                <a:cubicBezTo>
                  <a:pt x="9954224" y="4792347"/>
                  <a:pt x="9798826" y="4819883"/>
                  <a:pt x="9660668" y="4854595"/>
                </a:cubicBezTo>
                <a:cubicBezTo>
                  <a:pt x="9663924" y="4854814"/>
                  <a:pt x="9666276" y="4854838"/>
                  <a:pt x="9669531" y="4855057"/>
                </a:cubicBezTo>
                <a:lnTo>
                  <a:pt x="9687254" y="4855986"/>
                </a:lnTo>
                <a:cubicBezTo>
                  <a:pt x="9751279" y="4858722"/>
                  <a:pt x="9817637" y="4855370"/>
                  <a:pt x="9881290" y="4851445"/>
                </a:cubicBezTo>
                <a:cubicBezTo>
                  <a:pt x="9944395" y="4847874"/>
                  <a:pt x="10009857" y="4844334"/>
                  <a:pt x="10074432" y="4846715"/>
                </a:cubicBezTo>
                <a:cubicBezTo>
                  <a:pt x="10102466" y="4847944"/>
                  <a:pt x="10131190" y="4850269"/>
                  <a:pt x="10159369" y="4852935"/>
                </a:cubicBezTo>
                <a:cubicBezTo>
                  <a:pt x="10198208" y="4856456"/>
                  <a:pt x="10239045" y="4859459"/>
                  <a:pt x="10278706" y="4859393"/>
                </a:cubicBezTo>
                <a:cubicBezTo>
                  <a:pt x="10328324" y="4859079"/>
                  <a:pt x="10379724" y="4853023"/>
                  <a:pt x="10429120" y="4847493"/>
                </a:cubicBezTo>
                <a:cubicBezTo>
                  <a:pt x="10465435" y="4843425"/>
                  <a:pt x="10501756" y="4839354"/>
                  <a:pt x="10538565" y="4837270"/>
                </a:cubicBezTo>
                <a:cubicBezTo>
                  <a:pt x="10442450" y="4802463"/>
                  <a:pt x="10333824" y="4786435"/>
                  <a:pt x="10221015" y="4783657"/>
                </a:cubicBezTo>
                <a:close/>
                <a:moveTo>
                  <a:pt x="1979378" y="4769504"/>
                </a:moveTo>
                <a:cubicBezTo>
                  <a:pt x="2251008" y="4946802"/>
                  <a:pt x="2557265" y="5046794"/>
                  <a:pt x="2882120" y="5064547"/>
                </a:cubicBezTo>
                <a:cubicBezTo>
                  <a:pt x="2852884" y="5055476"/>
                  <a:pt x="2822307" y="5047842"/>
                  <a:pt x="2793103" y="5039699"/>
                </a:cubicBezTo>
                <a:lnTo>
                  <a:pt x="2770041" y="5033634"/>
                </a:lnTo>
                <a:cubicBezTo>
                  <a:pt x="2500352" y="4962917"/>
                  <a:pt x="2236095" y="4864963"/>
                  <a:pt x="1979378" y="4769504"/>
                </a:cubicBezTo>
                <a:close/>
                <a:moveTo>
                  <a:pt x="1927410" y="4716164"/>
                </a:moveTo>
                <a:cubicBezTo>
                  <a:pt x="1938311" y="4720848"/>
                  <a:pt x="1949172" y="4724604"/>
                  <a:pt x="1959587" y="4728849"/>
                </a:cubicBezTo>
                <a:cubicBezTo>
                  <a:pt x="2224818" y="4827692"/>
                  <a:pt x="2499050" y="4930367"/>
                  <a:pt x="2777707" y="5003991"/>
                </a:cubicBezTo>
                <a:lnTo>
                  <a:pt x="2800768" y="5010056"/>
                </a:lnTo>
                <a:cubicBezTo>
                  <a:pt x="2826662" y="5016937"/>
                  <a:pt x="2852553" y="5023818"/>
                  <a:pt x="2879408" y="5031590"/>
                </a:cubicBezTo>
                <a:cubicBezTo>
                  <a:pt x="2873718" y="5029024"/>
                  <a:pt x="2868475" y="5025973"/>
                  <a:pt x="2862295" y="5022958"/>
                </a:cubicBezTo>
                <a:cubicBezTo>
                  <a:pt x="2846112" y="5014292"/>
                  <a:pt x="2829972" y="5006555"/>
                  <a:pt x="2813343" y="4998369"/>
                </a:cubicBezTo>
                <a:cubicBezTo>
                  <a:pt x="2759214" y="4972589"/>
                  <a:pt x="2702010" y="4951123"/>
                  <a:pt x="2646245" y="4930999"/>
                </a:cubicBezTo>
                <a:cubicBezTo>
                  <a:pt x="2437298" y="4853662"/>
                  <a:pt x="2221285" y="4774272"/>
                  <a:pt x="1999243" y="4730524"/>
                </a:cubicBezTo>
                <a:lnTo>
                  <a:pt x="1979527" y="4726651"/>
                </a:lnTo>
                <a:close/>
                <a:moveTo>
                  <a:pt x="1997014" y="4698007"/>
                </a:moveTo>
                <a:lnTo>
                  <a:pt x="2005458" y="4699540"/>
                </a:lnTo>
                <a:cubicBezTo>
                  <a:pt x="2229844" y="4743659"/>
                  <a:pt x="2447268" y="4823456"/>
                  <a:pt x="2657186" y="4901687"/>
                </a:cubicBezTo>
                <a:cubicBezTo>
                  <a:pt x="2713431" y="4922259"/>
                  <a:pt x="2771565" y="4943688"/>
                  <a:pt x="2826662" y="4970362"/>
                </a:cubicBezTo>
                <a:cubicBezTo>
                  <a:pt x="2843286" y="4978544"/>
                  <a:pt x="2859914" y="4986729"/>
                  <a:pt x="2876100" y="4995397"/>
                </a:cubicBezTo>
                <a:cubicBezTo>
                  <a:pt x="2929811" y="5022592"/>
                  <a:pt x="2984941" y="5050189"/>
                  <a:pt x="3042600" y="5059532"/>
                </a:cubicBezTo>
                <a:cubicBezTo>
                  <a:pt x="2779645" y="4772909"/>
                  <a:pt x="2376891" y="4705645"/>
                  <a:pt x="1997014" y="4698007"/>
                </a:cubicBezTo>
                <a:close/>
                <a:moveTo>
                  <a:pt x="9857254" y="4275904"/>
                </a:moveTo>
                <a:cubicBezTo>
                  <a:pt x="9525980" y="4300770"/>
                  <a:pt x="9241479" y="4364703"/>
                  <a:pt x="8989866" y="4472742"/>
                </a:cubicBezTo>
                <a:lnTo>
                  <a:pt x="8931614" y="4498508"/>
                </a:lnTo>
                <a:cubicBezTo>
                  <a:pt x="8902659" y="4511659"/>
                  <a:pt x="8873359" y="4524268"/>
                  <a:pt x="8843711" y="4536334"/>
                </a:cubicBezTo>
                <a:cubicBezTo>
                  <a:pt x="8889894" y="4522124"/>
                  <a:pt x="8937874" y="4508296"/>
                  <a:pt x="8966093" y="4502509"/>
                </a:cubicBezTo>
                <a:cubicBezTo>
                  <a:pt x="9076195" y="4481142"/>
                  <a:pt x="9187512" y="4468967"/>
                  <a:pt x="9299227" y="4454994"/>
                </a:cubicBezTo>
                <a:cubicBezTo>
                  <a:pt x="9502333" y="4429326"/>
                  <a:pt x="9654280" y="4317586"/>
                  <a:pt x="9857254" y="4275904"/>
                </a:cubicBezTo>
                <a:close/>
                <a:moveTo>
                  <a:pt x="9615182" y="4220499"/>
                </a:moveTo>
                <a:cubicBezTo>
                  <a:pt x="9415185" y="4228027"/>
                  <a:pt x="9214426" y="4329700"/>
                  <a:pt x="9023688" y="4425819"/>
                </a:cubicBezTo>
                <a:cubicBezTo>
                  <a:pt x="9256457" y="4332127"/>
                  <a:pt x="9516545" y="4273854"/>
                  <a:pt x="9814527" y="4248048"/>
                </a:cubicBezTo>
                <a:cubicBezTo>
                  <a:pt x="9748431" y="4225943"/>
                  <a:pt x="9681848" y="4217991"/>
                  <a:pt x="9615182" y="4220499"/>
                </a:cubicBezTo>
                <a:close/>
                <a:moveTo>
                  <a:pt x="2305292" y="4219492"/>
                </a:moveTo>
                <a:cubicBezTo>
                  <a:pt x="2631112" y="4377847"/>
                  <a:pt x="3011879" y="4535878"/>
                  <a:pt x="3360922" y="4529373"/>
                </a:cubicBezTo>
                <a:cubicBezTo>
                  <a:pt x="3408391" y="4528405"/>
                  <a:pt x="3451278" y="4517839"/>
                  <a:pt x="3492420" y="4510145"/>
                </a:cubicBezTo>
                <a:cubicBezTo>
                  <a:pt x="3448862" y="4503966"/>
                  <a:pt x="3405674" y="4495449"/>
                  <a:pt x="3364086" y="4480340"/>
                </a:cubicBezTo>
                <a:cubicBezTo>
                  <a:pt x="3314946" y="4462747"/>
                  <a:pt x="3269673" y="4437082"/>
                  <a:pt x="3225818" y="4411822"/>
                </a:cubicBezTo>
                <a:cubicBezTo>
                  <a:pt x="3194830" y="4393966"/>
                  <a:pt x="3162431" y="4375699"/>
                  <a:pt x="3129696" y="4360704"/>
                </a:cubicBezTo>
                <a:cubicBezTo>
                  <a:pt x="3030558" y="4315774"/>
                  <a:pt x="2920899" y="4298731"/>
                  <a:pt x="2814545" y="4282955"/>
                </a:cubicBezTo>
                <a:cubicBezTo>
                  <a:pt x="2648192" y="4257474"/>
                  <a:pt x="2475773" y="4231762"/>
                  <a:pt x="2305292" y="4219492"/>
                </a:cubicBezTo>
                <a:close/>
                <a:moveTo>
                  <a:pt x="2626982" y="4206450"/>
                </a:move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cubicBezTo>
                  <a:pt x="2928115" y="4269564"/>
                  <a:pt x="3040565" y="4286495"/>
                  <a:pt x="3143018" y="4332698"/>
                </a:cubicBezTo>
                <a:cubicBezTo>
                  <a:pt x="3177162" y="4348099"/>
                  <a:pt x="3210046" y="4366808"/>
                  <a:pt x="3241520" y="4385112"/>
                </a:cubicBezTo>
                <a:cubicBezTo>
                  <a:pt x="3284409" y="4409477"/>
                  <a:pt x="3328265" y="4434739"/>
                  <a:pt x="3374575" y="4451517"/>
                </a:cubicBezTo>
                <a:cubicBezTo>
                  <a:pt x="3416609" y="4466134"/>
                  <a:pt x="3460730" y="4474620"/>
                  <a:pt x="3505221" y="4480757"/>
                </a:cubicBezTo>
                <a:cubicBezTo>
                  <a:pt x="3244537" y="4280088"/>
                  <a:pt x="2943211" y="4213332"/>
                  <a:pt x="2626982" y="4206450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1310106" y="3943217"/>
                </a:moveTo>
                <a:cubicBezTo>
                  <a:pt x="1129544" y="4063332"/>
                  <a:pt x="976804" y="4212308"/>
                  <a:pt x="854994" y="4399136"/>
                </a:cubicBezTo>
                <a:cubicBezTo>
                  <a:pt x="813550" y="4462067"/>
                  <a:pt x="777442" y="4528637"/>
                  <a:pt x="742462" y="4594648"/>
                </a:cubicBezTo>
                <a:cubicBezTo>
                  <a:pt x="769633" y="4559245"/>
                  <a:pt x="795392" y="4522436"/>
                  <a:pt x="820602" y="4485915"/>
                </a:cubicBezTo>
                <a:cubicBezTo>
                  <a:pt x="839644" y="4458097"/>
                  <a:pt x="858127" y="4430568"/>
                  <a:pt x="878295" y="4403594"/>
                </a:cubicBezTo>
                <a:cubicBezTo>
                  <a:pt x="984168" y="4259170"/>
                  <a:pt x="1114491" y="4132679"/>
                  <a:pt x="1240607" y="4010401"/>
                </a:cubicBezTo>
                <a:close/>
                <a:moveTo>
                  <a:pt x="11225213" y="3936722"/>
                </a:moveTo>
                <a:cubicBezTo>
                  <a:pt x="11207028" y="4022695"/>
                  <a:pt x="11194593" y="4110355"/>
                  <a:pt x="11182914" y="4196771"/>
                </a:cubicBezTo>
                <a:cubicBezTo>
                  <a:pt x="11164076" y="4335276"/>
                  <a:pt x="11145116" y="4478465"/>
                  <a:pt x="11099211" y="4613594"/>
                </a:cubicBezTo>
                <a:cubicBezTo>
                  <a:pt x="11088245" y="4645134"/>
                  <a:pt x="11076378" y="4676477"/>
                  <a:pt x="11064509" y="4707830"/>
                </a:cubicBezTo>
                <a:lnTo>
                  <a:pt x="11049349" y="4747418"/>
                </a:lnTo>
                <a:cubicBezTo>
                  <a:pt x="11022123" y="4819250"/>
                  <a:pt x="10998838" y="4892390"/>
                  <a:pt x="10978260" y="4966094"/>
                </a:cubicBezTo>
                <a:cubicBezTo>
                  <a:pt x="11216457" y="4678857"/>
                  <a:pt x="11222923" y="4300706"/>
                  <a:pt x="11225213" y="393672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1201005" y="3900089"/>
                </a:moveTo>
                <a:cubicBezTo>
                  <a:pt x="11064705" y="4216426"/>
                  <a:pt x="10958405" y="4541932"/>
                  <a:pt x="10968432" y="4885010"/>
                </a:cubicBezTo>
                <a:cubicBezTo>
                  <a:pt x="10984596" y="4834817"/>
                  <a:pt x="11001105" y="4785171"/>
                  <a:pt x="11019967" y="4735553"/>
                </a:cubicBezTo>
                <a:lnTo>
                  <a:pt x="11035125" y="4695966"/>
                </a:lnTo>
                <a:cubicBezTo>
                  <a:pt x="11047342" y="4665154"/>
                  <a:pt x="11059004" y="4634706"/>
                  <a:pt x="11069972" y="4603168"/>
                </a:cubicBezTo>
                <a:cubicBezTo>
                  <a:pt x="11114708" y="4471083"/>
                  <a:pt x="11133811" y="4329343"/>
                  <a:pt x="11152239" y="4192628"/>
                </a:cubicBezTo>
                <a:cubicBezTo>
                  <a:pt x="11165272" y="4096160"/>
                  <a:pt x="11178361" y="3997344"/>
                  <a:pt x="11201005" y="3900089"/>
                </a:cubicBezTo>
                <a:close/>
                <a:moveTo>
                  <a:pt x="1423113" y="3874565"/>
                </a:moveTo>
                <a:lnTo>
                  <a:pt x="1260565" y="4031982"/>
                </a:lnTo>
                <a:cubicBezTo>
                  <a:pt x="1135292" y="4153135"/>
                  <a:pt x="1006090" y="4279065"/>
                  <a:pt x="901900" y="4421236"/>
                </a:cubicBezTo>
                <a:cubicBezTo>
                  <a:pt x="882292" y="4447928"/>
                  <a:pt x="863806" y="4475465"/>
                  <a:pt x="845044" y="4502436"/>
                </a:cubicBezTo>
                <a:cubicBezTo>
                  <a:pt x="797719" y="4571828"/>
                  <a:pt x="747866" y="4643196"/>
                  <a:pt x="685926" y="4703069"/>
                </a:cubicBezTo>
                <a:cubicBezTo>
                  <a:pt x="685087" y="4704192"/>
                  <a:pt x="684806" y="4705038"/>
                  <a:pt x="684248" y="4706721"/>
                </a:cubicBezTo>
                <a:cubicBezTo>
                  <a:pt x="955830" y="4450343"/>
                  <a:pt x="1215323" y="4185291"/>
                  <a:pt x="1423113" y="3874565"/>
                </a:cubicBezTo>
                <a:close/>
                <a:moveTo>
                  <a:pt x="3316479" y="3872136"/>
                </a:moveTo>
                <a:lnTo>
                  <a:pt x="3546806" y="4356139"/>
                </a:lnTo>
                <a:cubicBezTo>
                  <a:pt x="3510992" y="4217388"/>
                  <a:pt x="3440535" y="4086075"/>
                  <a:pt x="3364433" y="3953121"/>
                </a:cubicBezTo>
                <a:close/>
                <a:moveTo>
                  <a:pt x="10268559" y="3871054"/>
                </a:moveTo>
                <a:cubicBezTo>
                  <a:pt x="10277021" y="4100939"/>
                  <a:pt x="10375577" y="4306148"/>
                  <a:pt x="10494169" y="4520780"/>
                </a:cubicBezTo>
                <a:cubicBezTo>
                  <a:pt x="10447177" y="4399850"/>
                  <a:pt x="10400743" y="4278562"/>
                  <a:pt x="10356661" y="4157302"/>
                </a:cubicBezTo>
                <a:cubicBezTo>
                  <a:pt x="10321871" y="4061517"/>
                  <a:pt x="10289232" y="3966669"/>
                  <a:pt x="10268559" y="3871054"/>
                </a:cubicBezTo>
                <a:close/>
                <a:moveTo>
                  <a:pt x="3291335" y="3767420"/>
                </a:moveTo>
                <a:cubicBezTo>
                  <a:pt x="3324815" y="3824296"/>
                  <a:pt x="3358740" y="3880691"/>
                  <a:pt x="3390805" y="3937163"/>
                </a:cubicBezTo>
                <a:cubicBezTo>
                  <a:pt x="3469925" y="4075583"/>
                  <a:pt x="3543427" y="4213298"/>
                  <a:pt x="3579062" y="4359040"/>
                </a:cubicBezTo>
                <a:cubicBezTo>
                  <a:pt x="3585500" y="4228842"/>
                  <a:pt x="3547302" y="4112076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10277529" y="3701307"/>
                </a:move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cubicBezTo>
                  <a:pt x="10434036" y="4279493"/>
                  <a:pt x="10484873" y="4412529"/>
                  <a:pt x="10536458" y="4544310"/>
                </a:cubicBezTo>
                <a:cubicBezTo>
                  <a:pt x="10537315" y="4408107"/>
                  <a:pt x="10476552" y="4266858"/>
                  <a:pt x="10436479" y="4144570"/>
                </a:cubicBezTo>
                <a:cubicBezTo>
                  <a:pt x="10386976" y="3995354"/>
                  <a:pt x="10333255" y="3848072"/>
                  <a:pt x="10277529" y="3701307"/>
                </a:cubicBezTo>
                <a:close/>
                <a:moveTo>
                  <a:pt x="1510397" y="3684705"/>
                </a:move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460140" y="4053106"/>
                  <a:pt x="242842" y="4196577"/>
                  <a:pt x="34256" y="4347603"/>
                </a:cubicBezTo>
                <a:cubicBezTo>
                  <a:pt x="196048" y="4248849"/>
                  <a:pt x="358125" y="4150653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lose/>
                <a:moveTo>
                  <a:pt x="1313114" y="3655216"/>
                </a:moveTo>
                <a:cubicBezTo>
                  <a:pt x="1247578" y="3654578"/>
                  <a:pt x="1180153" y="3656293"/>
                  <a:pt x="1109304" y="3669030"/>
                </a:cubicBezTo>
                <a:cubicBezTo>
                  <a:pt x="689821" y="3744031"/>
                  <a:pt x="334655" y="4032530"/>
                  <a:pt x="8129" y="4330519"/>
                </a:cubicBezTo>
                <a:cubicBezTo>
                  <a:pt x="220923" y="4176682"/>
                  <a:pt x="442983" y="4028720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lose/>
                <a:moveTo>
                  <a:pt x="3655073" y="3650884"/>
                </a:move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cubicBezTo>
                  <a:pt x="4484865" y="4299540"/>
                  <a:pt x="4571866" y="4332385"/>
                  <a:pt x="4648051" y="4374051"/>
                </a:cubicBezTo>
                <a:cubicBezTo>
                  <a:pt x="4566919" y="4301848"/>
                  <a:pt x="4474187" y="4242216"/>
                  <a:pt x="4383389" y="4184369"/>
                </a:cubicBez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close/>
                <a:moveTo>
                  <a:pt x="3670252" y="3622798"/>
                </a:move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97546" y="4220788"/>
                  <a:pt x="4597907" y="4284772"/>
                  <a:pt x="4684469" y="4364680"/>
                </a:cubicBezTo>
                <a:lnTo>
                  <a:pt x="4690271" y="4370034"/>
                </a:lnTo>
                <a:cubicBezTo>
                  <a:pt x="4617960" y="4134006"/>
                  <a:pt x="4326618" y="3976128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4441737" y="3399734"/>
                </a:move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0" y="3982240"/>
                  <a:pt x="5111996" y="4065759"/>
                </a:cubicBezTo>
                <a:cubicBezTo>
                  <a:pt x="5199925" y="4149276"/>
                  <a:pt x="5291490" y="4229096"/>
                  <a:pt x="5388877" y="4300185"/>
                </a:cubicBezTo>
                <a:cubicBezTo>
                  <a:pt x="5401113" y="4303421"/>
                  <a:pt x="5413353" y="4306662"/>
                  <a:pt x="5425556" y="4308967"/>
                </a:cubicBezTo>
                <a:cubicBezTo>
                  <a:pt x="5290970" y="4122931"/>
                  <a:pt x="5119226" y="3974244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1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2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1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69" y="3005435"/>
                </a:cubicBezTo>
                <a:cubicBezTo>
                  <a:pt x="5608772" y="3451680"/>
                  <a:pt x="5674122" y="3909676"/>
                  <a:pt x="5519779" y="4359223"/>
                </a:cubicBezTo>
                <a:cubicBezTo>
                  <a:pt x="5520262" y="4359669"/>
                  <a:pt x="5520293" y="4360602"/>
                  <a:pt x="5520293" y="4360602"/>
                </a:cubicBezTo>
                <a:cubicBezTo>
                  <a:pt x="5627244" y="4437825"/>
                  <a:pt x="5699666" y="4548575"/>
                  <a:pt x="5767221" y="4665564"/>
                </a:cubicBezTo>
                <a:cubicBezTo>
                  <a:pt x="6275281" y="4699277"/>
                  <a:pt x="6739386" y="4778523"/>
                  <a:pt x="6937169" y="4815941"/>
                </a:cubicBezTo>
                <a:cubicBezTo>
                  <a:pt x="7134952" y="4853359"/>
                  <a:pt x="7020263" y="4903218"/>
                  <a:pt x="6953922" y="4890068"/>
                </a:cubicBezTo>
                <a:cubicBezTo>
                  <a:pt x="6799988" y="4859556"/>
                  <a:pt x="6485790" y="4815676"/>
                  <a:pt x="6071359" y="4770770"/>
                </a:cubicBezTo>
                <a:lnTo>
                  <a:pt x="6038839" y="4764474"/>
                </a:lnTo>
                <a:lnTo>
                  <a:pt x="6038705" y="4763847"/>
                </a:lnTo>
                <a:lnTo>
                  <a:pt x="6037783" y="4764270"/>
                </a:lnTo>
                <a:lnTo>
                  <a:pt x="6038839" y="4764474"/>
                </a:lnTo>
                <a:lnTo>
                  <a:pt x="6040338" y="4771418"/>
                </a:lnTo>
                <a:cubicBezTo>
                  <a:pt x="6039088" y="4781803"/>
                  <a:pt x="6034314" y="4794510"/>
                  <a:pt x="6024488" y="4809903"/>
                </a:cubicBezTo>
                <a:cubicBezTo>
                  <a:pt x="5910095" y="5058984"/>
                  <a:pt x="5773348" y="5296385"/>
                  <a:pt x="5599771" y="5509652"/>
                </a:cubicBezTo>
                <a:cubicBezTo>
                  <a:pt x="5583815" y="5529842"/>
                  <a:pt x="5566811" y="5547293"/>
                  <a:pt x="5548843" y="5563845"/>
                </a:cubicBezTo>
                <a:cubicBezTo>
                  <a:pt x="5773782" y="5645205"/>
                  <a:pt x="5890323" y="6067151"/>
                  <a:pt x="5940952" y="6250028"/>
                </a:cubicBezTo>
                <a:cubicBezTo>
                  <a:pt x="5979300" y="6387982"/>
                  <a:pt x="6009900" y="6527294"/>
                  <a:pt x="6043441" y="6665847"/>
                </a:cubicBezTo>
                <a:lnTo>
                  <a:pt x="6093432" y="6858000"/>
                </a:lnTo>
                <a:lnTo>
                  <a:pt x="6034344" y="6858000"/>
                </a:lnTo>
                <a:lnTo>
                  <a:pt x="6026679" y="6836959"/>
                </a:lnTo>
                <a:cubicBezTo>
                  <a:pt x="5958957" y="6665497"/>
                  <a:pt x="5878558" y="6498078"/>
                  <a:pt x="5800441" y="6335286"/>
                </a:cubicBezTo>
                <a:cubicBezTo>
                  <a:pt x="5703359" y="6131918"/>
                  <a:pt x="5602295" y="5922187"/>
                  <a:pt x="5526562" y="5705388"/>
                </a:cubicBezTo>
                <a:cubicBezTo>
                  <a:pt x="5523956" y="5698505"/>
                  <a:pt x="5521803" y="5691139"/>
                  <a:pt x="5519640" y="5683774"/>
                </a:cubicBezTo>
                <a:cubicBezTo>
                  <a:pt x="5523207" y="5970988"/>
                  <a:pt x="5738292" y="6306566"/>
                  <a:pt x="5844559" y="6553349"/>
                </a:cubicBezTo>
                <a:lnTo>
                  <a:pt x="5975994" y="6858000"/>
                </a:lnTo>
                <a:lnTo>
                  <a:pt x="5898547" y="6858000"/>
                </a:lnTo>
                <a:lnTo>
                  <a:pt x="5682041" y="6355860"/>
                </a:lnTo>
                <a:cubicBezTo>
                  <a:pt x="5609136" y="6186449"/>
                  <a:pt x="5505535" y="6006625"/>
                  <a:pt x="5461758" y="5820220"/>
                </a:cubicBezTo>
                <a:cubicBezTo>
                  <a:pt x="5415457" y="6083349"/>
                  <a:pt x="5335494" y="6334433"/>
                  <a:pt x="5237282" y="6579086"/>
                </a:cubicBezTo>
                <a:lnTo>
                  <a:pt x="5115009" y="6858000"/>
                </a:lnTo>
                <a:lnTo>
                  <a:pt x="5028074" y="6858000"/>
                </a:lnTo>
                <a:lnTo>
                  <a:pt x="5079508" y="6749074"/>
                </a:lnTo>
                <a:cubicBezTo>
                  <a:pt x="5200211" y="6482556"/>
                  <a:pt x="5305048" y="6210716"/>
                  <a:pt x="5371846" y="5924413"/>
                </a:cubicBezTo>
                <a:lnTo>
                  <a:pt x="5270512" y="6138975"/>
                </a:lnTo>
                <a:cubicBezTo>
                  <a:pt x="5192357" y="6304175"/>
                  <a:pt x="5112108" y="6475512"/>
                  <a:pt x="5062409" y="6653544"/>
                </a:cubicBezTo>
                <a:cubicBezTo>
                  <a:pt x="5053035" y="6686987"/>
                  <a:pt x="5045072" y="6720843"/>
                  <a:pt x="5036628" y="6754247"/>
                </a:cubicBezTo>
                <a:lnTo>
                  <a:pt x="5009112" y="6858000"/>
                </a:lnTo>
                <a:lnTo>
                  <a:pt x="4976679" y="6858000"/>
                </a:lnTo>
                <a:lnTo>
                  <a:pt x="5006536" y="6747068"/>
                </a:lnTo>
                <a:cubicBezTo>
                  <a:pt x="5014940" y="6712729"/>
                  <a:pt x="5022903" y="6678883"/>
                  <a:pt x="5032723" y="6644957"/>
                </a:cubicBezTo>
                <a:cubicBezTo>
                  <a:pt x="5083245" y="6464091"/>
                  <a:pt x="5164383" y="6291790"/>
                  <a:pt x="5242949" y="6125175"/>
                </a:cubicBezTo>
                <a:lnTo>
                  <a:pt x="5286321" y="6033555"/>
                </a:lnTo>
                <a:cubicBezTo>
                  <a:pt x="5153522" y="6218172"/>
                  <a:pt x="5058694" y="6420826"/>
                  <a:pt x="5008210" y="6649194"/>
                </a:cubicBezTo>
                <a:cubicBezTo>
                  <a:pt x="4999505" y="6687732"/>
                  <a:pt x="4992445" y="6726670"/>
                  <a:pt x="4986321" y="6765687"/>
                </a:cubicBezTo>
                <a:lnTo>
                  <a:pt x="4973474" y="6858000"/>
                </a:lnTo>
                <a:lnTo>
                  <a:pt x="4907178" y="6858000"/>
                </a:lnTo>
                <a:lnTo>
                  <a:pt x="4910810" y="6829660"/>
                </a:lnTo>
                <a:cubicBezTo>
                  <a:pt x="4927182" y="6695980"/>
                  <a:pt x="4945608" y="6562743"/>
                  <a:pt x="4987461" y="6432994"/>
                </a:cubicBezTo>
                <a:cubicBezTo>
                  <a:pt x="5033887" y="6289556"/>
                  <a:pt x="5098947" y="6157948"/>
                  <a:pt x="5179262" y="6035044"/>
                </a:cubicBezTo>
                <a:cubicBezTo>
                  <a:pt x="5016033" y="6169178"/>
                  <a:pt x="4838252" y="6288995"/>
                  <a:pt x="4689678" y="6440241"/>
                </a:cubicBezTo>
                <a:cubicBezTo>
                  <a:pt x="4615724" y="6515503"/>
                  <a:pt x="4545518" y="6594166"/>
                  <a:pt x="4477543" y="6674836"/>
                </a:cubicBezTo>
                <a:lnTo>
                  <a:pt x="4329957" y="6858000"/>
                </a:lnTo>
                <a:lnTo>
                  <a:pt x="4218595" y="6858000"/>
                </a:lnTo>
                <a:lnTo>
                  <a:pt x="4368888" y="6668412"/>
                </a:lnTo>
                <a:cubicBezTo>
                  <a:pt x="4431654" y="6591444"/>
                  <a:pt x="4495926" y="6515754"/>
                  <a:pt x="4563091" y="6442508"/>
                </a:cubicBezTo>
                <a:cubicBezTo>
                  <a:pt x="4810353" y="6173676"/>
                  <a:pt x="5160740" y="5991069"/>
                  <a:pt x="5387324" y="5705830"/>
                </a:cubicBezTo>
                <a:cubicBezTo>
                  <a:pt x="5286064" y="5794177"/>
                  <a:pt x="5178967" y="5876241"/>
                  <a:pt x="5073620" y="5955437"/>
                </a:cubicBezTo>
                <a:cubicBezTo>
                  <a:pt x="4943865" y="6053305"/>
                  <a:pt x="4809130" y="6154627"/>
                  <a:pt x="4689789" y="6268382"/>
                </a:cubicBezTo>
                <a:cubicBezTo>
                  <a:pt x="4591303" y="6361972"/>
                  <a:pt x="4502007" y="6464046"/>
                  <a:pt x="4418722" y="6570886"/>
                </a:cubicBezTo>
                <a:lnTo>
                  <a:pt x="4214944" y="6858000"/>
                </a:lnTo>
                <a:lnTo>
                  <a:pt x="4177898" y="6858000"/>
                </a:lnTo>
                <a:lnTo>
                  <a:pt x="4391597" y="6556370"/>
                </a:lnTo>
                <a:cubicBezTo>
                  <a:pt x="4476641" y="6446900"/>
                  <a:pt x="4567929" y="6342186"/>
                  <a:pt x="4668889" y="6246399"/>
                </a:cubicBezTo>
                <a:cubicBezTo>
                  <a:pt x="4789603" y="6132122"/>
                  <a:pt x="4925227" y="6029827"/>
                  <a:pt x="5055427" y="5931476"/>
                </a:cubicBezTo>
                <a:cubicBezTo>
                  <a:pt x="5161670" y="5851314"/>
                  <a:pt x="5270142" y="5768732"/>
                  <a:pt x="5371813" y="5678975"/>
                </a:cubicBezTo>
                <a:cubicBezTo>
                  <a:pt x="5250056" y="5732278"/>
                  <a:pt x="5117554" y="5761328"/>
                  <a:pt x="4987918" y="5838701"/>
                </a:cubicBezTo>
                <a:cubicBezTo>
                  <a:pt x="4699961" y="6010191"/>
                  <a:pt x="4491898" y="6286162"/>
                  <a:pt x="4317146" y="6587716"/>
                </a:cubicBezTo>
                <a:lnTo>
                  <a:pt x="4171627" y="6858000"/>
                </a:lnTo>
                <a:lnTo>
                  <a:pt x="4081585" y="6858000"/>
                </a:lnTo>
                <a:lnTo>
                  <a:pt x="4238603" y="6559341"/>
                </a:lnTo>
                <a:cubicBezTo>
                  <a:pt x="4385995" y="6299856"/>
                  <a:pt x="4555804" y="6056475"/>
                  <a:pt x="4778333" y="5873626"/>
                </a:cubicBezTo>
                <a:cubicBezTo>
                  <a:pt x="4974935" y="5712072"/>
                  <a:pt x="5214460" y="5703893"/>
                  <a:pt x="5414185" y="5573882"/>
                </a:cubicBezTo>
                <a:cubicBezTo>
                  <a:pt x="5665168" y="5409695"/>
                  <a:pt x="5834734" y="5037780"/>
                  <a:pt x="5959648" y="4760797"/>
                </a:cubicBezTo>
                <a:cubicBezTo>
                  <a:pt x="5758178" y="4742307"/>
                  <a:pt x="5556149" y="4733150"/>
                  <a:pt x="5355019" y="4734672"/>
                </a:cubicBezTo>
                <a:cubicBezTo>
                  <a:pt x="5292258" y="4900655"/>
                  <a:pt x="5203125" y="5047664"/>
                  <a:pt x="5083565" y="5179121"/>
                </a:cubicBezTo>
                <a:cubicBezTo>
                  <a:pt x="5049676" y="5379813"/>
                  <a:pt x="4862890" y="5495797"/>
                  <a:pt x="4713577" y="5616803"/>
                </a:cubicBezTo>
                <a:cubicBezTo>
                  <a:pt x="4481263" y="5805403"/>
                  <a:pt x="4239092" y="5980417"/>
                  <a:pt x="3989559" y="6145945"/>
                </a:cubicBezTo>
                <a:cubicBezTo>
                  <a:pt x="3958721" y="6166743"/>
                  <a:pt x="3915645" y="6091150"/>
                  <a:pt x="3939824" y="6066900"/>
                </a:cubicBezTo>
                <a:cubicBezTo>
                  <a:pt x="4170724" y="5831323"/>
                  <a:pt x="4361787" y="5566131"/>
                  <a:pt x="4584537" y="5324826"/>
                </a:cubicBezTo>
                <a:cubicBezTo>
                  <a:pt x="4710868" y="5187971"/>
                  <a:pt x="4848359" y="5097244"/>
                  <a:pt x="5037105" y="5088765"/>
                </a:cubicBezTo>
                <a:cubicBezTo>
                  <a:pt x="5038033" y="5088728"/>
                  <a:pt x="5039001" y="5089622"/>
                  <a:pt x="5039930" y="5089585"/>
                </a:cubicBezTo>
                <a:cubicBezTo>
                  <a:pt x="5133008" y="4982937"/>
                  <a:pt x="5207480" y="4865387"/>
                  <a:pt x="5263764" y="4735525"/>
                </a:cubicBezTo>
                <a:cubicBezTo>
                  <a:pt x="4867298" y="4743930"/>
                  <a:pt x="4472427" y="4792315"/>
                  <a:pt x="4086300" y="4884599"/>
                </a:cubicBezTo>
                <a:cubicBezTo>
                  <a:pt x="4087456" y="4890142"/>
                  <a:pt x="4087673" y="4895720"/>
                  <a:pt x="4085485" y="4899070"/>
                </a:cubicBezTo>
                <a:cubicBezTo>
                  <a:pt x="4003302" y="5010406"/>
                  <a:pt x="3928312" y="5126573"/>
                  <a:pt x="3871915" y="5253645"/>
                </a:cubicBezTo>
                <a:cubicBezTo>
                  <a:pt x="3845467" y="5314321"/>
                  <a:pt x="3832705" y="5402857"/>
                  <a:pt x="3799374" y="5466127"/>
                </a:cubicBezTo>
                <a:cubicBezTo>
                  <a:pt x="3785138" y="5845399"/>
                  <a:pt x="3675506" y="6277604"/>
                  <a:pt x="3498850" y="6661888"/>
                </a:cubicBezTo>
                <a:lnTo>
                  <a:pt x="3399216" y="6858000"/>
                </a:lnTo>
                <a:lnTo>
                  <a:pt x="3303688" y="6858000"/>
                </a:lnTo>
                <a:lnTo>
                  <a:pt x="3391774" y="6697181"/>
                </a:lnTo>
                <a:cubicBezTo>
                  <a:pt x="3573729" y="6337659"/>
                  <a:pt x="3697480" y="5922895"/>
                  <a:pt x="3735540" y="5546923"/>
                </a:cubicBezTo>
                <a:cubicBezTo>
                  <a:pt x="3733489" y="5553993"/>
                  <a:pt x="3731483" y="5561993"/>
                  <a:pt x="3729438" y="5569058"/>
                </a:cubicBezTo>
                <a:cubicBezTo>
                  <a:pt x="3722922" y="5592607"/>
                  <a:pt x="3715485" y="5616189"/>
                  <a:pt x="3707782" y="5644908"/>
                </a:cubicBezTo>
                <a:cubicBezTo>
                  <a:pt x="3671550" y="5775366"/>
                  <a:pt x="3633159" y="5910098"/>
                  <a:pt x="3583827" y="6039215"/>
                </a:cubicBezTo>
                <a:cubicBezTo>
                  <a:pt x="3571998" y="6069498"/>
                  <a:pt x="3559686" y="6099330"/>
                  <a:pt x="3547861" y="6129609"/>
                </a:cubicBezTo>
                <a:cubicBezTo>
                  <a:pt x="3528366" y="6177894"/>
                  <a:pt x="3507534" y="6227631"/>
                  <a:pt x="3490905" y="6277660"/>
                </a:cubicBezTo>
                <a:cubicBezTo>
                  <a:pt x="3477958" y="6314973"/>
                  <a:pt x="3466463" y="6353624"/>
                  <a:pt x="3455859" y="6391301"/>
                </a:cubicBezTo>
                <a:cubicBezTo>
                  <a:pt x="3447266" y="6420993"/>
                  <a:pt x="3438672" y="6450673"/>
                  <a:pt x="3429112" y="6479469"/>
                </a:cubicBezTo>
                <a:cubicBezTo>
                  <a:pt x="3394330" y="6587977"/>
                  <a:pt x="3348719" y="6693654"/>
                  <a:pt x="3304862" y="6796476"/>
                </a:cubicBezTo>
                <a:lnTo>
                  <a:pt x="3276071" y="6858000"/>
                </a:lnTo>
                <a:lnTo>
                  <a:pt x="3240805" y="6858000"/>
                </a:lnTo>
                <a:lnTo>
                  <a:pt x="3275917" y="6783192"/>
                </a:lnTo>
                <a:cubicBezTo>
                  <a:pt x="3319817" y="6681303"/>
                  <a:pt x="3364982" y="6576108"/>
                  <a:pt x="3399358" y="6469011"/>
                </a:cubicBezTo>
                <a:cubicBezTo>
                  <a:pt x="3408430" y="6439778"/>
                  <a:pt x="3417061" y="6411021"/>
                  <a:pt x="3425650" y="6381333"/>
                </a:cubicBezTo>
                <a:cubicBezTo>
                  <a:pt x="3436256" y="6343653"/>
                  <a:pt x="3448199" y="6304520"/>
                  <a:pt x="3460661" y="6266763"/>
                </a:cubicBezTo>
                <a:cubicBezTo>
                  <a:pt x="3477731" y="6216246"/>
                  <a:pt x="3498530" y="6165579"/>
                  <a:pt x="3518021" y="6117298"/>
                </a:cubicBezTo>
                <a:cubicBezTo>
                  <a:pt x="3530339" y="6087462"/>
                  <a:pt x="3542206" y="6058115"/>
                  <a:pt x="3554035" y="6027832"/>
                </a:cubicBezTo>
                <a:cubicBezTo>
                  <a:pt x="3602956" y="5900128"/>
                  <a:pt x="3640454" y="5766362"/>
                  <a:pt x="3677174" y="5636351"/>
                </a:cubicBezTo>
                <a:cubicBezTo>
                  <a:pt x="3685353" y="5608086"/>
                  <a:pt x="3692308" y="5584047"/>
                  <a:pt x="3698819" y="5560503"/>
                </a:cubicBezTo>
                <a:cubicBezTo>
                  <a:pt x="3699603" y="5556742"/>
                  <a:pt x="3701314" y="5552952"/>
                  <a:pt x="3702094" y="5549194"/>
                </a:cubicBezTo>
                <a:cubicBezTo>
                  <a:pt x="3586407" y="5684227"/>
                  <a:pt x="3491727" y="5855671"/>
                  <a:pt x="3398355" y="6094603"/>
                </a:cubicBezTo>
                <a:cubicBezTo>
                  <a:pt x="3309322" y="6322763"/>
                  <a:pt x="3241029" y="6558474"/>
                  <a:pt x="3193941" y="6798775"/>
                </a:cubicBezTo>
                <a:lnTo>
                  <a:pt x="3184140" y="6858000"/>
                </a:lnTo>
                <a:lnTo>
                  <a:pt x="3099978" y="6858000"/>
                </a:lnTo>
                <a:lnTo>
                  <a:pt x="3101556" y="6843337"/>
                </a:lnTo>
                <a:cubicBezTo>
                  <a:pt x="3144932" y="6479621"/>
                  <a:pt x="3209988" y="6112612"/>
                  <a:pt x="3370162" y="5785550"/>
                </a:cubicBezTo>
                <a:cubicBezTo>
                  <a:pt x="3467073" y="5588398"/>
                  <a:pt x="3627623" y="5538666"/>
                  <a:pt x="3746477" y="5377889"/>
                </a:cubicBezTo>
                <a:cubicBezTo>
                  <a:pt x="3800786" y="5303532"/>
                  <a:pt x="3818424" y="5173820"/>
                  <a:pt x="3863399" y="5087257"/>
                </a:cubicBezTo>
                <a:cubicBezTo>
                  <a:pt x="3894981" y="5026843"/>
                  <a:pt x="3930436" y="4970007"/>
                  <a:pt x="3968712" y="4913989"/>
                </a:cubicBezTo>
                <a:cubicBezTo>
                  <a:pt x="3564505" y="5020029"/>
                  <a:pt x="3170154" y="5174588"/>
                  <a:pt x="2792390" y="5382974"/>
                </a:cubicBezTo>
                <a:cubicBezTo>
                  <a:pt x="2766432" y="5397515"/>
                  <a:pt x="2740950" y="5412509"/>
                  <a:pt x="2714982" y="5427051"/>
                </a:cubicBezTo>
                <a:cubicBezTo>
                  <a:pt x="2773600" y="5623577"/>
                  <a:pt x="2823261" y="5817201"/>
                  <a:pt x="2813361" y="6023912"/>
                </a:cubicBezTo>
                <a:cubicBezTo>
                  <a:pt x="2800935" y="6283826"/>
                  <a:pt x="2738768" y="6546188"/>
                  <a:pt x="2688430" y="6801564"/>
                </a:cubicBezTo>
                <a:cubicBezTo>
                  <a:pt x="2680286" y="6842403"/>
                  <a:pt x="2633415" y="6776749"/>
                  <a:pt x="2629626" y="6763394"/>
                </a:cubicBezTo>
                <a:cubicBezTo>
                  <a:pt x="2507208" y="6357509"/>
                  <a:pt x="2389664" y="5910450"/>
                  <a:pt x="2565328" y="5516399"/>
                </a:cubicBezTo>
                <a:cubicBezTo>
                  <a:pt x="2340344" y="5655334"/>
                  <a:pt x="2126262" y="5810607"/>
                  <a:pt x="1922999" y="5980343"/>
                </a:cubicBezTo>
                <a:cubicBezTo>
                  <a:pt x="1913735" y="6121357"/>
                  <a:pt x="1951823" y="6270268"/>
                  <a:pt x="1950261" y="6405858"/>
                </a:cubicBezTo>
                <a:cubicBezTo>
                  <a:pt x="2095468" y="6403315"/>
                  <a:pt x="2243415" y="6568324"/>
                  <a:pt x="2365554" y="6759107"/>
                </a:cubicBezTo>
                <a:lnTo>
                  <a:pt x="2424142" y="6858000"/>
                </a:lnTo>
                <a:lnTo>
                  <a:pt x="2395994" y="6858000"/>
                </a:lnTo>
                <a:lnTo>
                  <a:pt x="2392863" y="6852964"/>
                </a:lnTo>
                <a:cubicBezTo>
                  <a:pt x="2286592" y="6697030"/>
                  <a:pt x="2128210" y="6530604"/>
                  <a:pt x="2017589" y="6493982"/>
                </a:cubicBezTo>
                <a:cubicBezTo>
                  <a:pt x="2065428" y="6525607"/>
                  <a:pt x="2108651" y="6558340"/>
                  <a:pt x="2147336" y="6594052"/>
                </a:cubicBezTo>
                <a:cubicBezTo>
                  <a:pt x="2168131" y="6613249"/>
                  <a:pt x="2188032" y="6633414"/>
                  <a:pt x="2207047" y="6654540"/>
                </a:cubicBezTo>
                <a:cubicBezTo>
                  <a:pt x="2240670" y="6691852"/>
                  <a:pt x="2268864" y="6733110"/>
                  <a:pt x="2299106" y="6778931"/>
                </a:cubicBezTo>
                <a:lnTo>
                  <a:pt x="2314430" y="6801144"/>
                </a:lnTo>
                <a:lnTo>
                  <a:pt x="2352406" y="6858000"/>
                </a:lnTo>
                <a:lnTo>
                  <a:pt x="2314492" y="6858000"/>
                </a:lnTo>
                <a:lnTo>
                  <a:pt x="2288095" y="6818030"/>
                </a:lnTo>
                <a:lnTo>
                  <a:pt x="2272768" y="6795822"/>
                </a:lnTo>
                <a:cubicBezTo>
                  <a:pt x="2242565" y="6750921"/>
                  <a:pt x="2214890" y="6711042"/>
                  <a:pt x="2182715" y="6675071"/>
                </a:cubicBezTo>
                <a:cubicBezTo>
                  <a:pt x="2139301" y="6626043"/>
                  <a:pt x="2090046" y="6582375"/>
                  <a:pt x="2032061" y="6541380"/>
                </a:cubicBezTo>
                <a:cubicBezTo>
                  <a:pt x="2113005" y="6632219"/>
                  <a:pt x="2185837" y="6729905"/>
                  <a:pt x="2257220" y="6826257"/>
                </a:cubicBezTo>
                <a:lnTo>
                  <a:pt x="2281324" y="6858000"/>
                </a:lnTo>
                <a:lnTo>
                  <a:pt x="2242860" y="6858000"/>
                </a:lnTo>
                <a:lnTo>
                  <a:pt x="2232818" y="6844926"/>
                </a:lnTo>
                <a:cubicBezTo>
                  <a:pt x="2156524" y="6742256"/>
                  <a:pt x="2077809" y="6637351"/>
                  <a:pt x="1990172" y="6542121"/>
                </a:cubicBezTo>
                <a:cubicBezTo>
                  <a:pt x="2025229" y="6615236"/>
                  <a:pt x="2072239" y="6690202"/>
                  <a:pt x="2124090" y="6761017"/>
                </a:cubicBezTo>
                <a:lnTo>
                  <a:pt x="2200380" y="6858000"/>
                </a:lnTo>
                <a:lnTo>
                  <a:pt x="2147507" y="6858000"/>
                </a:lnTo>
                <a:lnTo>
                  <a:pt x="2070668" y="6761520"/>
                </a:lnTo>
                <a:cubicBezTo>
                  <a:pt x="2050397" y="6732060"/>
                  <a:pt x="1955949" y="6524860"/>
                  <a:pt x="1975142" y="6585570"/>
                </a:cubicBezTo>
                <a:cubicBezTo>
                  <a:pt x="1998651" y="6661010"/>
                  <a:pt x="2025657" y="6736543"/>
                  <a:pt x="2050035" y="6813345"/>
                </a:cubicBezTo>
                <a:lnTo>
                  <a:pt x="2063025" y="6858000"/>
                </a:lnTo>
                <a:lnTo>
                  <a:pt x="2021675" y="6858000"/>
                </a:lnTo>
                <a:lnTo>
                  <a:pt x="2019308" y="6847118"/>
                </a:lnTo>
                <a:cubicBezTo>
                  <a:pt x="1994223" y="6748278"/>
                  <a:pt x="1963999" y="6650518"/>
                  <a:pt x="1938835" y="6551160"/>
                </a:cubicBezTo>
                <a:cubicBezTo>
                  <a:pt x="1929908" y="6619047"/>
                  <a:pt x="1941143" y="6690322"/>
                  <a:pt x="1953230" y="6759699"/>
                </a:cubicBezTo>
                <a:lnTo>
                  <a:pt x="1956763" y="6778191"/>
                </a:lnTo>
                <a:lnTo>
                  <a:pt x="1967925" y="6858000"/>
                </a:lnTo>
                <a:lnTo>
                  <a:pt x="1936622" y="6858000"/>
                </a:lnTo>
                <a:lnTo>
                  <a:pt x="1926261" y="6784064"/>
                </a:lnTo>
                <a:lnTo>
                  <a:pt x="1922724" y="6765577"/>
                </a:lnTo>
                <a:cubicBezTo>
                  <a:pt x="1915473" y="6723948"/>
                  <a:pt x="1907737" y="6681875"/>
                  <a:pt x="1904650" y="6639616"/>
                </a:cubicBezTo>
                <a:lnTo>
                  <a:pt x="1885273" y="6858000"/>
                </a:lnTo>
                <a:lnTo>
                  <a:pt x="1854363" y="6858000"/>
                </a:lnTo>
                <a:lnTo>
                  <a:pt x="1880391" y="6603796"/>
                </a:lnTo>
                <a:cubicBezTo>
                  <a:pt x="1857032" y="6636864"/>
                  <a:pt x="1833268" y="6671346"/>
                  <a:pt x="1818273" y="6715729"/>
                </a:cubicBezTo>
                <a:cubicBezTo>
                  <a:pt x="1804852" y="6755735"/>
                  <a:pt x="1797634" y="6798725"/>
                  <a:pt x="1794691" y="6843239"/>
                </a:cubicBezTo>
                <a:lnTo>
                  <a:pt x="1794914" y="6858000"/>
                </a:lnTo>
                <a:lnTo>
                  <a:pt x="1746128" y="6858000"/>
                </a:lnTo>
                <a:lnTo>
                  <a:pt x="1753934" y="6724796"/>
                </a:lnTo>
                <a:cubicBezTo>
                  <a:pt x="1761216" y="6674140"/>
                  <a:pt x="1773366" y="6623443"/>
                  <a:pt x="1792053" y="6572396"/>
                </a:cubicBezTo>
                <a:cubicBezTo>
                  <a:pt x="1831929" y="6463223"/>
                  <a:pt x="1865036" y="6394363"/>
                  <a:pt x="1862248" y="6266397"/>
                </a:cubicBezTo>
                <a:cubicBezTo>
                  <a:pt x="1860953" y="6187277"/>
                  <a:pt x="1859762" y="6110946"/>
                  <a:pt x="1862250" y="6033531"/>
                </a:cubicBezTo>
                <a:cubicBezTo>
                  <a:pt x="1629459" y="6233327"/>
                  <a:pt x="1412286" y="6451119"/>
                  <a:pt x="1211999" y="6683610"/>
                </a:cubicBezTo>
                <a:cubicBezTo>
                  <a:pt x="1212594" y="6686848"/>
                  <a:pt x="1213637" y="6689601"/>
                  <a:pt x="1213266" y="6691947"/>
                </a:cubicBezTo>
                <a:cubicBezTo>
                  <a:pt x="1207239" y="6745048"/>
                  <a:pt x="1203941" y="6797982"/>
                  <a:pt x="1203370" y="6850676"/>
                </a:cubicBezTo>
                <a:lnTo>
                  <a:pt x="1203671" y="6858000"/>
                </a:lnTo>
                <a:lnTo>
                  <a:pt x="1143180" y="6858000"/>
                </a:lnTo>
                <a:lnTo>
                  <a:pt x="1142176" y="6766045"/>
                </a:lnTo>
                <a:lnTo>
                  <a:pt x="1067484" y="6858000"/>
                </a:lnTo>
                <a:lnTo>
                  <a:pt x="953928" y="6858000"/>
                </a:lnTo>
                <a:lnTo>
                  <a:pt x="959715" y="6850185"/>
                </a:lnTo>
                <a:cubicBezTo>
                  <a:pt x="1122351" y="6642955"/>
                  <a:pt x="1297493" y="6445464"/>
                  <a:pt x="1483788" y="6259174"/>
                </a:cubicBezTo>
                <a:cubicBezTo>
                  <a:pt x="1354519" y="6252700"/>
                  <a:pt x="1219786" y="6272526"/>
                  <a:pt x="1100671" y="6252137"/>
                </a:cubicBezTo>
                <a:cubicBezTo>
                  <a:pt x="1097473" y="6253667"/>
                  <a:pt x="1093344" y="6255226"/>
                  <a:pt x="1090144" y="6256748"/>
                </a:cubicBezTo>
                <a:cubicBezTo>
                  <a:pt x="1093160" y="6262221"/>
                  <a:pt x="1095726" y="6268172"/>
                  <a:pt x="1095872" y="6271892"/>
                </a:cubicBezTo>
                <a:cubicBezTo>
                  <a:pt x="1117034" y="6614754"/>
                  <a:pt x="501310" y="6765589"/>
                  <a:pt x="262785" y="6845450"/>
                </a:cubicBezTo>
                <a:cubicBezTo>
                  <a:pt x="240730" y="6852851"/>
                  <a:pt x="197167" y="6788461"/>
                  <a:pt x="209968" y="6770713"/>
                </a:cubicBezTo>
                <a:cubicBezTo>
                  <a:pt x="383281" y="6527661"/>
                  <a:pt x="615742" y="6377713"/>
                  <a:pt x="873460" y="6253768"/>
                </a:cubicBezTo>
                <a:cubicBezTo>
                  <a:pt x="626943" y="6191900"/>
                  <a:pt x="365733" y="5960633"/>
                  <a:pt x="192686" y="5849257"/>
                </a:cubicBezTo>
                <a:cubicBezTo>
                  <a:pt x="116185" y="5799690"/>
                  <a:pt x="52073" y="5754165"/>
                  <a:pt x="4696" y="5697668"/>
                </a:cubicBezTo>
                <a:lnTo>
                  <a:pt x="0" y="5689984"/>
                </a:lnTo>
                <a:lnTo>
                  <a:pt x="0" y="5513472"/>
                </a:lnTo>
                <a:lnTo>
                  <a:pt x="174101" y="5620277"/>
                </a:lnTo>
                <a:cubicBezTo>
                  <a:pt x="413334" y="5759164"/>
                  <a:pt x="660435" y="5885160"/>
                  <a:pt x="891800" y="6036935"/>
                </a:cubicBezTo>
                <a:cubicBezTo>
                  <a:pt x="944884" y="6071606"/>
                  <a:pt x="1012106" y="6145300"/>
                  <a:pt x="1072219" y="6169443"/>
                </a:cubicBezTo>
                <a:cubicBezTo>
                  <a:pt x="1072700" y="6169886"/>
                  <a:pt x="1073629" y="6169850"/>
                  <a:pt x="1074117" y="6170301"/>
                </a:cubicBezTo>
                <a:cubicBezTo>
                  <a:pt x="1077423" y="6171567"/>
                  <a:pt x="1080285" y="6173315"/>
                  <a:pt x="1083114" y="6174131"/>
                </a:cubicBezTo>
                <a:cubicBezTo>
                  <a:pt x="1205686" y="6211148"/>
                  <a:pt x="1403553" y="6162717"/>
                  <a:pt x="1543010" y="6191140"/>
                </a:cubicBezTo>
                <a:cubicBezTo>
                  <a:pt x="1545352" y="6191516"/>
                  <a:pt x="1548218" y="6193258"/>
                  <a:pt x="1551080" y="6195006"/>
                </a:cubicBezTo>
                <a:cubicBezTo>
                  <a:pt x="1796784" y="5956970"/>
                  <a:pt x="2061981" y="5740521"/>
                  <a:pt x="2345443" y="5549882"/>
                </a:cubicBezTo>
                <a:cubicBezTo>
                  <a:pt x="2141371" y="5547786"/>
                  <a:pt x="1930334" y="5604666"/>
                  <a:pt x="1721499" y="5599969"/>
                </a:cubicBezTo>
                <a:cubicBezTo>
                  <a:pt x="1398951" y="5593309"/>
                  <a:pt x="1081337" y="5547329"/>
                  <a:pt x="767716" y="5472768"/>
                </a:cubicBezTo>
                <a:cubicBezTo>
                  <a:pt x="753133" y="5469162"/>
                  <a:pt x="700946" y="5398599"/>
                  <a:pt x="722147" y="5393091"/>
                </a:cubicBezTo>
                <a:cubicBezTo>
                  <a:pt x="968781" y="5329673"/>
                  <a:pt x="1232259" y="5326588"/>
                  <a:pt x="1485552" y="5313202"/>
                </a:cubicBezTo>
                <a:cubicBezTo>
                  <a:pt x="1722589" y="5300930"/>
                  <a:pt x="1934026" y="5312502"/>
                  <a:pt x="2143004" y="5402420"/>
                </a:cubicBezTo>
                <a:cubicBezTo>
                  <a:pt x="2072259" y="5321879"/>
                  <a:pt x="2001915" y="5239927"/>
                  <a:pt x="1933391" y="5156971"/>
                </a:cubicBezTo>
                <a:cubicBezTo>
                  <a:pt x="1884964" y="5098829"/>
                  <a:pt x="1830279" y="5047453"/>
                  <a:pt x="1827118" y="4968410"/>
                </a:cubicBezTo>
                <a:cubicBezTo>
                  <a:pt x="1826899" y="4962830"/>
                  <a:pt x="1831287" y="4956131"/>
                  <a:pt x="1837349" y="4956357"/>
                </a:cubicBezTo>
                <a:cubicBezTo>
                  <a:pt x="1954786" y="4958180"/>
                  <a:pt x="2095955" y="5099243"/>
                  <a:pt x="2162835" y="5187853"/>
                </a:cubicBezTo>
                <a:cubicBezTo>
                  <a:pt x="2223806" y="5268314"/>
                  <a:pt x="2261117" y="5362764"/>
                  <a:pt x="2257167" y="5462123"/>
                </a:cubicBezTo>
                <a:cubicBezTo>
                  <a:pt x="2258619" y="5463463"/>
                  <a:pt x="2260110" y="5465731"/>
                  <a:pt x="2261598" y="5467998"/>
                </a:cubicBezTo>
                <a:cubicBezTo>
                  <a:pt x="2319293" y="5466627"/>
                  <a:pt x="2377620" y="5469418"/>
                  <a:pt x="2437177" y="5479608"/>
                </a:cubicBezTo>
                <a:cubicBezTo>
                  <a:pt x="2440002" y="5480429"/>
                  <a:pt x="2442387" y="5481726"/>
                  <a:pt x="2445247" y="5483476"/>
                </a:cubicBezTo>
                <a:cubicBezTo>
                  <a:pt x="2542410" y="5420910"/>
                  <a:pt x="2642483" y="5361023"/>
                  <a:pt x="2743626" y="5304819"/>
                </a:cubicBezTo>
                <a:cubicBezTo>
                  <a:pt x="2843877" y="5249576"/>
                  <a:pt x="2945694" y="5198471"/>
                  <a:pt x="3048102" y="5150595"/>
                </a:cubicBezTo>
                <a:cubicBezTo>
                  <a:pt x="2585795" y="5154639"/>
                  <a:pt x="2153807" y="4996795"/>
                  <a:pt x="1799414" y="4694732"/>
                </a:cubicBezTo>
                <a:cubicBezTo>
                  <a:pt x="1791709" y="4688523"/>
                  <a:pt x="1742423" y="4620635"/>
                  <a:pt x="1771735" y="4619929"/>
                </a:cubicBezTo>
                <a:cubicBezTo>
                  <a:pt x="2256142" y="4609405"/>
                  <a:pt x="2784409" y="4670721"/>
                  <a:pt x="3104273" y="5076159"/>
                </a:cubicBezTo>
                <a:cubicBezTo>
                  <a:pt x="3108183" y="5080663"/>
                  <a:pt x="3110711" y="5085686"/>
                  <a:pt x="3113245" y="5090705"/>
                </a:cubicBezTo>
                <a:cubicBezTo>
                  <a:pt x="3118189" y="5097958"/>
                  <a:pt x="3122727" y="5106622"/>
                  <a:pt x="3126294" y="5114400"/>
                </a:cubicBezTo>
                <a:cubicBezTo>
                  <a:pt x="3390302" y="4996262"/>
                  <a:pt x="3661785" y="4902036"/>
                  <a:pt x="3937433" y="4830473"/>
                </a:cubicBezTo>
                <a:cubicBezTo>
                  <a:pt x="3836176" y="4732523"/>
                  <a:pt x="3721785" y="4620668"/>
                  <a:pt x="3590475" y="4597974"/>
                </a:cubicBezTo>
                <a:cubicBezTo>
                  <a:pt x="3435249" y="4571111"/>
                  <a:pt x="3264279" y="4616605"/>
                  <a:pt x="3100264" y="4579845"/>
                </a:cubicBezTo>
                <a:cubicBezTo>
                  <a:pt x="2787310" y="4510393"/>
                  <a:pt x="2468738" y="4370372"/>
                  <a:pt x="2183576" y="4227150"/>
                </a:cubicBezTo>
                <a:cubicBezTo>
                  <a:pt x="2170260" y="4220226"/>
                  <a:pt x="2115765" y="4150220"/>
                  <a:pt x="2151029" y="4146947"/>
                </a:cubicBezTo>
                <a:cubicBezTo>
                  <a:pt x="2677991" y="4094203"/>
                  <a:pt x="3159089" y="4117356"/>
                  <a:pt x="3563434" y="4469115"/>
                </a:cubicBezTo>
                <a:lnTo>
                  <a:pt x="3177952" y="3657386"/>
                </a:lnTo>
                <a:cubicBezTo>
                  <a:pt x="3171337" y="3643210"/>
                  <a:pt x="3161442" y="3605414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646545" y="4229668"/>
                  <a:pt x="3658964" y="4353983"/>
                  <a:pt x="3626636" y="4512230"/>
                </a:cubicBezTo>
                <a:cubicBezTo>
                  <a:pt x="3635603" y="4515129"/>
                  <a:pt x="3644081" y="4517586"/>
                  <a:pt x="3653088" y="4521417"/>
                </a:cubicBezTo>
                <a:cubicBezTo>
                  <a:pt x="3765052" y="4572828"/>
                  <a:pt x="3892199" y="4724230"/>
                  <a:pt x="3988128" y="4817267"/>
                </a:cubicBezTo>
                <a:cubicBezTo>
                  <a:pt x="4265269" y="4747971"/>
                  <a:pt x="4547054" y="4701774"/>
                  <a:pt x="4830582" y="4676000"/>
                </a:cubicBezTo>
                <a:lnTo>
                  <a:pt x="4830100" y="4675554"/>
                </a:lnTo>
                <a:cubicBezTo>
                  <a:pt x="4727027" y="4369030"/>
                  <a:pt x="4271973" y="4333199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5134" y="3515099"/>
                  <a:pt x="3391592" y="3444385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97168" y="4091520"/>
                  <a:pt x="4760991" y="4228417"/>
                  <a:pt x="4781371" y="4458604"/>
                </a:cubicBezTo>
                <a:cubicBezTo>
                  <a:pt x="4781562" y="4463257"/>
                  <a:pt x="4780772" y="4467014"/>
                  <a:pt x="4780440" y="4470290"/>
                </a:cubicBezTo>
                <a:cubicBezTo>
                  <a:pt x="4830364" y="4519056"/>
                  <a:pt x="4870983" y="4579844"/>
                  <a:pt x="4898954" y="4662092"/>
                </a:cubicBezTo>
                <a:cubicBezTo>
                  <a:pt x="4900480" y="4665288"/>
                  <a:pt x="4900107" y="4667630"/>
                  <a:pt x="4900699" y="4670867"/>
                </a:cubicBezTo>
                <a:cubicBezTo>
                  <a:pt x="5170915" y="4649815"/>
                  <a:pt x="5442360" y="4647817"/>
                  <a:pt x="5714511" y="4663483"/>
                </a:cubicBezTo>
                <a:cubicBezTo>
                  <a:pt x="5651495" y="4555157"/>
                  <a:pt x="5582088" y="4449879"/>
                  <a:pt x="5464793" y="4393556"/>
                </a:cubicBezTo>
                <a:cubicBezTo>
                  <a:pt x="5463384" y="4393148"/>
                  <a:pt x="5462860" y="4391770"/>
                  <a:pt x="5461897" y="4390879"/>
                </a:cubicBezTo>
                <a:cubicBezTo>
                  <a:pt x="4970387" y="4293633"/>
                  <a:pt x="4556299" y="367493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1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cubicBezTo>
                  <a:pt x="10068034" y="4289020"/>
                  <a:pt x="10235704" y="4406341"/>
                  <a:pt x="10395379" y="4531843"/>
                </a:cubicBezTo>
                <a:cubicBezTo>
                  <a:pt x="10227815" y="4223610"/>
                  <a:pt x="10104867" y="3926696"/>
                  <a:pt x="10225980" y="3561061"/>
                </a:cubicBezTo>
                <a:cubicBezTo>
                  <a:pt x="10233239" y="3539559"/>
                  <a:pt x="10303382" y="3509255"/>
                  <a:pt x="10314210" y="3538353"/>
                </a:cubicBezTo>
                <a:cubicBezTo>
                  <a:pt x="10408734" y="3779872"/>
                  <a:pt x="10497596" y="4023472"/>
                  <a:pt x="10573663" y="4271430"/>
                </a:cubicBezTo>
                <a:cubicBezTo>
                  <a:pt x="10618238" y="4415363"/>
                  <a:pt x="10653304" y="4549296"/>
                  <a:pt x="10583736" y="4688819"/>
                </a:cubicBezTo>
                <a:cubicBezTo>
                  <a:pt x="10685909" y="4776757"/>
                  <a:pt x="10784700" y="4869157"/>
                  <a:pt x="10880472" y="4966558"/>
                </a:cubicBezTo>
                <a:cubicBezTo>
                  <a:pt x="10849056" y="4499967"/>
                  <a:pt x="11034230" y="4066538"/>
                  <a:pt x="11231212" y="3645474"/>
                </a:cubicBezTo>
                <a:cubicBezTo>
                  <a:pt x="11242138" y="3622394"/>
                  <a:pt x="11319709" y="3598841"/>
                  <a:pt x="11317765" y="3638405"/>
                </a:cubicBezTo>
                <a:cubicBezTo>
                  <a:pt x="11295958" y="4125233"/>
                  <a:pt x="11372236" y="4676562"/>
                  <a:pt x="10982911" y="5051260"/>
                </a:cubicBezTo>
                <a:cubicBezTo>
                  <a:pt x="10979389" y="5054277"/>
                  <a:pt x="10974419" y="5057456"/>
                  <a:pt x="10968747" y="5059552"/>
                </a:cubicBezTo>
                <a:cubicBezTo>
                  <a:pt x="11069120" y="5167803"/>
                  <a:pt x="11166116" y="5280511"/>
                  <a:pt x="11258020" y="5401078"/>
                </a:cubicBezTo>
                <a:cubicBezTo>
                  <a:pt x="11414501" y="5606795"/>
                  <a:pt x="11558425" y="5822089"/>
                  <a:pt x="11688741" y="6045312"/>
                </a:cubicBezTo>
                <a:cubicBezTo>
                  <a:pt x="11728326" y="5923422"/>
                  <a:pt x="11744133" y="5789920"/>
                  <a:pt x="11794425" y="5681109"/>
                </a:cubicBezTo>
                <a:cubicBezTo>
                  <a:pt x="11793785" y="5677682"/>
                  <a:pt x="11793359" y="5673360"/>
                  <a:pt x="11792727" y="5669934"/>
                </a:cubicBezTo>
                <a:cubicBezTo>
                  <a:pt x="11786706" y="5671483"/>
                  <a:pt x="11780344" y="5672486"/>
                  <a:pt x="11776744" y="5671723"/>
                </a:cubicBezTo>
                <a:cubicBezTo>
                  <a:pt x="11442886" y="5608574"/>
                  <a:pt x="11457436" y="4983823"/>
                  <a:pt x="11442546" y="4736592"/>
                </a:cubicBezTo>
                <a:cubicBezTo>
                  <a:pt x="11441155" y="4713728"/>
                  <a:pt x="11514076" y="4687776"/>
                  <a:pt x="11527771" y="4704317"/>
                </a:cubicBezTo>
                <a:cubicBezTo>
                  <a:pt x="11715804" y="4928943"/>
                  <a:pt x="11799388" y="5187422"/>
                  <a:pt x="11851542" y="5463703"/>
                </a:cubicBezTo>
                <a:cubicBezTo>
                  <a:pt x="11913004" y="5353500"/>
                  <a:pt x="12015977" y="5250086"/>
                  <a:pt x="12122505" y="5156948"/>
                </a:cubicBezTo>
                <a:lnTo>
                  <a:pt x="12192002" y="5098973"/>
                </a:lnTo>
                <a:lnTo>
                  <a:pt x="12192001" y="5160062"/>
                </a:lnTo>
                <a:lnTo>
                  <a:pt x="12155105" y="5191181"/>
                </a:lnTo>
                <a:cubicBezTo>
                  <a:pt x="12056052" y="5282318"/>
                  <a:pt x="11965498" y="5385071"/>
                  <a:pt x="11918903" y="5491132"/>
                </a:cubicBezTo>
                <a:cubicBezTo>
                  <a:pt x="11960691" y="5426848"/>
                  <a:pt x="12011970" y="5370101"/>
                  <a:pt x="12067554" y="5317498"/>
                </a:cubicBezTo>
                <a:lnTo>
                  <a:pt x="12192001" y="5211391"/>
                </a:lnTo>
                <a:lnTo>
                  <a:pt x="12192001" y="5251558"/>
                </a:lnTo>
                <a:lnTo>
                  <a:pt x="12087498" y="5340764"/>
                </a:lnTo>
                <a:cubicBezTo>
                  <a:pt x="12032329" y="5393102"/>
                  <a:pt x="11981742" y="5449408"/>
                  <a:pt x="11941335" y="5512809"/>
                </a:cubicBezTo>
                <a:cubicBezTo>
                  <a:pt x="11925082" y="5538523"/>
                  <a:pt x="11910985" y="5565169"/>
                  <a:pt x="11898139" y="5592553"/>
                </a:cubicBezTo>
                <a:cubicBezTo>
                  <a:pt x="11945914" y="5558922"/>
                  <a:pt x="11992854" y="5522778"/>
                  <a:pt x="12037359" y="5482816"/>
                </a:cubicBezTo>
                <a:lnTo>
                  <a:pt x="12192001" y="5330890"/>
                </a:lnTo>
                <a:lnTo>
                  <a:pt x="12192001" y="5402911"/>
                </a:lnTo>
                <a:lnTo>
                  <a:pt x="12054488" y="5533939"/>
                </a:lnTo>
                <a:cubicBezTo>
                  <a:pt x="12007570" y="5576210"/>
                  <a:pt x="11919625" y="5622495"/>
                  <a:pt x="11880977" y="5674040"/>
                </a:cubicBezTo>
                <a:cubicBezTo>
                  <a:pt x="11880428" y="5674391"/>
                  <a:pt x="11880223" y="5675288"/>
                  <a:pt x="11879666" y="5675644"/>
                </a:cubicBezTo>
                <a:cubicBezTo>
                  <a:pt x="11877599" y="5678494"/>
                  <a:pt x="11875186" y="5680803"/>
                  <a:pt x="11873674" y="5683306"/>
                </a:cubicBezTo>
                <a:cubicBezTo>
                  <a:pt x="11806563" y="5791374"/>
                  <a:pt x="11801847" y="5992131"/>
                  <a:pt x="11738608" y="6118417"/>
                </a:cubicBezTo>
                <a:cubicBezTo>
                  <a:pt x="11737642" y="6120562"/>
                  <a:pt x="11735234" y="6122876"/>
                  <a:pt x="11732820" y="6125184"/>
                </a:cubicBezTo>
                <a:cubicBezTo>
                  <a:pt x="11856220" y="6344593"/>
                  <a:pt x="11965159" y="6571523"/>
                  <a:pt x="12058063" y="6805045"/>
                </a:cubicBezTo>
                <a:lnTo>
                  <a:pt x="12077722" y="6857999"/>
                </a:lnTo>
                <a:lnTo>
                  <a:pt x="11980831" y="6857999"/>
                </a:lnTo>
                <a:lnTo>
                  <a:pt x="11842370" y="6532596"/>
                </a:lnTo>
                <a:lnTo>
                  <a:pt x="11807118" y="6461642"/>
                </a:lnTo>
                <a:cubicBezTo>
                  <a:pt x="11675874" y="6190726"/>
                  <a:pt x="11523363" y="5930353"/>
                  <a:pt x="11352410" y="5682534"/>
                </a:cubicBezTo>
                <a:cubicBezTo>
                  <a:pt x="11349154" y="5682314"/>
                  <a:pt x="11346248" y="5682642"/>
                  <a:pt x="11344098" y="5681717"/>
                </a:cubicBezTo>
                <a:cubicBezTo>
                  <a:pt x="11146884" y="5607050"/>
                  <a:pt x="10940954" y="5574737"/>
                  <a:pt x="10730809" y="5585749"/>
                </a:cubicBezTo>
                <a:cubicBezTo>
                  <a:pt x="10726045" y="5588034"/>
                  <a:pt x="10720166" y="5591021"/>
                  <a:pt x="10713050" y="5593271"/>
                </a:cubicBezTo>
                <a:cubicBezTo>
                  <a:pt x="10300570" y="5732161"/>
                  <a:pt x="9845774" y="5640588"/>
                  <a:pt x="9420192" y="5692050"/>
                </a:cubicBezTo>
                <a:cubicBezTo>
                  <a:pt x="9405112" y="5694029"/>
                  <a:pt x="9380308" y="5686903"/>
                  <a:pt x="9404066" y="5671708"/>
                </a:cubicBezTo>
                <a:cubicBezTo>
                  <a:pt x="9811305" y="5415077"/>
                  <a:pt x="10269729" y="5333413"/>
                  <a:pt x="10712309" y="5538562"/>
                </a:cubicBezTo>
                <a:cubicBezTo>
                  <a:pt x="10909559" y="5522006"/>
                  <a:pt x="11103888" y="5541041"/>
                  <a:pt x="11291486" y="5595804"/>
                </a:cubicBezTo>
                <a:cubicBezTo>
                  <a:pt x="11253937" y="5543176"/>
                  <a:pt x="11215832" y="5490905"/>
                  <a:pt x="11176624" y="5439340"/>
                </a:cubicBezTo>
                <a:cubicBezTo>
                  <a:pt x="11019444" y="5232532"/>
                  <a:pt x="10848144" y="5046247"/>
                  <a:pt x="10665962" y="4874588"/>
                </a:cubicBezTo>
                <a:cubicBezTo>
                  <a:pt x="10659400" y="4876493"/>
                  <a:pt x="10653378" y="4878043"/>
                  <a:pt x="10647017" y="4879047"/>
                </a:cubicBezTo>
                <a:cubicBezTo>
                  <a:pt x="10469841" y="4937947"/>
                  <a:pt x="10294852" y="4989315"/>
                  <a:pt x="10107096" y="4989072"/>
                </a:cubicBezTo>
                <a:cubicBezTo>
                  <a:pt x="9884392" y="4988955"/>
                  <a:pt x="9658777" y="4947776"/>
                  <a:pt x="9439953" y="4909921"/>
                </a:cubicBezTo>
                <a:cubicBezTo>
                  <a:pt x="9408584" y="4904693"/>
                  <a:pt x="9464056" y="4874580"/>
                  <a:pt x="9470279" y="4872131"/>
                </a:cubicBezTo>
                <a:cubicBezTo>
                  <a:pt x="9777078" y="4772480"/>
                  <a:pt x="10227985" y="4680296"/>
                  <a:pt x="10565024" y="4781269"/>
                </a:cubicBezTo>
                <a:cubicBezTo>
                  <a:pt x="10362949" y="4601638"/>
                  <a:pt x="10148128" y="4438593"/>
                  <a:pt x="9922490" y="4287833"/>
                </a:cubicBezTo>
                <a:cubicBezTo>
                  <a:pt x="9921938" y="4288186"/>
                  <a:pt x="9921032" y="4287993"/>
                  <a:pt x="9920481" y="4288346"/>
                </a:cubicBezTo>
                <a:cubicBezTo>
                  <a:pt x="9919033" y="4288508"/>
                  <a:pt x="9917026" y="4289026"/>
                  <a:pt x="9916127" y="4288836"/>
                </a:cubicBezTo>
                <a:cubicBezTo>
                  <a:pt x="9902906" y="4288860"/>
                  <a:pt x="9795895" y="4364971"/>
                  <a:pt x="9791125" y="4367248"/>
                </a:cubicBezTo>
                <a:cubicBezTo>
                  <a:pt x="9707175" y="4406384"/>
                  <a:pt x="9617775" y="4432133"/>
                  <a:pt x="9528364" y="4451767"/>
                </a:cubicBezTo>
                <a:cubicBezTo>
                  <a:pt x="9228232" y="4518029"/>
                  <a:pt x="8927622" y="4526349"/>
                  <a:pt x="8629850" y="4613329"/>
                </a:cubicBezTo>
                <a:cubicBezTo>
                  <a:pt x="8609591" y="4619390"/>
                  <a:pt x="8554225" y="4618011"/>
                  <a:pt x="8600239" y="4596243"/>
                </a:cubicBezTo>
                <a:cubicBezTo>
                  <a:pt x="8928850" y="4438196"/>
                  <a:pt x="9367700" y="4136057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0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0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6" y="2637633"/>
                </a:cubicBezTo>
                <a:cubicBezTo>
                  <a:pt x="5803017" y="2582794"/>
                  <a:pt x="5810097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4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4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278852" y="4250311"/>
                  <a:pt x="915356" y="4600566"/>
                  <a:pt x="542867" y="4944092"/>
                </a:cubicBezTo>
                <a:cubicBezTo>
                  <a:pt x="521291" y="4964055"/>
                  <a:pt x="503482" y="4879596"/>
                  <a:pt x="515800" y="4862180"/>
                </a:cubicBezTo>
                <a:cubicBezTo>
                  <a:pt x="664236" y="4650055"/>
                  <a:pt x="747224" y="4402666"/>
                  <a:pt x="909145" y="4199225"/>
                </a:cubicBez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458381" y="4190213"/>
                  <a:pt x="284593" y="4292005"/>
                  <a:pt x="112563" y="4396952"/>
                </a:cubicBezTo>
                <a:lnTo>
                  <a:pt x="0" y="4466006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0" y="891331"/>
                </a:cubicBezTo>
                <a:cubicBezTo>
                  <a:pt x="5712973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5" y="246988"/>
                  <a:pt x="5760847" y="254734"/>
                  <a:pt x="5736947" y="261367"/>
                </a:cubicBezTo>
                <a:cubicBezTo>
                  <a:pt x="5638132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7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1" y="231951"/>
                </a:cubicBezTo>
                <a:cubicBezTo>
                  <a:pt x="5794994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3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0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6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6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7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2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1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1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7C34E3-CD91-9843-1D01-C64A0D5DD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5124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Alignment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0FA059D-FB77-D0B2-4827-BEBAFCB3E0DF}"/>
              </a:ext>
            </a:extLst>
          </p:cNvPr>
          <p:cNvSpPr txBox="1"/>
          <p:nvPr/>
        </p:nvSpPr>
        <p:spPr>
          <a:xfrm>
            <a:off x="6715124" y="4267200"/>
            <a:ext cx="4495801" cy="91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“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highlight>
                  <a:srgbClr val="FF0000"/>
                </a:highlight>
                <a:latin typeface="+mn-lt"/>
                <a:ea typeface="+mn-ea"/>
                <a:cs typeface="+mn-cs"/>
              </a:rPr>
              <a:t>Le Chien 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court dans 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highlight>
                  <a:srgbClr val="FFFF00"/>
                </a:highlight>
                <a:latin typeface="+mn-lt"/>
                <a:ea typeface="+mn-ea"/>
                <a:cs typeface="+mn-cs"/>
              </a:rPr>
              <a:t>l’ </a:t>
            </a:r>
            <a:r>
              <a:rPr lang="en-US" sz="2700" kern="1200" dirty="0" err="1">
                <a:solidFill>
                  <a:schemeClr val="tx1">
                    <a:alpha val="55000"/>
                  </a:schemeClr>
                </a:solidFill>
                <a:highlight>
                  <a:srgbClr val="FFFF00"/>
                </a:highlight>
                <a:latin typeface="+mn-lt"/>
                <a:ea typeface="+mn-ea"/>
                <a:cs typeface="+mn-cs"/>
              </a:rPr>
              <a:t>herbe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highlight>
                  <a:srgbClr val="FFFF00"/>
                </a:highlight>
                <a:latin typeface="+mn-lt"/>
                <a:ea typeface="+mn-ea"/>
                <a:cs typeface="+mn-cs"/>
              </a:rPr>
              <a:t> verte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”</a:t>
            </a:r>
          </a:p>
        </p:txBody>
      </p:sp>
      <p:pic>
        <p:nvPicPr>
          <p:cNvPr id="4" name="Espace réservé du contenu 3" descr="Une image contenant herbe, plein air, chien, animal domestique&#10;&#10;Le contenu généré par l’IA peut être incorrect.">
            <a:extLst>
              <a:ext uri="{FF2B5EF4-FFF2-40B4-BE49-F238E27FC236}">
                <a16:creationId xmlns:a16="http://schemas.microsoft.com/office/drawing/2014/main" id="{A68393B6-EC87-BBFE-9552-61E4BA647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18" t="9091"/>
          <a:stretch>
            <a:fillRect/>
          </a:stretch>
        </p:blipFill>
        <p:spPr bwMode="auto">
          <a:xfrm>
            <a:off x="981074" y="1586549"/>
            <a:ext cx="4657726" cy="3684897"/>
          </a:xfrm>
          <a:prstGeom prst="rect">
            <a:avLst/>
          </a:prstGeom>
          <a:noFill/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D439D9F-E4F2-0F35-4538-A86106EAC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60877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96CC1E-59E6-2FA6-E14C-D43AAC805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 dirty="0"/>
              <a:t>Structure d’</a:t>
            </a:r>
            <a:r>
              <a:rPr lang="en-US"/>
              <a:t> </a:t>
            </a:r>
            <a:r>
              <a:rPr lang="en-US" dirty="0"/>
              <a:t>Alignment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B5528-21F7-A5F1-1477-D52A46B4A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/>
              <a:t>Il existe deux principales structures, l’alignement Discret et l’alignement continue:</a:t>
            </a:r>
          </a:p>
          <a:p>
            <a:r>
              <a:rPr lang="fr-FR" sz="2000" dirty="0"/>
              <a:t>L’alignement discret et principalement utiliser pour les données qui ne nécessite pas de temporalité et sont par définition s des Éléments discrets, comme des photos du texte. </a:t>
            </a:r>
          </a:p>
          <a:p>
            <a:r>
              <a:rPr lang="fr-FR" sz="2000" dirty="0"/>
              <a:t>L’alignement continue est utiliser pour les signaux qui sont indivisible par nature comme les audio ou encore les vidéos </a:t>
            </a:r>
          </a:p>
          <a:p>
            <a:endParaRPr lang="fr-FR" sz="2000" dirty="0"/>
          </a:p>
        </p:txBody>
      </p:sp>
      <p:pic>
        <p:nvPicPr>
          <p:cNvPr id="4" name="Image 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7B5BCFA-B9DC-8198-45D1-241671DDA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3211467"/>
            <a:ext cx="4788505" cy="1702808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05312BD-D6D8-C88E-1A65-1588FEE94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59900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1DF91F20-B96F-4F77-AC3E-2CDD3BAA1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3D487F7-9050-4871-B351-34A72ADB2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3C27DD-EF6A-4C48-9669-C2970E71A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4384FE-1C88-4CAA-8FB8-2313A3AE7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7B6A113-58CD-406C-BCE4-6E1F1F2BE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ED33EF-C029-9B2C-C2EC-CAED1E7D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948" y="857251"/>
            <a:ext cx="6219582" cy="31601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 Co-learning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A1AA86-B7E6-4C02-AA34-F1A25CD4C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401D835-4EA5-E9DA-3880-AEEAC28DD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F652423-A3F4-01DA-D14D-7FAF6972D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30243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D901FC-675F-4C8A-C468-E16141D3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4400C95E-A6CA-702D-297E-C5A67719F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B508D6-BD60-184C-7F76-9EFF1C6B1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E2DCDD-B252-4BF1-CA30-9107836C17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2D0F36F-5F54-E5D5-BCD7-1FF16F8E2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E2E3770-2FE0-64B5-6322-F78B3AD13A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80FDBEB-6074-77AE-F7ED-C8DEB7078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5A474C5-D771-6929-585A-F21784E39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8223776-0720-7498-5463-5C6C00DBF877}"/>
              </a:ext>
            </a:extLst>
          </p:cNvPr>
          <p:cNvSpPr txBox="1"/>
          <p:nvPr/>
        </p:nvSpPr>
        <p:spPr>
          <a:xfrm>
            <a:off x="777835" y="2176862"/>
            <a:ext cx="67808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bg1"/>
                </a:solidFill>
              </a:rPr>
              <a:t>Le </a:t>
            </a:r>
            <a:r>
              <a:rPr lang="fr-FR" dirty="0">
                <a:solidFill>
                  <a:schemeClr val="bg1"/>
                </a:solidFill>
              </a:rPr>
              <a:t>co-learning permet de transférer les connaissances d’une modalité vers une modalité plus limitée ou bruitée.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Il exploite la complémentarité des modalités pour améliorer les performances, même lorsque certaines informations manquent.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Approche est particulièrement adaptée aux contextes réels (santé, robotique, multimédia, systèmes autonomes) où les données sont souvent incomplètes ou imparfaites</a:t>
            </a:r>
            <a:endParaRPr lang="es-A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D18DD9-2199-D765-DFC5-022416D3C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41257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77EA4B7-0DBF-872B-1E7B-50471FB77089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Les grands </a:t>
            </a:r>
            <a:r>
              <a:rPr lang="en-US" sz="37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défis</a:t>
            </a: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du co-learning multimodal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A86A2A0-472C-48CF-7C71-1A5A7C1A1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228345"/>
              </p:ext>
            </p:extLst>
          </p:nvPr>
        </p:nvGraphicFramePr>
        <p:xfrm>
          <a:off x="432225" y="1981866"/>
          <a:ext cx="11327549" cy="44210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85352">
                  <a:extLst>
                    <a:ext uri="{9D8B030D-6E8A-4147-A177-3AD203B41FA5}">
                      <a16:colId xmlns:a16="http://schemas.microsoft.com/office/drawing/2014/main" val="1658389980"/>
                    </a:ext>
                  </a:extLst>
                </a:gridCol>
                <a:gridCol w="8542197">
                  <a:extLst>
                    <a:ext uri="{9D8B030D-6E8A-4147-A177-3AD203B41FA5}">
                      <a16:colId xmlns:a16="http://schemas.microsoft.com/office/drawing/2014/main" val="426916927"/>
                    </a:ext>
                  </a:extLst>
                </a:gridCol>
              </a:tblGrid>
              <a:tr h="41792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Objectif</a:t>
                      </a:r>
                      <a:endParaRPr lang="es-AR" sz="1200" b="1" i="0" u="none" strike="noStrike" cap="all" spc="6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94983" marB="94983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But</a:t>
                      </a:r>
                    </a:p>
                  </a:txBody>
                  <a:tcPr marL="96715" marR="28014" marT="94983" marB="94983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9178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Présence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prédire lorsqu’une ou plusieurs modalités sont totalement ou partiellement absentes à l’entraînement ou au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6871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Parallélisme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données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600" dirty="0"/>
                        <a:t>Doit gérer des données qui peuvent être soit fortement liées, soit faiblement mises en correspondance, ou reliées par une modalité commune</a:t>
                      </a: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8766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bruitée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fonctionner dans des conditions bruitées, que ce soit au niveau des données ou des annotations.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00303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Annotations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gérer les modalités annotées, partiellement annotées ou non annotées pendant l’entraînement.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9782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Adaptation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domaine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être performant même lorsqu’il y a un changement de jeu de données / domaine / modalité entre l’entraînement et le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4164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Interprétabilité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et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équité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fournir des prédictions interprétables et non biaisées, accompagnées d’explications et respectant l’équité.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482671"/>
                  </a:ext>
                </a:extLst>
              </a:tr>
            </a:tbl>
          </a:graphicData>
        </a:graphic>
      </p:graphicFrame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D372D8-6FC8-FF8B-4132-75B9D17BA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90529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27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8660119-3129-7C08-B86B-1FEC90D14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274" y="643467"/>
            <a:ext cx="5111451" cy="5571065"/>
          </a:xfrm>
          <a:prstGeom prst="rect">
            <a:avLst/>
          </a:prstGeom>
          <a:ln>
            <a:noFill/>
          </a:ln>
        </p:spPr>
      </p:pic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BEE0986-6D94-42CA-FF7A-95E78DE92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07258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437BB8-0764-4822-10D7-96F79362C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/>
              <a:t>Les applications de la Fusion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574CC0-436E-C023-33AC-209F5E4241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122" y="3097433"/>
            <a:ext cx="4958966" cy="1930876"/>
          </a:xfrm>
        </p:spPr>
        <p:txBody>
          <a:bodyPr>
            <a:normAutofit/>
          </a:bodyPr>
          <a:lstStyle/>
          <a:p>
            <a:endParaRPr lang="fr-FR" sz="2000" dirty="0"/>
          </a:p>
          <a:p>
            <a:pPr lvl="1"/>
            <a:r>
              <a:rPr lang="fr-FR" sz="2000" dirty="0" err="1"/>
              <a:t>Autonomous</a:t>
            </a:r>
            <a:r>
              <a:rPr lang="fr-FR" sz="2000" dirty="0"/>
              <a:t> Driving</a:t>
            </a:r>
          </a:p>
          <a:p>
            <a:pPr lvl="1"/>
            <a:r>
              <a:rPr lang="fr-FR" sz="2000" dirty="0"/>
              <a:t>Smart </a:t>
            </a:r>
            <a:r>
              <a:rPr lang="fr-FR" sz="2000" dirty="0" err="1"/>
              <a:t>Helthcare</a:t>
            </a:r>
            <a:endParaRPr lang="fr-FR" sz="2000" dirty="0"/>
          </a:p>
          <a:p>
            <a:pPr lvl="1"/>
            <a:r>
              <a:rPr lang="fr-FR" sz="2000" dirty="0"/>
              <a:t>Sentimental </a:t>
            </a:r>
            <a:r>
              <a:rPr lang="fr-FR" sz="2000" dirty="0" err="1"/>
              <a:t>analysis</a:t>
            </a:r>
            <a:endParaRPr lang="fr-FR" sz="2000" dirty="0"/>
          </a:p>
          <a:p>
            <a:pPr lvl="1"/>
            <a:r>
              <a:rPr lang="fr-FR" sz="2000" dirty="0" err="1"/>
              <a:t>LLM’s</a:t>
            </a:r>
            <a:r>
              <a:rPr lang="fr-FR" sz="2000" dirty="0"/>
              <a:t> Enrichie</a:t>
            </a:r>
          </a:p>
        </p:txBody>
      </p:sp>
      <p:pic>
        <p:nvPicPr>
          <p:cNvPr id="4" name="Image 3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763F5075-F5FA-41CD-21A4-AF24038AB9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9263" y="2495191"/>
            <a:ext cx="4788505" cy="316041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1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5E55CAA-0CED-6858-93F5-A05447562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796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5EEBFD7-A76E-255A-BEA0-7B36E6B2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Conduite autonome</a:t>
            </a:r>
            <a:endParaRPr lang="es-AR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68E448-BC78-618F-0D96-A565DDCC10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endParaRPr lang="es-AR" sz="200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73A36BC-DF62-35A2-6C36-3DF67D581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26</a:t>
            </a:fld>
            <a:endParaRPr lang="fr-FR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37807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98824BB-26F5-8A3A-927B-B6C4B0C32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Analyse de sentiment</a:t>
            </a:r>
            <a:endParaRPr lang="es-AR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8D1E74-878B-7D04-5DF9-CC2F9A00F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endParaRPr lang="es-AR" sz="200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9B1B337-2DE3-CEBE-D649-C79710949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27</a:t>
            </a:fld>
            <a:endParaRPr lang="fr-FR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97518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024517A-2DD6-AD3C-8D57-147E0E84B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Domaine Médicale</a:t>
            </a:r>
            <a:endParaRPr lang="es-AR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052E92-03F8-B13D-B5AE-B70FCC1644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endParaRPr lang="es-AR" sz="200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CBC0D00-9E40-451F-771C-1158ACC6B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28</a:t>
            </a:fld>
            <a:endParaRPr lang="fr-FR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8799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28DC2C-9315-309A-51B5-C5433D894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F7BC347A-0B4B-CA05-10FF-9E003C665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3979EBD-F3ED-43B4-E592-7F9DE95465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E4BF458-E54C-4377-71F5-EC6596A7C8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5988094-6EE5-15A0-8595-E770070BEC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1ACDBCE-0801-4714-F232-501F73B020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589ACA2-29AB-5155-B737-81592DFD3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 dirty="0" err="1">
                <a:solidFill>
                  <a:srgbClr val="FFFFFF"/>
                </a:solidFill>
              </a:rPr>
              <a:t>LLM’s</a:t>
            </a:r>
            <a:r>
              <a:rPr lang="fr-FR" sz="4000" dirty="0">
                <a:solidFill>
                  <a:srgbClr val="FFFFFF"/>
                </a:solidFill>
              </a:rPr>
              <a:t> Enrichie</a:t>
            </a:r>
            <a:endParaRPr lang="es-AR" sz="4000" dirty="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14A5BEE-2761-72F7-A68B-196F02E6FE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endParaRPr lang="es-AR" sz="200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551EB6D-02F5-5384-6FA6-AAA75158B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29</a:t>
            </a:fld>
            <a:endParaRPr lang="fr-FR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55882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3FCB4D-5791-BDAD-9D64-F3CE4D604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Sources:</a:t>
            </a:r>
            <a:endParaRPr lang="es-A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FF6EA4-8A67-DB1D-5EB1-7E17095F92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A Comprehensive Survey on Deep Learning Multi-Modal Fusion: Methods, Technologies and Applications </a:t>
            </a:r>
            <a:r>
              <a:rPr lang="es-AR" sz="1600" dirty="0" err="1"/>
              <a:t>Tianzhe</a:t>
            </a:r>
            <a:r>
              <a:rPr lang="es-AR" sz="1600" dirty="0"/>
              <a:t> </a:t>
            </a:r>
            <a:r>
              <a:rPr lang="es-AR" sz="1600" dirty="0" err="1"/>
              <a:t>Jiao</a:t>
            </a:r>
            <a:r>
              <a:rPr lang="es-AR" sz="1600" dirty="0"/>
              <a:t>, </a:t>
            </a:r>
            <a:r>
              <a:rPr lang="es-AR" sz="1600" dirty="0" err="1"/>
              <a:t>Chaopeng</a:t>
            </a:r>
            <a:r>
              <a:rPr lang="es-AR" sz="1600" dirty="0"/>
              <a:t> </a:t>
            </a:r>
            <a:r>
              <a:rPr lang="es-AR" sz="1600" dirty="0" err="1"/>
              <a:t>Guo</a:t>
            </a:r>
            <a:r>
              <a:rPr lang="es-AR" sz="1600" dirty="0"/>
              <a:t>, </a:t>
            </a:r>
            <a:r>
              <a:rPr lang="es-AR" sz="1600" dirty="0" err="1"/>
              <a:t>Xiaoyue</a:t>
            </a:r>
            <a:r>
              <a:rPr lang="es-AR" sz="1600" dirty="0"/>
              <a:t> Feng, </a:t>
            </a:r>
            <a:r>
              <a:rPr lang="es-AR" sz="1600" dirty="0" err="1"/>
              <a:t>Yuming</a:t>
            </a:r>
            <a:r>
              <a:rPr lang="es-AR" sz="1600" dirty="0"/>
              <a:t> Chen and Jie </a:t>
            </a:r>
            <a:r>
              <a:rPr lang="es-AR" sz="1600" dirty="0" err="1"/>
              <a:t>Song</a:t>
            </a:r>
            <a:r>
              <a:rPr lang="es-AR" sz="1600" dirty="0"/>
              <a:t> 2024</a:t>
            </a:r>
          </a:p>
          <a:p>
            <a:r>
              <a:rPr lang="en-US" sz="1600" dirty="0"/>
              <a:t>Multimodal Machine Learning: A Survey and Taxonomy Tadas Baltrusaitis, Chaitanya Ahuja, and Louis-Philippe Morency 2017</a:t>
            </a:r>
          </a:p>
          <a:p>
            <a:r>
              <a:rPr lang="es-AR" sz="1600" dirty="0"/>
              <a:t>Multimodal </a:t>
            </a:r>
            <a:r>
              <a:rPr lang="es-AR" sz="1600" dirty="0" err="1"/>
              <a:t>Co-learning</a:t>
            </a:r>
            <a:r>
              <a:rPr lang="es-AR" sz="1600" dirty="0"/>
              <a:t>: </a:t>
            </a:r>
            <a:r>
              <a:rPr lang="es-AR" sz="1600" dirty="0" err="1"/>
              <a:t>Challenges</a:t>
            </a:r>
            <a:r>
              <a:rPr lang="es-AR" sz="1600" dirty="0"/>
              <a:t>, </a:t>
            </a:r>
            <a:r>
              <a:rPr lang="es-AR" sz="1600" dirty="0" err="1"/>
              <a:t>Applications</a:t>
            </a:r>
            <a:r>
              <a:rPr lang="es-AR" sz="1600" dirty="0"/>
              <a:t> </a:t>
            </a:r>
            <a:r>
              <a:rPr lang="es-AR" sz="1600" dirty="0" err="1"/>
              <a:t>with</a:t>
            </a:r>
            <a:r>
              <a:rPr lang="es-AR" sz="1600" dirty="0"/>
              <a:t> </a:t>
            </a:r>
            <a:r>
              <a:rPr lang="es-AR" sz="1600" dirty="0" err="1"/>
              <a:t>Datasets</a:t>
            </a:r>
            <a:r>
              <a:rPr lang="es-AR" sz="1600" dirty="0"/>
              <a:t>, </a:t>
            </a:r>
            <a:r>
              <a:rPr lang="es-AR" sz="1600" dirty="0" err="1"/>
              <a:t>Recent</a:t>
            </a:r>
            <a:r>
              <a:rPr lang="es-AR" sz="1600" dirty="0"/>
              <a:t> </a:t>
            </a:r>
            <a:r>
              <a:rPr lang="es-AR" sz="1600" dirty="0" err="1"/>
              <a:t>Advances</a:t>
            </a:r>
            <a:r>
              <a:rPr lang="es-AR" sz="1600" dirty="0"/>
              <a:t> and Future </a:t>
            </a:r>
            <a:r>
              <a:rPr lang="es-AR" sz="1600" dirty="0" err="1"/>
              <a:t>Directions</a:t>
            </a:r>
            <a:r>
              <a:rPr lang="es-AR" sz="1600" dirty="0"/>
              <a:t> Anil </a:t>
            </a:r>
            <a:r>
              <a:rPr lang="es-AR" sz="1600" dirty="0" err="1"/>
              <a:t>Rahatea</a:t>
            </a:r>
            <a:r>
              <a:rPr lang="es-AR" sz="1600" dirty="0"/>
              <a:t> , </a:t>
            </a:r>
            <a:r>
              <a:rPr lang="es-AR" sz="1600" dirty="0" err="1"/>
              <a:t>Rahee</a:t>
            </a:r>
            <a:r>
              <a:rPr lang="es-AR" sz="1600" dirty="0"/>
              <a:t> </a:t>
            </a:r>
            <a:r>
              <a:rPr lang="es-AR" sz="1600" dirty="0" err="1"/>
              <a:t>Walambea</a:t>
            </a:r>
            <a:r>
              <a:rPr lang="es-AR" sz="1600" dirty="0"/>
              <a:t>, b, </a:t>
            </a:r>
            <a:r>
              <a:rPr lang="es-AR" sz="1600" dirty="0" err="1"/>
              <a:t>Sheela</a:t>
            </a:r>
            <a:r>
              <a:rPr lang="es-AR" sz="1600" dirty="0"/>
              <a:t> </a:t>
            </a:r>
            <a:r>
              <a:rPr lang="es-AR" sz="1600" dirty="0" err="1"/>
              <a:t>Ramannac</a:t>
            </a:r>
            <a:r>
              <a:rPr lang="es-AR" sz="1600" dirty="0"/>
              <a:t> , </a:t>
            </a:r>
            <a:r>
              <a:rPr lang="es-AR" sz="1600" dirty="0" err="1"/>
              <a:t>Ketan</a:t>
            </a:r>
            <a:r>
              <a:rPr lang="es-AR" sz="1600" dirty="0"/>
              <a:t> </a:t>
            </a:r>
            <a:r>
              <a:rPr lang="es-AR" sz="1600" dirty="0" err="1"/>
              <a:t>Kotechaa</a:t>
            </a:r>
            <a:r>
              <a:rPr lang="es-AR" sz="1600" dirty="0"/>
              <a:t> </a:t>
            </a:r>
            <a:r>
              <a:rPr lang="es-AR" sz="1600"/>
              <a:t>2022 </a:t>
            </a:r>
          </a:p>
          <a:p>
            <a:endParaRPr lang="es-AR" sz="16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68CB79-5CD9-AB4A-7239-D9C964CF7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600429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5158</TotalTime>
  <Words>1051</Words>
  <Application>Microsoft Office PowerPoint</Application>
  <PresentationFormat>Grand écran</PresentationFormat>
  <Paragraphs>178</Paragraphs>
  <Slides>30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Calibri</vt:lpstr>
      <vt:lpstr>Thème Office</vt:lpstr>
      <vt:lpstr>La Multimodalité</vt:lpstr>
      <vt:lpstr>Présentation PowerPoint</vt:lpstr>
      <vt:lpstr>La multimodalité: </vt:lpstr>
      <vt:lpstr>Trouver slide d’exemple rapide </vt:lpstr>
      <vt:lpstr>Les 5 clefs de la multimodalité</vt:lpstr>
      <vt:lpstr>La fusion</vt:lpstr>
      <vt:lpstr>Les méthodes de fusion</vt:lpstr>
      <vt:lpstr>Model unimodal </vt:lpstr>
      <vt:lpstr>Late  Fusion</vt:lpstr>
      <vt:lpstr>Deep  Fusion</vt:lpstr>
      <vt:lpstr>Early  Fusion</vt:lpstr>
      <vt:lpstr>Hybrid  Fusion</vt:lpstr>
      <vt:lpstr>Technologies de Fusion</vt:lpstr>
      <vt:lpstr>Data Representation:</vt:lpstr>
      <vt:lpstr>Exemple de Représentation</vt:lpstr>
      <vt:lpstr>Data Translation</vt:lpstr>
      <vt:lpstr>Les réseaux de neurones </vt:lpstr>
      <vt:lpstr>Generative Adversarial Networks GAN’s</vt:lpstr>
      <vt:lpstr>Data Alignment</vt:lpstr>
      <vt:lpstr>Structure d’ Alignment</vt:lpstr>
      <vt:lpstr>Le Co-learning</vt:lpstr>
      <vt:lpstr>Présentation PowerPoint</vt:lpstr>
      <vt:lpstr>Présentation PowerPoint</vt:lpstr>
      <vt:lpstr>Présentation PowerPoint</vt:lpstr>
      <vt:lpstr>Les applications de la Fusion</vt:lpstr>
      <vt:lpstr>Conduite autonome</vt:lpstr>
      <vt:lpstr>Analyse de sentiment</vt:lpstr>
      <vt:lpstr>Domaine Médicale</vt:lpstr>
      <vt:lpstr>LLM’s Enrichie</vt:lpstr>
      <vt:lpstr>Sources: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Mougne</dc:creator>
  <cp:lastModifiedBy>MOUGNE Robin</cp:lastModifiedBy>
  <cp:revision>23</cp:revision>
  <dcterms:created xsi:type="dcterms:W3CDTF">2025-09-05T12:51:10Z</dcterms:created>
  <dcterms:modified xsi:type="dcterms:W3CDTF">2026-01-15T15:26:01Z</dcterms:modified>
</cp:coreProperties>
</file>