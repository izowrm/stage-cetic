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60" r:id="rId3"/>
    <p:sldId id="262" r:id="rId4"/>
    <p:sldId id="263" r:id="rId5"/>
    <p:sldId id="261" r:id="rId6"/>
    <p:sldId id="265" r:id="rId7"/>
    <p:sldId id="264" r:id="rId8"/>
    <p:sldId id="282" r:id="rId9"/>
    <p:sldId id="266" r:id="rId10"/>
    <p:sldId id="267" r:id="rId11"/>
    <p:sldId id="271" r:id="rId12"/>
    <p:sldId id="270" r:id="rId13"/>
    <p:sldId id="269" r:id="rId14"/>
    <p:sldId id="272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59" r:id="rId23"/>
    <p:sldId id="258" r:id="rId24"/>
    <p:sldId id="284" r:id="rId25"/>
    <p:sldId id="288" r:id="rId26"/>
    <p:sldId id="293" r:id="rId27"/>
    <p:sldId id="287" r:id="rId28"/>
    <p:sldId id="290" r:id="rId29"/>
    <p:sldId id="294" r:id="rId30"/>
    <p:sldId id="292" r:id="rId31"/>
    <p:sldId id="296" r:id="rId32"/>
    <p:sldId id="295" r:id="rId33"/>
    <p:sldId id="297" r:id="rId34"/>
    <p:sldId id="289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0F3BA-9CA9-4C87-9539-EE028B923D9A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4EFA65B-D4EC-4820-A833-BDEB4B6A00C4}">
      <dgm:prSet/>
      <dgm:spPr/>
      <dgm:t>
        <a:bodyPr/>
        <a:lstStyle/>
        <a:p>
          <a:r>
            <a:rPr lang="es-AR" b="1" i="0" baseline="0"/>
            <a:t>Fusion</a:t>
          </a:r>
          <a:r>
            <a:rPr lang="es-AR" b="0" i="0" baseline="0"/>
            <a:t> </a:t>
          </a:r>
          <a:endParaRPr lang="en-US"/>
        </a:p>
      </dgm:t>
    </dgm:pt>
    <dgm:pt modelId="{DCBA0F23-E670-43B4-BFE0-7B1B8F786D1A}" type="parTrans" cxnId="{A571E5CA-8B29-4C8D-A200-0BD5F4E5720D}">
      <dgm:prSet/>
      <dgm:spPr/>
      <dgm:t>
        <a:bodyPr/>
        <a:lstStyle/>
        <a:p>
          <a:endParaRPr lang="en-US"/>
        </a:p>
      </dgm:t>
    </dgm:pt>
    <dgm:pt modelId="{EC046E9F-99E7-4CC7-BD69-211C8F2301EA}" type="sibTrans" cxnId="{A571E5CA-8B29-4C8D-A200-0BD5F4E5720D}">
      <dgm:prSet/>
      <dgm:spPr/>
      <dgm:t>
        <a:bodyPr/>
        <a:lstStyle/>
        <a:p>
          <a:endParaRPr lang="en-US"/>
        </a:p>
      </dgm:t>
    </dgm:pt>
    <dgm:pt modelId="{06DBCACD-1706-4C47-AC49-555AE2C2608D}">
      <dgm:prSet/>
      <dgm:spPr/>
      <dgm:t>
        <a:bodyPr/>
        <a:lstStyle/>
        <a:p>
          <a:r>
            <a:rPr lang="es-AR" b="1" i="0" baseline="0" dirty="0" err="1"/>
            <a:t>Attention</a:t>
          </a:r>
          <a:r>
            <a:rPr lang="es-AR" b="1" i="0" baseline="0" dirty="0"/>
            <a:t> et Transformers</a:t>
          </a:r>
          <a:endParaRPr lang="en-US" dirty="0"/>
        </a:p>
      </dgm:t>
    </dgm:pt>
    <dgm:pt modelId="{CA8B646D-60E1-45F4-B516-C3EF474435A5}" type="parTrans" cxnId="{32DCEF9F-CDE7-449D-8F4D-9775ACDC515E}">
      <dgm:prSet/>
      <dgm:spPr/>
      <dgm:t>
        <a:bodyPr/>
        <a:lstStyle/>
        <a:p>
          <a:endParaRPr lang="en-US"/>
        </a:p>
      </dgm:t>
    </dgm:pt>
    <dgm:pt modelId="{C9BBDEB3-E5E6-4374-94B1-D1A6B655B996}" type="sibTrans" cxnId="{32DCEF9F-CDE7-449D-8F4D-9775ACDC515E}">
      <dgm:prSet/>
      <dgm:spPr/>
      <dgm:t>
        <a:bodyPr/>
        <a:lstStyle/>
        <a:p>
          <a:endParaRPr lang="en-US"/>
        </a:p>
      </dgm:t>
    </dgm:pt>
    <dgm:pt modelId="{D6373346-48B4-4DBA-AB19-847F07EE1FDF}">
      <dgm:prSet/>
      <dgm:spPr/>
      <dgm:t>
        <a:bodyPr/>
        <a:lstStyle/>
        <a:p>
          <a:r>
            <a:rPr lang="es-AR" b="1" dirty="0" err="1"/>
            <a:t>Encoder-decoders</a:t>
          </a:r>
          <a:endParaRPr lang="en-US" b="1" dirty="0"/>
        </a:p>
      </dgm:t>
    </dgm:pt>
    <dgm:pt modelId="{F67F1C9D-9F12-4BDD-8ECC-8626D89BAC4D}" type="parTrans" cxnId="{169F9773-C739-43E6-9938-2381A149A0E4}">
      <dgm:prSet/>
      <dgm:spPr/>
      <dgm:t>
        <a:bodyPr/>
        <a:lstStyle/>
        <a:p>
          <a:endParaRPr lang="en-US"/>
        </a:p>
      </dgm:t>
    </dgm:pt>
    <dgm:pt modelId="{EF231535-548E-4926-A545-E07C9DCC6AEA}" type="sibTrans" cxnId="{169F9773-C739-43E6-9938-2381A149A0E4}">
      <dgm:prSet/>
      <dgm:spPr/>
      <dgm:t>
        <a:bodyPr/>
        <a:lstStyle/>
        <a:p>
          <a:endParaRPr lang="en-US"/>
        </a:p>
      </dgm:t>
    </dgm:pt>
    <dgm:pt modelId="{1BC30875-0BAC-4E54-B357-A04ED0D696CC}">
      <dgm:prSet/>
      <dgm:spPr/>
      <dgm:t>
        <a:bodyPr/>
        <a:lstStyle/>
        <a:p>
          <a:r>
            <a:rPr lang="es-AR" b="1" i="0" baseline="0"/>
            <a:t>Memory Fusion Networks</a:t>
          </a:r>
          <a:r>
            <a:rPr lang="es-AR" b="0" i="0" baseline="0"/>
            <a:t> </a:t>
          </a:r>
          <a:endParaRPr lang="en-US"/>
        </a:p>
      </dgm:t>
    </dgm:pt>
    <dgm:pt modelId="{5B65C4BC-94D2-4A68-82EE-63039BAE5710}" type="parTrans" cxnId="{9AD973CB-9896-4448-8B94-6A40240D82DA}">
      <dgm:prSet/>
      <dgm:spPr/>
      <dgm:t>
        <a:bodyPr/>
        <a:lstStyle/>
        <a:p>
          <a:endParaRPr lang="en-US"/>
        </a:p>
      </dgm:t>
    </dgm:pt>
    <dgm:pt modelId="{F7A25D1C-7451-4B19-A43E-6CE859418E39}" type="sibTrans" cxnId="{9AD973CB-9896-4448-8B94-6A40240D82DA}">
      <dgm:prSet/>
      <dgm:spPr/>
      <dgm:t>
        <a:bodyPr/>
        <a:lstStyle/>
        <a:p>
          <a:endParaRPr lang="en-US"/>
        </a:p>
      </dgm:t>
    </dgm:pt>
    <dgm:pt modelId="{7E80FBC8-6E87-4688-9E34-C1E1993F49E3}">
      <dgm:prSet/>
      <dgm:spPr/>
      <dgm:t>
        <a:bodyPr/>
        <a:lstStyle/>
        <a:p>
          <a:r>
            <a:rPr lang="es-AR" b="1" i="0" baseline="0"/>
            <a:t>Multimodal Embeddings</a:t>
          </a:r>
          <a:r>
            <a:rPr lang="es-AR" b="0" i="0" baseline="0"/>
            <a:t> </a:t>
          </a:r>
          <a:endParaRPr lang="en-US"/>
        </a:p>
      </dgm:t>
    </dgm:pt>
    <dgm:pt modelId="{3FD5DEB1-A900-4EF3-A384-3B94E9E239FB}" type="parTrans" cxnId="{E2D54E8D-20B9-46B4-A3EE-C5FF595815E6}">
      <dgm:prSet/>
      <dgm:spPr/>
      <dgm:t>
        <a:bodyPr/>
        <a:lstStyle/>
        <a:p>
          <a:endParaRPr lang="en-US"/>
        </a:p>
      </dgm:t>
    </dgm:pt>
    <dgm:pt modelId="{A6E3353E-F379-4657-876C-8544A2BCFF70}" type="sibTrans" cxnId="{E2D54E8D-20B9-46B4-A3EE-C5FF595815E6}">
      <dgm:prSet/>
      <dgm:spPr/>
      <dgm:t>
        <a:bodyPr/>
        <a:lstStyle/>
        <a:p>
          <a:endParaRPr lang="en-US"/>
        </a:p>
      </dgm:t>
    </dgm:pt>
    <dgm:pt modelId="{7D715F6F-CC99-4862-BACD-1D6A0AF62656}">
      <dgm:prSet/>
      <dgm:spPr/>
      <dgm:t>
        <a:bodyPr/>
        <a:lstStyle/>
        <a:p>
          <a:r>
            <a:rPr lang="es-AR" b="1" i="0" baseline="0"/>
            <a:t>Multi-task Learning</a:t>
          </a:r>
          <a:r>
            <a:rPr lang="es-AR" b="0" i="0" baseline="0"/>
            <a:t> </a:t>
          </a:r>
          <a:endParaRPr lang="en-US"/>
        </a:p>
      </dgm:t>
    </dgm:pt>
    <dgm:pt modelId="{5CA82CF0-BD8A-4801-A72F-D1CA453D3D1C}" type="parTrans" cxnId="{DF6EA9CB-A590-4501-8595-DA14113B57D8}">
      <dgm:prSet/>
      <dgm:spPr/>
      <dgm:t>
        <a:bodyPr/>
        <a:lstStyle/>
        <a:p>
          <a:endParaRPr lang="en-US"/>
        </a:p>
      </dgm:t>
    </dgm:pt>
    <dgm:pt modelId="{0223F2A9-E2F9-4684-B0B8-9D7CAB48D7D5}" type="sibTrans" cxnId="{DF6EA9CB-A590-4501-8595-DA14113B57D8}">
      <dgm:prSet/>
      <dgm:spPr/>
      <dgm:t>
        <a:bodyPr/>
        <a:lstStyle/>
        <a:p>
          <a:endParaRPr lang="en-US"/>
        </a:p>
      </dgm:t>
    </dgm:pt>
    <dgm:pt modelId="{DEDA9F99-D0F4-4E9E-A8D5-C61F0E2AF674}">
      <dgm:prSet/>
      <dgm:spPr/>
      <dgm:t>
        <a:bodyPr/>
        <a:lstStyle/>
        <a:p>
          <a:r>
            <a:rPr lang="es-AR" b="1" i="0" baseline="0"/>
            <a:t>Transfer Learning</a:t>
          </a:r>
          <a:r>
            <a:rPr lang="es-AR" b="0" i="0" baseline="0"/>
            <a:t> </a:t>
          </a:r>
          <a:endParaRPr lang="en-US"/>
        </a:p>
      </dgm:t>
    </dgm:pt>
    <dgm:pt modelId="{7C741001-9A5B-47F2-BB18-4C2FB49FD69F}" type="parTrans" cxnId="{DD3F9EF8-8525-430D-B74C-8D2016F34C52}">
      <dgm:prSet/>
      <dgm:spPr/>
      <dgm:t>
        <a:bodyPr/>
        <a:lstStyle/>
        <a:p>
          <a:endParaRPr lang="en-US"/>
        </a:p>
      </dgm:t>
    </dgm:pt>
    <dgm:pt modelId="{262AA993-140A-4952-97D0-9A62BEAAD4D1}" type="sibTrans" cxnId="{DD3F9EF8-8525-430D-B74C-8D2016F34C52}">
      <dgm:prSet/>
      <dgm:spPr/>
      <dgm:t>
        <a:bodyPr/>
        <a:lstStyle/>
        <a:p>
          <a:endParaRPr lang="en-US"/>
        </a:p>
      </dgm:t>
    </dgm:pt>
    <dgm:pt modelId="{CEB4849D-1D84-4C28-896E-F8541C671E43}">
      <dgm:prSet/>
      <dgm:spPr/>
      <dgm:t>
        <a:bodyPr/>
        <a:lstStyle/>
        <a:p>
          <a:r>
            <a:rPr lang="es-AR" b="1" i="0" baseline="0"/>
            <a:t>GANs</a:t>
          </a:r>
          <a:r>
            <a:rPr lang="es-AR" b="0" i="0" baseline="0"/>
            <a:t> </a:t>
          </a:r>
          <a:endParaRPr lang="en-US"/>
        </a:p>
      </dgm:t>
    </dgm:pt>
    <dgm:pt modelId="{2C593723-943B-4D3A-953C-BEF149AE3CA0}" type="parTrans" cxnId="{6A234BF1-ACC0-4059-907F-5501957BBBFC}">
      <dgm:prSet/>
      <dgm:spPr/>
      <dgm:t>
        <a:bodyPr/>
        <a:lstStyle/>
        <a:p>
          <a:endParaRPr lang="en-US"/>
        </a:p>
      </dgm:t>
    </dgm:pt>
    <dgm:pt modelId="{40602580-8D8A-4014-92ED-4A073FF3123D}" type="sibTrans" cxnId="{6A234BF1-ACC0-4059-907F-5501957BBBFC}">
      <dgm:prSet/>
      <dgm:spPr/>
      <dgm:t>
        <a:bodyPr/>
        <a:lstStyle/>
        <a:p>
          <a:endParaRPr lang="en-US"/>
        </a:p>
      </dgm:t>
    </dgm:pt>
    <dgm:pt modelId="{CB6658A5-9C98-4A36-8AA0-D51A12033B59}">
      <dgm:prSet/>
      <dgm:spPr/>
      <dgm:t>
        <a:bodyPr/>
        <a:lstStyle/>
        <a:p>
          <a:r>
            <a:rPr lang="es-AR" b="1" i="0" baseline="0"/>
            <a:t>Knowledge Distillation &amp; Teacher-Student</a:t>
          </a:r>
          <a:r>
            <a:rPr lang="es-AR" b="0" i="0" baseline="0"/>
            <a:t> </a:t>
          </a:r>
          <a:endParaRPr lang="en-US"/>
        </a:p>
      </dgm:t>
    </dgm:pt>
    <dgm:pt modelId="{2C12384E-984C-423D-8F2B-F0D2DA08DE5C}" type="parTrans" cxnId="{BB8F82FE-6679-46DD-8118-35A6F3835BF5}">
      <dgm:prSet/>
      <dgm:spPr/>
      <dgm:t>
        <a:bodyPr/>
        <a:lstStyle/>
        <a:p>
          <a:endParaRPr lang="en-US"/>
        </a:p>
      </dgm:t>
    </dgm:pt>
    <dgm:pt modelId="{25A55E7B-C9A5-40D1-B6B5-7511FD914BE3}" type="sibTrans" cxnId="{BB8F82FE-6679-46DD-8118-35A6F3835BF5}">
      <dgm:prSet/>
      <dgm:spPr/>
      <dgm:t>
        <a:bodyPr/>
        <a:lstStyle/>
        <a:p>
          <a:endParaRPr lang="en-US"/>
        </a:p>
      </dgm:t>
    </dgm:pt>
    <dgm:pt modelId="{9A0F0745-0893-4382-9B7E-C8719A1954DB}">
      <dgm:prSet/>
      <dgm:spPr/>
      <dgm:t>
        <a:bodyPr/>
        <a:lstStyle/>
        <a:p>
          <a:r>
            <a:rPr lang="es-AR" b="1" i="0" baseline="0"/>
            <a:t>Contrastive Learning</a:t>
          </a:r>
          <a:r>
            <a:rPr lang="es-AR" b="0" i="0" baseline="0"/>
            <a:t> </a:t>
          </a:r>
          <a:endParaRPr lang="en-US"/>
        </a:p>
      </dgm:t>
    </dgm:pt>
    <dgm:pt modelId="{F33DEE09-C88F-429B-AC51-A966203809DF}" type="parTrans" cxnId="{4794D229-D251-49C8-A26E-A3864910F867}">
      <dgm:prSet/>
      <dgm:spPr/>
      <dgm:t>
        <a:bodyPr/>
        <a:lstStyle/>
        <a:p>
          <a:endParaRPr lang="en-US"/>
        </a:p>
      </dgm:t>
    </dgm:pt>
    <dgm:pt modelId="{8E3C9A67-690D-4D09-BB4E-9574CD591CB7}" type="sibTrans" cxnId="{4794D229-D251-49C8-A26E-A3864910F867}">
      <dgm:prSet/>
      <dgm:spPr/>
      <dgm:t>
        <a:bodyPr/>
        <a:lstStyle/>
        <a:p>
          <a:endParaRPr lang="en-US"/>
        </a:p>
      </dgm:t>
    </dgm:pt>
    <dgm:pt modelId="{AD97CC9E-3F7E-4DF2-AFD5-D0821270EAA5}">
      <dgm:prSet/>
      <dgm:spPr/>
      <dgm:t>
        <a:bodyPr/>
        <a:lstStyle/>
        <a:p>
          <a:r>
            <a:rPr lang="es-AR" b="1" i="0" baseline="0"/>
            <a:t>Disentanglement &amp; Counterfactuals</a:t>
          </a:r>
          <a:r>
            <a:rPr lang="es-AR" b="0" i="0" baseline="0"/>
            <a:t> </a:t>
          </a:r>
          <a:endParaRPr lang="en-US"/>
        </a:p>
      </dgm:t>
    </dgm:pt>
    <dgm:pt modelId="{A0768791-FFFA-4538-8F37-36F45110E5FF}" type="parTrans" cxnId="{20F7E7BA-31F0-45DC-BC8E-547FE63EFB8C}">
      <dgm:prSet/>
      <dgm:spPr/>
      <dgm:t>
        <a:bodyPr/>
        <a:lstStyle/>
        <a:p>
          <a:endParaRPr lang="en-US"/>
        </a:p>
      </dgm:t>
    </dgm:pt>
    <dgm:pt modelId="{48603FFC-9E7E-497A-8B5E-EF608744383C}" type="sibTrans" cxnId="{20F7E7BA-31F0-45DC-BC8E-547FE63EFB8C}">
      <dgm:prSet/>
      <dgm:spPr/>
      <dgm:t>
        <a:bodyPr/>
        <a:lstStyle/>
        <a:p>
          <a:endParaRPr lang="en-US"/>
        </a:p>
      </dgm:t>
    </dgm:pt>
    <dgm:pt modelId="{4C6C1EBB-3497-4D14-86D8-05E9B9003BF6}">
      <dgm:prSet/>
      <dgm:spPr/>
      <dgm:t>
        <a:bodyPr/>
        <a:lstStyle/>
        <a:p>
          <a:r>
            <a:rPr lang="es-AR" b="1" i="0" baseline="0"/>
            <a:t>Meta-learning</a:t>
          </a:r>
          <a:r>
            <a:rPr lang="es-AR" b="0" i="0" baseline="0"/>
            <a:t> </a:t>
          </a:r>
          <a:endParaRPr lang="en-US"/>
        </a:p>
      </dgm:t>
    </dgm:pt>
    <dgm:pt modelId="{2BD9011F-C5B6-4426-9951-4618D9CB7484}" type="parTrans" cxnId="{B4E3765E-8B7E-43A6-81CC-BB0AE367E916}">
      <dgm:prSet/>
      <dgm:spPr/>
      <dgm:t>
        <a:bodyPr/>
        <a:lstStyle/>
        <a:p>
          <a:endParaRPr lang="en-US"/>
        </a:p>
      </dgm:t>
    </dgm:pt>
    <dgm:pt modelId="{BF8DE6C0-3DE9-496A-86A7-F36F735E6CC7}" type="sibTrans" cxnId="{B4E3765E-8B7E-43A6-81CC-BB0AE367E916}">
      <dgm:prSet/>
      <dgm:spPr/>
      <dgm:t>
        <a:bodyPr/>
        <a:lstStyle/>
        <a:p>
          <a:endParaRPr lang="en-US"/>
        </a:p>
      </dgm:t>
    </dgm:pt>
    <dgm:pt modelId="{DD113F4E-2351-4321-811D-AF283305B423}">
      <dgm:prSet/>
      <dgm:spPr/>
      <dgm:t>
        <a:bodyPr/>
        <a:lstStyle/>
        <a:p>
          <a:r>
            <a:rPr lang="es-AR" b="1" i="0" baseline="0"/>
            <a:t>Domain Adaptation &amp; Domain Generalization</a:t>
          </a:r>
          <a:r>
            <a:rPr lang="es-AR" b="0" i="0" baseline="0"/>
            <a:t> </a:t>
          </a:r>
          <a:endParaRPr lang="en-US"/>
        </a:p>
      </dgm:t>
    </dgm:pt>
    <dgm:pt modelId="{93FF0C47-C194-491B-A369-7CF48DCE9852}" type="parTrans" cxnId="{E929EF98-2184-41D3-926B-EBD39F06B967}">
      <dgm:prSet/>
      <dgm:spPr/>
      <dgm:t>
        <a:bodyPr/>
        <a:lstStyle/>
        <a:p>
          <a:endParaRPr lang="en-US"/>
        </a:p>
      </dgm:t>
    </dgm:pt>
    <dgm:pt modelId="{D373D9D5-339E-4E67-962A-36757B564411}" type="sibTrans" cxnId="{E929EF98-2184-41D3-926B-EBD39F06B967}">
      <dgm:prSet/>
      <dgm:spPr/>
      <dgm:t>
        <a:bodyPr/>
        <a:lstStyle/>
        <a:p>
          <a:endParaRPr lang="en-US"/>
        </a:p>
      </dgm:t>
    </dgm:pt>
    <dgm:pt modelId="{8EF017A5-FF20-4710-A549-791CDEB19C1B}" type="pres">
      <dgm:prSet presAssocID="{6630F3BA-9CA9-4C87-9539-EE028B923D9A}" presName="vert0" presStyleCnt="0">
        <dgm:presLayoutVars>
          <dgm:dir/>
          <dgm:animOne val="branch"/>
          <dgm:animLvl val="lvl"/>
        </dgm:presLayoutVars>
      </dgm:prSet>
      <dgm:spPr/>
    </dgm:pt>
    <dgm:pt modelId="{0E0321D4-01DB-4F7D-83EE-281D208D8A39}" type="pres">
      <dgm:prSet presAssocID="{C4EFA65B-D4EC-4820-A833-BDEB4B6A00C4}" presName="thickLine" presStyleLbl="alignNode1" presStyleIdx="0" presStyleCnt="13"/>
      <dgm:spPr/>
    </dgm:pt>
    <dgm:pt modelId="{C5FBD572-55F1-41C1-91EC-3756B071420D}" type="pres">
      <dgm:prSet presAssocID="{C4EFA65B-D4EC-4820-A833-BDEB4B6A00C4}" presName="horz1" presStyleCnt="0"/>
      <dgm:spPr/>
    </dgm:pt>
    <dgm:pt modelId="{BC05AFF0-8AA7-4D69-8C04-CFBB9FD1A1AB}" type="pres">
      <dgm:prSet presAssocID="{C4EFA65B-D4EC-4820-A833-BDEB4B6A00C4}" presName="tx1" presStyleLbl="revTx" presStyleIdx="0" presStyleCnt="13"/>
      <dgm:spPr/>
    </dgm:pt>
    <dgm:pt modelId="{2ADEFE98-144C-4579-86CD-E22DB2E0FF82}" type="pres">
      <dgm:prSet presAssocID="{C4EFA65B-D4EC-4820-A833-BDEB4B6A00C4}" presName="vert1" presStyleCnt="0"/>
      <dgm:spPr/>
    </dgm:pt>
    <dgm:pt modelId="{837E4518-1493-4068-861A-F00A5F98F63B}" type="pres">
      <dgm:prSet presAssocID="{06DBCACD-1706-4C47-AC49-555AE2C2608D}" presName="thickLine" presStyleLbl="alignNode1" presStyleIdx="1" presStyleCnt="13"/>
      <dgm:spPr/>
    </dgm:pt>
    <dgm:pt modelId="{8E594614-24A5-427E-9FF4-507C8715393B}" type="pres">
      <dgm:prSet presAssocID="{06DBCACD-1706-4C47-AC49-555AE2C2608D}" presName="horz1" presStyleCnt="0"/>
      <dgm:spPr/>
    </dgm:pt>
    <dgm:pt modelId="{612DF10C-21B5-4000-AAD2-49E119AAB11E}" type="pres">
      <dgm:prSet presAssocID="{06DBCACD-1706-4C47-AC49-555AE2C2608D}" presName="tx1" presStyleLbl="revTx" presStyleIdx="1" presStyleCnt="13"/>
      <dgm:spPr/>
    </dgm:pt>
    <dgm:pt modelId="{4E2C4BE9-8A55-428D-961E-CFA5199F0C93}" type="pres">
      <dgm:prSet presAssocID="{06DBCACD-1706-4C47-AC49-555AE2C2608D}" presName="vert1" presStyleCnt="0"/>
      <dgm:spPr/>
    </dgm:pt>
    <dgm:pt modelId="{F2324790-1731-405E-85F4-F094CFB7916E}" type="pres">
      <dgm:prSet presAssocID="{D6373346-48B4-4DBA-AB19-847F07EE1FDF}" presName="thickLine" presStyleLbl="alignNode1" presStyleIdx="2" presStyleCnt="13"/>
      <dgm:spPr/>
    </dgm:pt>
    <dgm:pt modelId="{70B7C1D9-C0E3-4496-A9A4-17497BE0CA22}" type="pres">
      <dgm:prSet presAssocID="{D6373346-48B4-4DBA-AB19-847F07EE1FDF}" presName="horz1" presStyleCnt="0"/>
      <dgm:spPr/>
    </dgm:pt>
    <dgm:pt modelId="{7EE93AC6-E6C3-4741-A402-D0533B4F7F05}" type="pres">
      <dgm:prSet presAssocID="{D6373346-48B4-4DBA-AB19-847F07EE1FDF}" presName="tx1" presStyleLbl="revTx" presStyleIdx="2" presStyleCnt="13"/>
      <dgm:spPr/>
    </dgm:pt>
    <dgm:pt modelId="{CCCBBB9D-7A98-4BC1-A8C0-31963B58EF1E}" type="pres">
      <dgm:prSet presAssocID="{D6373346-48B4-4DBA-AB19-847F07EE1FDF}" presName="vert1" presStyleCnt="0"/>
      <dgm:spPr/>
    </dgm:pt>
    <dgm:pt modelId="{0FC393A3-6FF5-4E12-A33F-86B109DF76D1}" type="pres">
      <dgm:prSet presAssocID="{1BC30875-0BAC-4E54-B357-A04ED0D696CC}" presName="thickLine" presStyleLbl="alignNode1" presStyleIdx="3" presStyleCnt="13"/>
      <dgm:spPr/>
    </dgm:pt>
    <dgm:pt modelId="{F9AD5FE9-30A2-4D66-93D2-7BCB53AE01AB}" type="pres">
      <dgm:prSet presAssocID="{1BC30875-0BAC-4E54-B357-A04ED0D696CC}" presName="horz1" presStyleCnt="0"/>
      <dgm:spPr/>
    </dgm:pt>
    <dgm:pt modelId="{E5B58463-28CA-4B17-8014-D48B7DDBEB80}" type="pres">
      <dgm:prSet presAssocID="{1BC30875-0BAC-4E54-B357-A04ED0D696CC}" presName="tx1" presStyleLbl="revTx" presStyleIdx="3" presStyleCnt="13"/>
      <dgm:spPr/>
    </dgm:pt>
    <dgm:pt modelId="{6674B861-F4AE-4678-BD60-3C97D21BC2A6}" type="pres">
      <dgm:prSet presAssocID="{1BC30875-0BAC-4E54-B357-A04ED0D696CC}" presName="vert1" presStyleCnt="0"/>
      <dgm:spPr/>
    </dgm:pt>
    <dgm:pt modelId="{D015C2F1-88BB-4511-B5D6-FA4F31AABB7F}" type="pres">
      <dgm:prSet presAssocID="{7E80FBC8-6E87-4688-9E34-C1E1993F49E3}" presName="thickLine" presStyleLbl="alignNode1" presStyleIdx="4" presStyleCnt="13"/>
      <dgm:spPr/>
    </dgm:pt>
    <dgm:pt modelId="{F1BB149A-E2E5-453D-BCC1-33D585B39FD2}" type="pres">
      <dgm:prSet presAssocID="{7E80FBC8-6E87-4688-9E34-C1E1993F49E3}" presName="horz1" presStyleCnt="0"/>
      <dgm:spPr/>
    </dgm:pt>
    <dgm:pt modelId="{30918583-2611-4836-8236-AAC76AC57749}" type="pres">
      <dgm:prSet presAssocID="{7E80FBC8-6E87-4688-9E34-C1E1993F49E3}" presName="tx1" presStyleLbl="revTx" presStyleIdx="4" presStyleCnt="13"/>
      <dgm:spPr/>
    </dgm:pt>
    <dgm:pt modelId="{5B55EEEB-676F-433A-BEB9-723562051DE6}" type="pres">
      <dgm:prSet presAssocID="{7E80FBC8-6E87-4688-9E34-C1E1993F49E3}" presName="vert1" presStyleCnt="0"/>
      <dgm:spPr/>
    </dgm:pt>
    <dgm:pt modelId="{7BD1B36D-9762-4049-85DF-37A80B2C388D}" type="pres">
      <dgm:prSet presAssocID="{7D715F6F-CC99-4862-BACD-1D6A0AF62656}" presName="thickLine" presStyleLbl="alignNode1" presStyleIdx="5" presStyleCnt="13"/>
      <dgm:spPr/>
    </dgm:pt>
    <dgm:pt modelId="{F12D9F9F-C451-41CE-BF58-0FA117EC849C}" type="pres">
      <dgm:prSet presAssocID="{7D715F6F-CC99-4862-BACD-1D6A0AF62656}" presName="horz1" presStyleCnt="0"/>
      <dgm:spPr/>
    </dgm:pt>
    <dgm:pt modelId="{FBBCC3E4-2F6A-4FE6-ACFA-52E3B7307912}" type="pres">
      <dgm:prSet presAssocID="{7D715F6F-CC99-4862-BACD-1D6A0AF62656}" presName="tx1" presStyleLbl="revTx" presStyleIdx="5" presStyleCnt="13"/>
      <dgm:spPr/>
    </dgm:pt>
    <dgm:pt modelId="{60933CBC-885C-4558-B2C8-DC9656DFE697}" type="pres">
      <dgm:prSet presAssocID="{7D715F6F-CC99-4862-BACD-1D6A0AF62656}" presName="vert1" presStyleCnt="0"/>
      <dgm:spPr/>
    </dgm:pt>
    <dgm:pt modelId="{31040092-A021-423F-AAB4-C5C4927BBE42}" type="pres">
      <dgm:prSet presAssocID="{DEDA9F99-D0F4-4E9E-A8D5-C61F0E2AF674}" presName="thickLine" presStyleLbl="alignNode1" presStyleIdx="6" presStyleCnt="13"/>
      <dgm:spPr/>
    </dgm:pt>
    <dgm:pt modelId="{FE51EEE0-0464-4E0F-B6FF-CCBE63B5BC2A}" type="pres">
      <dgm:prSet presAssocID="{DEDA9F99-D0F4-4E9E-A8D5-C61F0E2AF674}" presName="horz1" presStyleCnt="0"/>
      <dgm:spPr/>
    </dgm:pt>
    <dgm:pt modelId="{E375AB87-E398-4B0C-B3CA-9D8E1B93C93A}" type="pres">
      <dgm:prSet presAssocID="{DEDA9F99-D0F4-4E9E-A8D5-C61F0E2AF674}" presName="tx1" presStyleLbl="revTx" presStyleIdx="6" presStyleCnt="13"/>
      <dgm:spPr/>
    </dgm:pt>
    <dgm:pt modelId="{4D298525-E367-4F1F-B231-6EE562B793B2}" type="pres">
      <dgm:prSet presAssocID="{DEDA9F99-D0F4-4E9E-A8D5-C61F0E2AF674}" presName="vert1" presStyleCnt="0"/>
      <dgm:spPr/>
    </dgm:pt>
    <dgm:pt modelId="{D1BCE2B6-6C09-4C4F-BFD7-B57DC025ACAE}" type="pres">
      <dgm:prSet presAssocID="{CEB4849D-1D84-4C28-896E-F8541C671E43}" presName="thickLine" presStyleLbl="alignNode1" presStyleIdx="7" presStyleCnt="13"/>
      <dgm:spPr/>
    </dgm:pt>
    <dgm:pt modelId="{8266BE20-0708-4985-8819-FF568BC3512B}" type="pres">
      <dgm:prSet presAssocID="{CEB4849D-1D84-4C28-896E-F8541C671E43}" presName="horz1" presStyleCnt="0"/>
      <dgm:spPr/>
    </dgm:pt>
    <dgm:pt modelId="{9DEA022C-33B1-4158-A60A-784CB4C48D5E}" type="pres">
      <dgm:prSet presAssocID="{CEB4849D-1D84-4C28-896E-F8541C671E43}" presName="tx1" presStyleLbl="revTx" presStyleIdx="7" presStyleCnt="13"/>
      <dgm:spPr/>
    </dgm:pt>
    <dgm:pt modelId="{0FDC1E2B-5846-4DFE-9696-0C62A8FEF2F0}" type="pres">
      <dgm:prSet presAssocID="{CEB4849D-1D84-4C28-896E-F8541C671E43}" presName="vert1" presStyleCnt="0"/>
      <dgm:spPr/>
    </dgm:pt>
    <dgm:pt modelId="{98F4F4F7-FD73-453B-A28B-B35241F86076}" type="pres">
      <dgm:prSet presAssocID="{CB6658A5-9C98-4A36-8AA0-D51A12033B59}" presName="thickLine" presStyleLbl="alignNode1" presStyleIdx="8" presStyleCnt="13"/>
      <dgm:spPr/>
    </dgm:pt>
    <dgm:pt modelId="{2D7436A1-3949-4186-9F38-44DD44D1910D}" type="pres">
      <dgm:prSet presAssocID="{CB6658A5-9C98-4A36-8AA0-D51A12033B59}" presName="horz1" presStyleCnt="0"/>
      <dgm:spPr/>
    </dgm:pt>
    <dgm:pt modelId="{F7D1D9BC-3731-4D2F-9C05-1F432805AC48}" type="pres">
      <dgm:prSet presAssocID="{CB6658A5-9C98-4A36-8AA0-D51A12033B59}" presName="tx1" presStyleLbl="revTx" presStyleIdx="8" presStyleCnt="13"/>
      <dgm:spPr/>
    </dgm:pt>
    <dgm:pt modelId="{50348AEC-51B8-464A-B3B6-5AAB6BAC1C22}" type="pres">
      <dgm:prSet presAssocID="{CB6658A5-9C98-4A36-8AA0-D51A12033B59}" presName="vert1" presStyleCnt="0"/>
      <dgm:spPr/>
    </dgm:pt>
    <dgm:pt modelId="{9A36A6DD-A53D-484E-BA0C-AF7549CEA236}" type="pres">
      <dgm:prSet presAssocID="{9A0F0745-0893-4382-9B7E-C8719A1954DB}" presName="thickLine" presStyleLbl="alignNode1" presStyleIdx="9" presStyleCnt="13"/>
      <dgm:spPr/>
    </dgm:pt>
    <dgm:pt modelId="{C7692372-D26E-46A7-BB00-B3A3603BD947}" type="pres">
      <dgm:prSet presAssocID="{9A0F0745-0893-4382-9B7E-C8719A1954DB}" presName="horz1" presStyleCnt="0"/>
      <dgm:spPr/>
    </dgm:pt>
    <dgm:pt modelId="{B8960DCC-6446-4CE9-8372-BBE9C20DC336}" type="pres">
      <dgm:prSet presAssocID="{9A0F0745-0893-4382-9B7E-C8719A1954DB}" presName="tx1" presStyleLbl="revTx" presStyleIdx="9" presStyleCnt="13"/>
      <dgm:spPr/>
    </dgm:pt>
    <dgm:pt modelId="{9251E907-33B9-45E4-97FE-C2FDBE54ACD7}" type="pres">
      <dgm:prSet presAssocID="{9A0F0745-0893-4382-9B7E-C8719A1954DB}" presName="vert1" presStyleCnt="0"/>
      <dgm:spPr/>
    </dgm:pt>
    <dgm:pt modelId="{DF0BBC0C-D4FE-43C2-8F95-27A1D8ECAFE6}" type="pres">
      <dgm:prSet presAssocID="{AD97CC9E-3F7E-4DF2-AFD5-D0821270EAA5}" presName="thickLine" presStyleLbl="alignNode1" presStyleIdx="10" presStyleCnt="13"/>
      <dgm:spPr/>
    </dgm:pt>
    <dgm:pt modelId="{852A382D-BAB5-4CE1-A7D0-C8807BCF6436}" type="pres">
      <dgm:prSet presAssocID="{AD97CC9E-3F7E-4DF2-AFD5-D0821270EAA5}" presName="horz1" presStyleCnt="0"/>
      <dgm:spPr/>
    </dgm:pt>
    <dgm:pt modelId="{820E1F79-4D39-4E20-9A72-1F45E0ACABAD}" type="pres">
      <dgm:prSet presAssocID="{AD97CC9E-3F7E-4DF2-AFD5-D0821270EAA5}" presName="tx1" presStyleLbl="revTx" presStyleIdx="10" presStyleCnt="13"/>
      <dgm:spPr/>
    </dgm:pt>
    <dgm:pt modelId="{12E2DE60-B101-4024-97A8-1B242F285E9B}" type="pres">
      <dgm:prSet presAssocID="{AD97CC9E-3F7E-4DF2-AFD5-D0821270EAA5}" presName="vert1" presStyleCnt="0"/>
      <dgm:spPr/>
    </dgm:pt>
    <dgm:pt modelId="{A1B35CF8-2ECA-4ECA-B20E-B55AC600809F}" type="pres">
      <dgm:prSet presAssocID="{4C6C1EBB-3497-4D14-86D8-05E9B9003BF6}" presName="thickLine" presStyleLbl="alignNode1" presStyleIdx="11" presStyleCnt="13"/>
      <dgm:spPr/>
    </dgm:pt>
    <dgm:pt modelId="{D8F43D9D-46CB-4C70-8968-B2BE3A40AA2A}" type="pres">
      <dgm:prSet presAssocID="{4C6C1EBB-3497-4D14-86D8-05E9B9003BF6}" presName="horz1" presStyleCnt="0"/>
      <dgm:spPr/>
    </dgm:pt>
    <dgm:pt modelId="{FE4B9FAB-257A-47B8-9EF5-57D07BE4DC21}" type="pres">
      <dgm:prSet presAssocID="{4C6C1EBB-3497-4D14-86D8-05E9B9003BF6}" presName="tx1" presStyleLbl="revTx" presStyleIdx="11" presStyleCnt="13"/>
      <dgm:spPr/>
    </dgm:pt>
    <dgm:pt modelId="{0AE5046A-40A5-42D5-9F15-8647F04AB9D5}" type="pres">
      <dgm:prSet presAssocID="{4C6C1EBB-3497-4D14-86D8-05E9B9003BF6}" presName="vert1" presStyleCnt="0"/>
      <dgm:spPr/>
    </dgm:pt>
    <dgm:pt modelId="{B952452E-E14D-4C52-B34B-12F71203FF6C}" type="pres">
      <dgm:prSet presAssocID="{DD113F4E-2351-4321-811D-AF283305B423}" presName="thickLine" presStyleLbl="alignNode1" presStyleIdx="12" presStyleCnt="13"/>
      <dgm:spPr/>
    </dgm:pt>
    <dgm:pt modelId="{B37E85CC-281B-4977-A5E5-B3AFAAFAE34E}" type="pres">
      <dgm:prSet presAssocID="{DD113F4E-2351-4321-811D-AF283305B423}" presName="horz1" presStyleCnt="0"/>
      <dgm:spPr/>
    </dgm:pt>
    <dgm:pt modelId="{22E7461E-0358-4C98-8175-84A4417E0179}" type="pres">
      <dgm:prSet presAssocID="{DD113F4E-2351-4321-811D-AF283305B423}" presName="tx1" presStyleLbl="revTx" presStyleIdx="12" presStyleCnt="13"/>
      <dgm:spPr/>
    </dgm:pt>
    <dgm:pt modelId="{12B4CC45-3DBC-4289-B126-A02A324A7954}" type="pres">
      <dgm:prSet presAssocID="{DD113F4E-2351-4321-811D-AF283305B423}" presName="vert1" presStyleCnt="0"/>
      <dgm:spPr/>
    </dgm:pt>
  </dgm:ptLst>
  <dgm:cxnLst>
    <dgm:cxn modelId="{02953A12-C5A1-4F3A-B25C-F90CA456E44C}" type="presOf" srcId="{DD113F4E-2351-4321-811D-AF283305B423}" destId="{22E7461E-0358-4C98-8175-84A4417E0179}" srcOrd="0" destOrd="0" presId="urn:microsoft.com/office/officeart/2008/layout/LinedList"/>
    <dgm:cxn modelId="{A630261E-9DD9-4BF9-87F9-FB4BEBEBE1F0}" type="presOf" srcId="{06DBCACD-1706-4C47-AC49-555AE2C2608D}" destId="{612DF10C-21B5-4000-AAD2-49E119AAB11E}" srcOrd="0" destOrd="0" presId="urn:microsoft.com/office/officeart/2008/layout/LinedList"/>
    <dgm:cxn modelId="{4794D229-D251-49C8-A26E-A3864910F867}" srcId="{6630F3BA-9CA9-4C87-9539-EE028B923D9A}" destId="{9A0F0745-0893-4382-9B7E-C8719A1954DB}" srcOrd="9" destOrd="0" parTransId="{F33DEE09-C88F-429B-AC51-A966203809DF}" sibTransId="{8E3C9A67-690D-4D09-BB4E-9574CD591CB7}"/>
    <dgm:cxn modelId="{B4E3765E-8B7E-43A6-81CC-BB0AE367E916}" srcId="{6630F3BA-9CA9-4C87-9539-EE028B923D9A}" destId="{4C6C1EBB-3497-4D14-86D8-05E9B9003BF6}" srcOrd="11" destOrd="0" parTransId="{2BD9011F-C5B6-4426-9951-4618D9CB7484}" sibTransId="{BF8DE6C0-3DE9-496A-86A7-F36F735E6CC7}"/>
    <dgm:cxn modelId="{44B45D48-C238-498E-9162-39BFB3BE8F6D}" type="presOf" srcId="{CEB4849D-1D84-4C28-896E-F8541C671E43}" destId="{9DEA022C-33B1-4158-A60A-784CB4C48D5E}" srcOrd="0" destOrd="0" presId="urn:microsoft.com/office/officeart/2008/layout/LinedList"/>
    <dgm:cxn modelId="{B2BA2952-12D4-43E8-8C0A-E42142ED51A4}" type="presOf" srcId="{6630F3BA-9CA9-4C87-9539-EE028B923D9A}" destId="{8EF017A5-FF20-4710-A549-791CDEB19C1B}" srcOrd="0" destOrd="0" presId="urn:microsoft.com/office/officeart/2008/layout/LinedList"/>
    <dgm:cxn modelId="{52723B52-8371-433D-85F5-401C70615EDE}" type="presOf" srcId="{9A0F0745-0893-4382-9B7E-C8719A1954DB}" destId="{B8960DCC-6446-4CE9-8372-BBE9C20DC336}" srcOrd="0" destOrd="0" presId="urn:microsoft.com/office/officeart/2008/layout/LinedList"/>
    <dgm:cxn modelId="{B84CA952-A1CF-49CF-8203-B38B6E1C02A3}" type="presOf" srcId="{D6373346-48B4-4DBA-AB19-847F07EE1FDF}" destId="{7EE93AC6-E6C3-4741-A402-D0533B4F7F05}" srcOrd="0" destOrd="0" presId="urn:microsoft.com/office/officeart/2008/layout/LinedList"/>
    <dgm:cxn modelId="{169F9773-C739-43E6-9938-2381A149A0E4}" srcId="{6630F3BA-9CA9-4C87-9539-EE028B923D9A}" destId="{D6373346-48B4-4DBA-AB19-847F07EE1FDF}" srcOrd="2" destOrd="0" parTransId="{F67F1C9D-9F12-4BDD-8ECC-8626D89BAC4D}" sibTransId="{EF231535-548E-4926-A545-E07C9DCC6AEA}"/>
    <dgm:cxn modelId="{8007FC57-3C54-4CC1-A683-A426C6A54B7B}" type="presOf" srcId="{DEDA9F99-D0F4-4E9E-A8D5-C61F0E2AF674}" destId="{E375AB87-E398-4B0C-B3CA-9D8E1B93C93A}" srcOrd="0" destOrd="0" presId="urn:microsoft.com/office/officeart/2008/layout/LinedList"/>
    <dgm:cxn modelId="{998D5B88-B486-4F5F-8395-CB98A50E033A}" type="presOf" srcId="{7D715F6F-CC99-4862-BACD-1D6A0AF62656}" destId="{FBBCC3E4-2F6A-4FE6-ACFA-52E3B7307912}" srcOrd="0" destOrd="0" presId="urn:microsoft.com/office/officeart/2008/layout/LinedList"/>
    <dgm:cxn modelId="{E2D54E8D-20B9-46B4-A3EE-C5FF595815E6}" srcId="{6630F3BA-9CA9-4C87-9539-EE028B923D9A}" destId="{7E80FBC8-6E87-4688-9E34-C1E1993F49E3}" srcOrd="4" destOrd="0" parTransId="{3FD5DEB1-A900-4EF3-A384-3B94E9E239FB}" sibTransId="{A6E3353E-F379-4657-876C-8544A2BCFF70}"/>
    <dgm:cxn modelId="{E929EF98-2184-41D3-926B-EBD39F06B967}" srcId="{6630F3BA-9CA9-4C87-9539-EE028B923D9A}" destId="{DD113F4E-2351-4321-811D-AF283305B423}" srcOrd="12" destOrd="0" parTransId="{93FF0C47-C194-491B-A369-7CF48DCE9852}" sibTransId="{D373D9D5-339E-4E67-962A-36757B564411}"/>
    <dgm:cxn modelId="{32DCEF9F-CDE7-449D-8F4D-9775ACDC515E}" srcId="{6630F3BA-9CA9-4C87-9539-EE028B923D9A}" destId="{06DBCACD-1706-4C47-AC49-555AE2C2608D}" srcOrd="1" destOrd="0" parTransId="{CA8B646D-60E1-45F4-B516-C3EF474435A5}" sibTransId="{C9BBDEB3-E5E6-4374-94B1-D1A6B655B996}"/>
    <dgm:cxn modelId="{EE2FECA9-7E33-43A5-8BDC-09454BF6A8E6}" type="presOf" srcId="{7E80FBC8-6E87-4688-9E34-C1E1993F49E3}" destId="{30918583-2611-4836-8236-AAC76AC57749}" srcOrd="0" destOrd="0" presId="urn:microsoft.com/office/officeart/2008/layout/LinedList"/>
    <dgm:cxn modelId="{C02CF3AC-76ED-4745-9082-6D002D81DBAE}" type="presOf" srcId="{AD97CC9E-3F7E-4DF2-AFD5-D0821270EAA5}" destId="{820E1F79-4D39-4E20-9A72-1F45E0ACABAD}" srcOrd="0" destOrd="0" presId="urn:microsoft.com/office/officeart/2008/layout/LinedList"/>
    <dgm:cxn modelId="{4551E7B3-67F3-48CE-929E-CBE1526C6C84}" type="presOf" srcId="{C4EFA65B-D4EC-4820-A833-BDEB4B6A00C4}" destId="{BC05AFF0-8AA7-4D69-8C04-CFBB9FD1A1AB}" srcOrd="0" destOrd="0" presId="urn:microsoft.com/office/officeart/2008/layout/LinedList"/>
    <dgm:cxn modelId="{383ABEB8-420E-495C-9E13-C28C73EC2D7B}" type="presOf" srcId="{1BC30875-0BAC-4E54-B357-A04ED0D696CC}" destId="{E5B58463-28CA-4B17-8014-D48B7DDBEB80}" srcOrd="0" destOrd="0" presId="urn:microsoft.com/office/officeart/2008/layout/LinedList"/>
    <dgm:cxn modelId="{2B6FC4B8-61F8-4C2D-9265-CB44723A1EC2}" type="presOf" srcId="{CB6658A5-9C98-4A36-8AA0-D51A12033B59}" destId="{F7D1D9BC-3731-4D2F-9C05-1F432805AC48}" srcOrd="0" destOrd="0" presId="urn:microsoft.com/office/officeart/2008/layout/LinedList"/>
    <dgm:cxn modelId="{20F7E7BA-31F0-45DC-BC8E-547FE63EFB8C}" srcId="{6630F3BA-9CA9-4C87-9539-EE028B923D9A}" destId="{AD97CC9E-3F7E-4DF2-AFD5-D0821270EAA5}" srcOrd="10" destOrd="0" parTransId="{A0768791-FFFA-4538-8F37-36F45110E5FF}" sibTransId="{48603FFC-9E7E-497A-8B5E-EF608744383C}"/>
    <dgm:cxn modelId="{A571E5CA-8B29-4C8D-A200-0BD5F4E5720D}" srcId="{6630F3BA-9CA9-4C87-9539-EE028B923D9A}" destId="{C4EFA65B-D4EC-4820-A833-BDEB4B6A00C4}" srcOrd="0" destOrd="0" parTransId="{DCBA0F23-E670-43B4-BFE0-7B1B8F786D1A}" sibTransId="{EC046E9F-99E7-4CC7-BD69-211C8F2301EA}"/>
    <dgm:cxn modelId="{9AD973CB-9896-4448-8B94-6A40240D82DA}" srcId="{6630F3BA-9CA9-4C87-9539-EE028B923D9A}" destId="{1BC30875-0BAC-4E54-B357-A04ED0D696CC}" srcOrd="3" destOrd="0" parTransId="{5B65C4BC-94D2-4A68-82EE-63039BAE5710}" sibTransId="{F7A25D1C-7451-4B19-A43E-6CE859418E39}"/>
    <dgm:cxn modelId="{DF6EA9CB-A590-4501-8595-DA14113B57D8}" srcId="{6630F3BA-9CA9-4C87-9539-EE028B923D9A}" destId="{7D715F6F-CC99-4862-BACD-1D6A0AF62656}" srcOrd="5" destOrd="0" parTransId="{5CA82CF0-BD8A-4801-A72F-D1CA453D3D1C}" sibTransId="{0223F2A9-E2F9-4684-B0B8-9D7CAB48D7D5}"/>
    <dgm:cxn modelId="{D2C2E0F0-C575-4F2C-89B4-7172E6BECD31}" type="presOf" srcId="{4C6C1EBB-3497-4D14-86D8-05E9B9003BF6}" destId="{FE4B9FAB-257A-47B8-9EF5-57D07BE4DC21}" srcOrd="0" destOrd="0" presId="urn:microsoft.com/office/officeart/2008/layout/LinedList"/>
    <dgm:cxn modelId="{6A234BF1-ACC0-4059-907F-5501957BBBFC}" srcId="{6630F3BA-9CA9-4C87-9539-EE028B923D9A}" destId="{CEB4849D-1D84-4C28-896E-F8541C671E43}" srcOrd="7" destOrd="0" parTransId="{2C593723-943B-4D3A-953C-BEF149AE3CA0}" sibTransId="{40602580-8D8A-4014-92ED-4A073FF3123D}"/>
    <dgm:cxn modelId="{DD3F9EF8-8525-430D-B74C-8D2016F34C52}" srcId="{6630F3BA-9CA9-4C87-9539-EE028B923D9A}" destId="{DEDA9F99-D0F4-4E9E-A8D5-C61F0E2AF674}" srcOrd="6" destOrd="0" parTransId="{7C741001-9A5B-47F2-BB18-4C2FB49FD69F}" sibTransId="{262AA993-140A-4952-97D0-9A62BEAAD4D1}"/>
    <dgm:cxn modelId="{BB8F82FE-6679-46DD-8118-35A6F3835BF5}" srcId="{6630F3BA-9CA9-4C87-9539-EE028B923D9A}" destId="{CB6658A5-9C98-4A36-8AA0-D51A12033B59}" srcOrd="8" destOrd="0" parTransId="{2C12384E-984C-423D-8F2B-F0D2DA08DE5C}" sibTransId="{25A55E7B-C9A5-40D1-B6B5-7511FD914BE3}"/>
    <dgm:cxn modelId="{F8A46526-AC99-4336-B0CD-BCEE824DDB97}" type="presParOf" srcId="{8EF017A5-FF20-4710-A549-791CDEB19C1B}" destId="{0E0321D4-01DB-4F7D-83EE-281D208D8A39}" srcOrd="0" destOrd="0" presId="urn:microsoft.com/office/officeart/2008/layout/LinedList"/>
    <dgm:cxn modelId="{80AF52E1-8A1E-4FEB-8766-AC51C7666D0B}" type="presParOf" srcId="{8EF017A5-FF20-4710-A549-791CDEB19C1B}" destId="{C5FBD572-55F1-41C1-91EC-3756B071420D}" srcOrd="1" destOrd="0" presId="urn:microsoft.com/office/officeart/2008/layout/LinedList"/>
    <dgm:cxn modelId="{DC83945A-D65D-4CDA-919A-88406CB49539}" type="presParOf" srcId="{C5FBD572-55F1-41C1-91EC-3756B071420D}" destId="{BC05AFF0-8AA7-4D69-8C04-CFBB9FD1A1AB}" srcOrd="0" destOrd="0" presId="urn:microsoft.com/office/officeart/2008/layout/LinedList"/>
    <dgm:cxn modelId="{28A65A9E-0B5E-4B4B-B344-F7DE171E48CD}" type="presParOf" srcId="{C5FBD572-55F1-41C1-91EC-3756B071420D}" destId="{2ADEFE98-144C-4579-86CD-E22DB2E0FF82}" srcOrd="1" destOrd="0" presId="urn:microsoft.com/office/officeart/2008/layout/LinedList"/>
    <dgm:cxn modelId="{FD3FA2BE-038C-4418-831F-5CC041874956}" type="presParOf" srcId="{8EF017A5-FF20-4710-A549-791CDEB19C1B}" destId="{837E4518-1493-4068-861A-F00A5F98F63B}" srcOrd="2" destOrd="0" presId="urn:microsoft.com/office/officeart/2008/layout/LinedList"/>
    <dgm:cxn modelId="{D9AA5245-09A4-4409-B506-93F09C02670E}" type="presParOf" srcId="{8EF017A5-FF20-4710-A549-791CDEB19C1B}" destId="{8E594614-24A5-427E-9FF4-507C8715393B}" srcOrd="3" destOrd="0" presId="urn:microsoft.com/office/officeart/2008/layout/LinedList"/>
    <dgm:cxn modelId="{7787A452-D5DE-4CD3-ACA8-A8A66F9266FE}" type="presParOf" srcId="{8E594614-24A5-427E-9FF4-507C8715393B}" destId="{612DF10C-21B5-4000-AAD2-49E119AAB11E}" srcOrd="0" destOrd="0" presId="urn:microsoft.com/office/officeart/2008/layout/LinedList"/>
    <dgm:cxn modelId="{E8275214-C00E-4B6F-BC21-691922BDDE73}" type="presParOf" srcId="{8E594614-24A5-427E-9FF4-507C8715393B}" destId="{4E2C4BE9-8A55-428D-961E-CFA5199F0C93}" srcOrd="1" destOrd="0" presId="urn:microsoft.com/office/officeart/2008/layout/LinedList"/>
    <dgm:cxn modelId="{9AD864CA-39B6-4C5E-AD70-B4EFC09FD3C2}" type="presParOf" srcId="{8EF017A5-FF20-4710-A549-791CDEB19C1B}" destId="{F2324790-1731-405E-85F4-F094CFB7916E}" srcOrd="4" destOrd="0" presId="urn:microsoft.com/office/officeart/2008/layout/LinedList"/>
    <dgm:cxn modelId="{3BC520E7-B711-402E-9832-68E98EC2D2A1}" type="presParOf" srcId="{8EF017A5-FF20-4710-A549-791CDEB19C1B}" destId="{70B7C1D9-C0E3-4496-A9A4-17497BE0CA22}" srcOrd="5" destOrd="0" presId="urn:microsoft.com/office/officeart/2008/layout/LinedList"/>
    <dgm:cxn modelId="{5D2C6284-327E-4D93-A1CD-E93A67F92E1D}" type="presParOf" srcId="{70B7C1D9-C0E3-4496-A9A4-17497BE0CA22}" destId="{7EE93AC6-E6C3-4741-A402-D0533B4F7F05}" srcOrd="0" destOrd="0" presId="urn:microsoft.com/office/officeart/2008/layout/LinedList"/>
    <dgm:cxn modelId="{55A00BCF-9645-4DA3-9AF1-DD72DE5295DF}" type="presParOf" srcId="{70B7C1D9-C0E3-4496-A9A4-17497BE0CA22}" destId="{CCCBBB9D-7A98-4BC1-A8C0-31963B58EF1E}" srcOrd="1" destOrd="0" presId="urn:microsoft.com/office/officeart/2008/layout/LinedList"/>
    <dgm:cxn modelId="{CDEE0412-4D38-42F5-AD49-846D96D5C640}" type="presParOf" srcId="{8EF017A5-FF20-4710-A549-791CDEB19C1B}" destId="{0FC393A3-6FF5-4E12-A33F-86B109DF76D1}" srcOrd="6" destOrd="0" presId="urn:microsoft.com/office/officeart/2008/layout/LinedList"/>
    <dgm:cxn modelId="{37FC84F5-DF94-4E69-BED9-695349745EAB}" type="presParOf" srcId="{8EF017A5-FF20-4710-A549-791CDEB19C1B}" destId="{F9AD5FE9-30A2-4D66-93D2-7BCB53AE01AB}" srcOrd="7" destOrd="0" presId="urn:microsoft.com/office/officeart/2008/layout/LinedList"/>
    <dgm:cxn modelId="{1DA8FFAB-31D1-43D1-BF76-C8AFAEF06234}" type="presParOf" srcId="{F9AD5FE9-30A2-4D66-93D2-7BCB53AE01AB}" destId="{E5B58463-28CA-4B17-8014-D48B7DDBEB80}" srcOrd="0" destOrd="0" presId="urn:microsoft.com/office/officeart/2008/layout/LinedList"/>
    <dgm:cxn modelId="{882D3F02-E6F4-413E-9691-71132E68A7AD}" type="presParOf" srcId="{F9AD5FE9-30A2-4D66-93D2-7BCB53AE01AB}" destId="{6674B861-F4AE-4678-BD60-3C97D21BC2A6}" srcOrd="1" destOrd="0" presId="urn:microsoft.com/office/officeart/2008/layout/LinedList"/>
    <dgm:cxn modelId="{6E100013-D00E-4674-B326-CEEDC86B33D3}" type="presParOf" srcId="{8EF017A5-FF20-4710-A549-791CDEB19C1B}" destId="{D015C2F1-88BB-4511-B5D6-FA4F31AABB7F}" srcOrd="8" destOrd="0" presId="urn:microsoft.com/office/officeart/2008/layout/LinedList"/>
    <dgm:cxn modelId="{7626144F-32B2-400E-8B59-E60089462489}" type="presParOf" srcId="{8EF017A5-FF20-4710-A549-791CDEB19C1B}" destId="{F1BB149A-E2E5-453D-BCC1-33D585B39FD2}" srcOrd="9" destOrd="0" presId="urn:microsoft.com/office/officeart/2008/layout/LinedList"/>
    <dgm:cxn modelId="{1A0A6E1D-C04E-4BFC-94F7-A1F0239DFB78}" type="presParOf" srcId="{F1BB149A-E2E5-453D-BCC1-33D585B39FD2}" destId="{30918583-2611-4836-8236-AAC76AC57749}" srcOrd="0" destOrd="0" presId="urn:microsoft.com/office/officeart/2008/layout/LinedList"/>
    <dgm:cxn modelId="{5984168F-6CAA-4C0C-85B6-6208C3BFF37D}" type="presParOf" srcId="{F1BB149A-E2E5-453D-BCC1-33D585B39FD2}" destId="{5B55EEEB-676F-433A-BEB9-723562051DE6}" srcOrd="1" destOrd="0" presId="urn:microsoft.com/office/officeart/2008/layout/LinedList"/>
    <dgm:cxn modelId="{6F331130-BEEE-4DF6-B5EE-1B08D810364A}" type="presParOf" srcId="{8EF017A5-FF20-4710-A549-791CDEB19C1B}" destId="{7BD1B36D-9762-4049-85DF-37A80B2C388D}" srcOrd="10" destOrd="0" presId="urn:microsoft.com/office/officeart/2008/layout/LinedList"/>
    <dgm:cxn modelId="{F00B8157-349E-4DF1-9BAB-5C53F9FC9F80}" type="presParOf" srcId="{8EF017A5-FF20-4710-A549-791CDEB19C1B}" destId="{F12D9F9F-C451-41CE-BF58-0FA117EC849C}" srcOrd="11" destOrd="0" presId="urn:microsoft.com/office/officeart/2008/layout/LinedList"/>
    <dgm:cxn modelId="{CD8F2B13-43AB-4B42-A938-47FCD116008F}" type="presParOf" srcId="{F12D9F9F-C451-41CE-BF58-0FA117EC849C}" destId="{FBBCC3E4-2F6A-4FE6-ACFA-52E3B7307912}" srcOrd="0" destOrd="0" presId="urn:microsoft.com/office/officeart/2008/layout/LinedList"/>
    <dgm:cxn modelId="{F935E446-3872-4CD3-AB9B-D0E403B6D5B5}" type="presParOf" srcId="{F12D9F9F-C451-41CE-BF58-0FA117EC849C}" destId="{60933CBC-885C-4558-B2C8-DC9656DFE697}" srcOrd="1" destOrd="0" presId="urn:microsoft.com/office/officeart/2008/layout/LinedList"/>
    <dgm:cxn modelId="{C7590071-9770-4F50-826D-76FADC502165}" type="presParOf" srcId="{8EF017A5-FF20-4710-A549-791CDEB19C1B}" destId="{31040092-A021-423F-AAB4-C5C4927BBE42}" srcOrd="12" destOrd="0" presId="urn:microsoft.com/office/officeart/2008/layout/LinedList"/>
    <dgm:cxn modelId="{4DE067EF-4FEA-4F9C-9679-5959895E733F}" type="presParOf" srcId="{8EF017A5-FF20-4710-A549-791CDEB19C1B}" destId="{FE51EEE0-0464-4E0F-B6FF-CCBE63B5BC2A}" srcOrd="13" destOrd="0" presId="urn:microsoft.com/office/officeart/2008/layout/LinedList"/>
    <dgm:cxn modelId="{330BBFB7-C3F9-4BF0-9B00-5E1E1FF5A4EF}" type="presParOf" srcId="{FE51EEE0-0464-4E0F-B6FF-CCBE63B5BC2A}" destId="{E375AB87-E398-4B0C-B3CA-9D8E1B93C93A}" srcOrd="0" destOrd="0" presId="urn:microsoft.com/office/officeart/2008/layout/LinedList"/>
    <dgm:cxn modelId="{9CF25F44-18F0-4F95-8C1A-07F5277C968A}" type="presParOf" srcId="{FE51EEE0-0464-4E0F-B6FF-CCBE63B5BC2A}" destId="{4D298525-E367-4F1F-B231-6EE562B793B2}" srcOrd="1" destOrd="0" presId="urn:microsoft.com/office/officeart/2008/layout/LinedList"/>
    <dgm:cxn modelId="{1E79E140-4F89-4FB0-98F1-4A3E073E2C30}" type="presParOf" srcId="{8EF017A5-FF20-4710-A549-791CDEB19C1B}" destId="{D1BCE2B6-6C09-4C4F-BFD7-B57DC025ACAE}" srcOrd="14" destOrd="0" presId="urn:microsoft.com/office/officeart/2008/layout/LinedList"/>
    <dgm:cxn modelId="{B17E7698-A5EE-439E-9347-CA8072D4875A}" type="presParOf" srcId="{8EF017A5-FF20-4710-A549-791CDEB19C1B}" destId="{8266BE20-0708-4985-8819-FF568BC3512B}" srcOrd="15" destOrd="0" presId="urn:microsoft.com/office/officeart/2008/layout/LinedList"/>
    <dgm:cxn modelId="{E77E7956-9791-4B1F-8379-144478133758}" type="presParOf" srcId="{8266BE20-0708-4985-8819-FF568BC3512B}" destId="{9DEA022C-33B1-4158-A60A-784CB4C48D5E}" srcOrd="0" destOrd="0" presId="urn:microsoft.com/office/officeart/2008/layout/LinedList"/>
    <dgm:cxn modelId="{62C19DFA-6E0D-417C-8AC4-DC084DF3EAFD}" type="presParOf" srcId="{8266BE20-0708-4985-8819-FF568BC3512B}" destId="{0FDC1E2B-5846-4DFE-9696-0C62A8FEF2F0}" srcOrd="1" destOrd="0" presId="urn:microsoft.com/office/officeart/2008/layout/LinedList"/>
    <dgm:cxn modelId="{D0444711-52C7-47C9-9026-1EE61F50A4FB}" type="presParOf" srcId="{8EF017A5-FF20-4710-A549-791CDEB19C1B}" destId="{98F4F4F7-FD73-453B-A28B-B35241F86076}" srcOrd="16" destOrd="0" presId="urn:microsoft.com/office/officeart/2008/layout/LinedList"/>
    <dgm:cxn modelId="{95B4A2AC-9F36-4EDB-B014-3C5BF7657721}" type="presParOf" srcId="{8EF017A5-FF20-4710-A549-791CDEB19C1B}" destId="{2D7436A1-3949-4186-9F38-44DD44D1910D}" srcOrd="17" destOrd="0" presId="urn:microsoft.com/office/officeart/2008/layout/LinedList"/>
    <dgm:cxn modelId="{40367A5D-4ABD-484C-B5FE-13DE42CDE40B}" type="presParOf" srcId="{2D7436A1-3949-4186-9F38-44DD44D1910D}" destId="{F7D1D9BC-3731-4D2F-9C05-1F432805AC48}" srcOrd="0" destOrd="0" presId="urn:microsoft.com/office/officeart/2008/layout/LinedList"/>
    <dgm:cxn modelId="{D974B687-5518-436F-ABB3-40FDDBEB1062}" type="presParOf" srcId="{2D7436A1-3949-4186-9F38-44DD44D1910D}" destId="{50348AEC-51B8-464A-B3B6-5AAB6BAC1C22}" srcOrd="1" destOrd="0" presId="urn:microsoft.com/office/officeart/2008/layout/LinedList"/>
    <dgm:cxn modelId="{9C4D9A0A-086C-42BB-82DF-73847CDF8B94}" type="presParOf" srcId="{8EF017A5-FF20-4710-A549-791CDEB19C1B}" destId="{9A36A6DD-A53D-484E-BA0C-AF7549CEA236}" srcOrd="18" destOrd="0" presId="urn:microsoft.com/office/officeart/2008/layout/LinedList"/>
    <dgm:cxn modelId="{41C34623-47C2-4A58-A5DB-B00471D2032C}" type="presParOf" srcId="{8EF017A5-FF20-4710-A549-791CDEB19C1B}" destId="{C7692372-D26E-46A7-BB00-B3A3603BD947}" srcOrd="19" destOrd="0" presId="urn:microsoft.com/office/officeart/2008/layout/LinedList"/>
    <dgm:cxn modelId="{9E7AE1E1-5971-4AC6-9622-10B2D9F35A88}" type="presParOf" srcId="{C7692372-D26E-46A7-BB00-B3A3603BD947}" destId="{B8960DCC-6446-4CE9-8372-BBE9C20DC336}" srcOrd="0" destOrd="0" presId="urn:microsoft.com/office/officeart/2008/layout/LinedList"/>
    <dgm:cxn modelId="{0B4EF427-C8BB-459F-B74E-3C093C554244}" type="presParOf" srcId="{C7692372-D26E-46A7-BB00-B3A3603BD947}" destId="{9251E907-33B9-45E4-97FE-C2FDBE54ACD7}" srcOrd="1" destOrd="0" presId="urn:microsoft.com/office/officeart/2008/layout/LinedList"/>
    <dgm:cxn modelId="{16497B8E-6326-4662-BD0A-58F0B9C4A242}" type="presParOf" srcId="{8EF017A5-FF20-4710-A549-791CDEB19C1B}" destId="{DF0BBC0C-D4FE-43C2-8F95-27A1D8ECAFE6}" srcOrd="20" destOrd="0" presId="urn:microsoft.com/office/officeart/2008/layout/LinedList"/>
    <dgm:cxn modelId="{EFE7ADB9-3B76-4017-80ED-8D3ADC6E642E}" type="presParOf" srcId="{8EF017A5-FF20-4710-A549-791CDEB19C1B}" destId="{852A382D-BAB5-4CE1-A7D0-C8807BCF6436}" srcOrd="21" destOrd="0" presId="urn:microsoft.com/office/officeart/2008/layout/LinedList"/>
    <dgm:cxn modelId="{1AA355D2-486F-4FA1-9357-25D4995D7013}" type="presParOf" srcId="{852A382D-BAB5-4CE1-A7D0-C8807BCF6436}" destId="{820E1F79-4D39-4E20-9A72-1F45E0ACABAD}" srcOrd="0" destOrd="0" presId="urn:microsoft.com/office/officeart/2008/layout/LinedList"/>
    <dgm:cxn modelId="{80256C1C-6976-4772-A0E5-31F05DEDD953}" type="presParOf" srcId="{852A382D-BAB5-4CE1-A7D0-C8807BCF6436}" destId="{12E2DE60-B101-4024-97A8-1B242F285E9B}" srcOrd="1" destOrd="0" presId="urn:microsoft.com/office/officeart/2008/layout/LinedList"/>
    <dgm:cxn modelId="{5F809C5D-4594-4A9E-BFF0-FCB7E6C1DBBD}" type="presParOf" srcId="{8EF017A5-FF20-4710-A549-791CDEB19C1B}" destId="{A1B35CF8-2ECA-4ECA-B20E-B55AC600809F}" srcOrd="22" destOrd="0" presId="urn:microsoft.com/office/officeart/2008/layout/LinedList"/>
    <dgm:cxn modelId="{6E22F44B-633E-421C-A4D0-AD3972C42959}" type="presParOf" srcId="{8EF017A5-FF20-4710-A549-791CDEB19C1B}" destId="{D8F43D9D-46CB-4C70-8968-B2BE3A40AA2A}" srcOrd="23" destOrd="0" presId="urn:microsoft.com/office/officeart/2008/layout/LinedList"/>
    <dgm:cxn modelId="{AAAAE19E-5C89-41F4-AE2F-DBA198158F47}" type="presParOf" srcId="{D8F43D9D-46CB-4C70-8968-B2BE3A40AA2A}" destId="{FE4B9FAB-257A-47B8-9EF5-57D07BE4DC21}" srcOrd="0" destOrd="0" presId="urn:microsoft.com/office/officeart/2008/layout/LinedList"/>
    <dgm:cxn modelId="{2EA45292-9E97-467A-A59C-FE534C126BEE}" type="presParOf" srcId="{D8F43D9D-46CB-4C70-8968-B2BE3A40AA2A}" destId="{0AE5046A-40A5-42D5-9F15-8647F04AB9D5}" srcOrd="1" destOrd="0" presId="urn:microsoft.com/office/officeart/2008/layout/LinedList"/>
    <dgm:cxn modelId="{6D68C7DB-BE29-44BE-9369-A4EB6DBAF94C}" type="presParOf" srcId="{8EF017A5-FF20-4710-A549-791CDEB19C1B}" destId="{B952452E-E14D-4C52-B34B-12F71203FF6C}" srcOrd="24" destOrd="0" presId="urn:microsoft.com/office/officeart/2008/layout/LinedList"/>
    <dgm:cxn modelId="{00185606-3819-4947-8374-805A3020C49D}" type="presParOf" srcId="{8EF017A5-FF20-4710-A549-791CDEB19C1B}" destId="{B37E85CC-281B-4977-A5E5-B3AFAAFAE34E}" srcOrd="25" destOrd="0" presId="urn:microsoft.com/office/officeart/2008/layout/LinedList"/>
    <dgm:cxn modelId="{62CF46C3-93B0-47A1-95AA-0307C865576D}" type="presParOf" srcId="{B37E85CC-281B-4977-A5E5-B3AFAAFAE34E}" destId="{22E7461E-0358-4C98-8175-84A4417E0179}" srcOrd="0" destOrd="0" presId="urn:microsoft.com/office/officeart/2008/layout/LinedList"/>
    <dgm:cxn modelId="{1BFB7F7C-94A0-407C-9B87-FDF2747F40C6}" type="presParOf" srcId="{B37E85CC-281B-4977-A5E5-B3AFAAFAE34E}" destId="{12B4CC45-3DBC-4289-B126-A02A324A795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 custT="1"/>
      <dgm:spPr/>
      <dgm:t>
        <a:bodyPr/>
        <a:lstStyle/>
        <a:p>
          <a:r>
            <a:rPr lang="fr-FR" sz="2700" dirty="0"/>
            <a:t>Format raster (</a:t>
          </a:r>
          <a:r>
            <a:rPr lang="fr-FR" sz="2700" dirty="0" err="1"/>
            <a:t>Pdf</a:t>
          </a:r>
          <a:r>
            <a:rPr lang="fr-FR" sz="2700" dirty="0"/>
            <a:t>, jpeg, …) </a:t>
          </a:r>
          <a:endParaRPr lang="en-US" sz="2700" dirty="0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 custT="1"/>
      <dgm:spPr/>
      <dgm:t>
        <a:bodyPr/>
        <a:lstStyle/>
        <a:p>
          <a:r>
            <a:rPr lang="fr-FR" sz="2700" dirty="0"/>
            <a:t>Format vectorisé (DWG, DXF, …) </a:t>
          </a:r>
          <a:endParaRPr lang="en-US" sz="2700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 custT="1"/>
      <dgm:spPr/>
      <dgm:t>
        <a:bodyPr/>
        <a:lstStyle/>
        <a:p>
          <a:r>
            <a:rPr lang="fr-FR" sz="2700"/>
            <a:t>Nuage de points</a:t>
          </a:r>
          <a:endParaRPr lang="en-US" sz="2700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 custT="1"/>
      <dgm:spPr/>
      <dgm:t>
        <a:bodyPr/>
        <a:lstStyle/>
        <a:p>
          <a:r>
            <a:rPr lang="fr-FR" sz="2700" dirty="0"/>
            <a:t>Donnée </a:t>
          </a:r>
          <a:r>
            <a:rPr lang="es-AR" sz="2700" dirty="0" err="1"/>
            <a:t>textuelles</a:t>
          </a:r>
          <a:endParaRPr lang="en-US" sz="2700" dirty="0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 custT="1"/>
      <dgm:spPr/>
      <dgm:t>
        <a:bodyPr/>
        <a:lstStyle/>
        <a:p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DB3F77B9-6483-4CAB-B2D6-D119FD09A537}">
      <dgm:prSet custT="1"/>
      <dgm:spPr/>
      <dgm:t>
        <a:bodyPr/>
        <a:lstStyle/>
        <a:p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</dgm:t>
    </dgm:pt>
    <dgm:pt modelId="{35D6DB4F-8408-41C0-AAA1-6A735177B08E}" type="parTrans" cxnId="{DA37397A-B0C1-46B6-8C26-F8735DD253CF}">
      <dgm:prSet/>
      <dgm:spPr/>
      <dgm:t>
        <a:bodyPr/>
        <a:lstStyle/>
        <a:p>
          <a:endParaRPr lang="es-AR"/>
        </a:p>
      </dgm:t>
    </dgm:pt>
    <dgm:pt modelId="{0D51B4D0-B2FC-4F61-A63C-CC41E9D99C1F}" type="sibTrans" cxnId="{DA37397A-B0C1-46B6-8C26-F8735DD253CF}">
      <dgm:prSet/>
      <dgm:spPr/>
      <dgm:t>
        <a:bodyPr/>
        <a:lstStyle/>
        <a:p>
          <a:endParaRPr lang="es-AR"/>
        </a:p>
      </dgm:t>
    </dgm:pt>
    <dgm:pt modelId="{C42F1EEF-C1CD-413D-A46E-A3E883E9A130}">
      <dgm:prSet custT="1"/>
      <dgm:spPr/>
      <dgm:t>
        <a:bodyPr/>
        <a:lstStyle/>
        <a:p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gm:t>
    </dgm:pt>
    <dgm:pt modelId="{459DE83B-AB09-4A83-AECD-159DDE07772C}" type="parTrans" cxnId="{A991B4D4-1284-4379-A18A-9F4BDA3E1D32}">
      <dgm:prSet/>
      <dgm:spPr/>
      <dgm:t>
        <a:bodyPr/>
        <a:lstStyle/>
        <a:p>
          <a:endParaRPr lang="es-AR"/>
        </a:p>
      </dgm:t>
    </dgm:pt>
    <dgm:pt modelId="{D62CFB12-BF18-46DD-848B-691B48ACCA0C}" type="sibTrans" cxnId="{A991B4D4-1284-4379-A18A-9F4BDA3E1D32}">
      <dgm:prSet/>
      <dgm:spPr/>
      <dgm:t>
        <a:bodyPr/>
        <a:lstStyle/>
        <a:p>
          <a:endParaRPr lang="es-A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DA37397A-B0C1-46B6-8C26-F8735DD253CF}" srcId="{2EE2E432-0CA7-427E-9AB4-7367E4D3E2BC}" destId="{DB3F77B9-6483-4CAB-B2D6-D119FD09A537}" srcOrd="1" destOrd="0" parTransId="{35D6DB4F-8408-41C0-AAA1-6A735177B08E}" sibTransId="{0D51B4D0-B2FC-4F61-A63C-CC41E9D99C1F}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A991B4D4-1284-4379-A18A-9F4BDA3E1D32}" srcId="{2EE2E432-0CA7-427E-9AB4-7367E4D3E2BC}" destId="{C42F1EEF-C1CD-413D-A46E-A3E883E9A130}" srcOrd="2" destOrd="0" parTransId="{459DE83B-AB09-4A83-AECD-159DDE07772C}" sibTransId="{D62CFB12-BF18-46DD-848B-691B48ACCA0C}"/>
    <dgm:cxn modelId="{D5B48BDE-9199-4518-9C72-F3AC1103B515}" type="presOf" srcId="{DB3F77B9-6483-4CAB-B2D6-D119FD09A537}" destId="{CCD8904C-086B-402C-97E0-D94F55F747C2}" srcOrd="0" destOrd="1" presId="urn:microsoft.com/office/officeart/2005/8/layout/hList1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661EC6F7-A96F-49EF-B59B-020780BDEBAF}" type="presOf" srcId="{C42F1EEF-C1CD-413D-A46E-A3E883E9A130}" destId="{CCD8904C-086B-402C-97E0-D94F55F747C2}" srcOrd="0" destOrd="2" presId="urn:microsoft.com/office/officeart/2005/8/layout/hList1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0321D4-01DB-4F7D-83EE-281D208D8A39}">
      <dsp:nvSpPr>
        <dsp:cNvPr id="0" name=""/>
        <dsp:cNvSpPr/>
      </dsp:nvSpPr>
      <dsp:spPr>
        <a:xfrm>
          <a:off x="0" y="450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5AFF0-8AA7-4D69-8C04-CFBB9FD1A1AB}">
      <dsp:nvSpPr>
        <dsp:cNvPr id="0" name=""/>
        <dsp:cNvSpPr/>
      </dsp:nvSpPr>
      <dsp:spPr>
        <a:xfrm>
          <a:off x="0" y="450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Fusion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450"/>
        <a:ext cx="6097604" cy="284032"/>
      </dsp:txXfrm>
    </dsp:sp>
    <dsp:sp modelId="{837E4518-1493-4068-861A-F00A5F98F63B}">
      <dsp:nvSpPr>
        <dsp:cNvPr id="0" name=""/>
        <dsp:cNvSpPr/>
      </dsp:nvSpPr>
      <dsp:spPr>
        <a:xfrm>
          <a:off x="0" y="284482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DF10C-21B5-4000-AAD2-49E119AAB11E}">
      <dsp:nvSpPr>
        <dsp:cNvPr id="0" name=""/>
        <dsp:cNvSpPr/>
      </dsp:nvSpPr>
      <dsp:spPr>
        <a:xfrm>
          <a:off x="0" y="284482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 dirty="0" err="1"/>
            <a:t>Attention</a:t>
          </a:r>
          <a:r>
            <a:rPr lang="es-AR" sz="1300" b="1" i="0" kern="1200" baseline="0" dirty="0"/>
            <a:t> et Transformers</a:t>
          </a:r>
          <a:endParaRPr lang="en-US" sz="1300" kern="1200" dirty="0"/>
        </a:p>
      </dsp:txBody>
      <dsp:txXfrm>
        <a:off x="0" y="284482"/>
        <a:ext cx="6097604" cy="284032"/>
      </dsp:txXfrm>
    </dsp:sp>
    <dsp:sp modelId="{F2324790-1731-405E-85F4-F094CFB7916E}">
      <dsp:nvSpPr>
        <dsp:cNvPr id="0" name=""/>
        <dsp:cNvSpPr/>
      </dsp:nvSpPr>
      <dsp:spPr>
        <a:xfrm>
          <a:off x="0" y="56851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E93AC6-E6C3-4741-A402-D0533B4F7F05}">
      <dsp:nvSpPr>
        <dsp:cNvPr id="0" name=""/>
        <dsp:cNvSpPr/>
      </dsp:nvSpPr>
      <dsp:spPr>
        <a:xfrm>
          <a:off x="0" y="56851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kern="1200" dirty="0" err="1"/>
            <a:t>Encoder-decoders</a:t>
          </a:r>
          <a:endParaRPr lang="en-US" sz="1300" b="1" kern="1200" dirty="0"/>
        </a:p>
      </dsp:txBody>
      <dsp:txXfrm>
        <a:off x="0" y="568515"/>
        <a:ext cx="6097604" cy="284032"/>
      </dsp:txXfrm>
    </dsp:sp>
    <dsp:sp modelId="{0FC393A3-6FF5-4E12-A33F-86B109DF76D1}">
      <dsp:nvSpPr>
        <dsp:cNvPr id="0" name=""/>
        <dsp:cNvSpPr/>
      </dsp:nvSpPr>
      <dsp:spPr>
        <a:xfrm>
          <a:off x="0" y="85254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58463-28CA-4B17-8014-D48B7DDBEB80}">
      <dsp:nvSpPr>
        <dsp:cNvPr id="0" name=""/>
        <dsp:cNvSpPr/>
      </dsp:nvSpPr>
      <dsp:spPr>
        <a:xfrm>
          <a:off x="0" y="85254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Memory Fusion Networks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852547"/>
        <a:ext cx="6097604" cy="284032"/>
      </dsp:txXfrm>
    </dsp:sp>
    <dsp:sp modelId="{D015C2F1-88BB-4511-B5D6-FA4F31AABB7F}">
      <dsp:nvSpPr>
        <dsp:cNvPr id="0" name=""/>
        <dsp:cNvSpPr/>
      </dsp:nvSpPr>
      <dsp:spPr>
        <a:xfrm>
          <a:off x="0" y="113657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918583-2611-4836-8236-AAC76AC57749}">
      <dsp:nvSpPr>
        <dsp:cNvPr id="0" name=""/>
        <dsp:cNvSpPr/>
      </dsp:nvSpPr>
      <dsp:spPr>
        <a:xfrm>
          <a:off x="0" y="113657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Multimodal Embeddings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136579"/>
        <a:ext cx="6097604" cy="284032"/>
      </dsp:txXfrm>
    </dsp:sp>
    <dsp:sp modelId="{7BD1B36D-9762-4049-85DF-37A80B2C388D}">
      <dsp:nvSpPr>
        <dsp:cNvPr id="0" name=""/>
        <dsp:cNvSpPr/>
      </dsp:nvSpPr>
      <dsp:spPr>
        <a:xfrm>
          <a:off x="0" y="142061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BCC3E4-2F6A-4FE6-ACFA-52E3B7307912}">
      <dsp:nvSpPr>
        <dsp:cNvPr id="0" name=""/>
        <dsp:cNvSpPr/>
      </dsp:nvSpPr>
      <dsp:spPr>
        <a:xfrm>
          <a:off x="0" y="142061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Multi-task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420611"/>
        <a:ext cx="6097604" cy="284032"/>
      </dsp:txXfrm>
    </dsp:sp>
    <dsp:sp modelId="{31040092-A021-423F-AAB4-C5C4927BBE42}">
      <dsp:nvSpPr>
        <dsp:cNvPr id="0" name=""/>
        <dsp:cNvSpPr/>
      </dsp:nvSpPr>
      <dsp:spPr>
        <a:xfrm>
          <a:off x="0" y="170464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75AB87-E398-4B0C-B3CA-9D8E1B93C93A}">
      <dsp:nvSpPr>
        <dsp:cNvPr id="0" name=""/>
        <dsp:cNvSpPr/>
      </dsp:nvSpPr>
      <dsp:spPr>
        <a:xfrm>
          <a:off x="0" y="170464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Transfer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704643"/>
        <a:ext cx="6097604" cy="284032"/>
      </dsp:txXfrm>
    </dsp:sp>
    <dsp:sp modelId="{D1BCE2B6-6C09-4C4F-BFD7-B57DC025ACAE}">
      <dsp:nvSpPr>
        <dsp:cNvPr id="0" name=""/>
        <dsp:cNvSpPr/>
      </dsp:nvSpPr>
      <dsp:spPr>
        <a:xfrm>
          <a:off x="0" y="198867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EA022C-33B1-4158-A60A-784CB4C48D5E}">
      <dsp:nvSpPr>
        <dsp:cNvPr id="0" name=""/>
        <dsp:cNvSpPr/>
      </dsp:nvSpPr>
      <dsp:spPr>
        <a:xfrm>
          <a:off x="0" y="198867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GANs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988675"/>
        <a:ext cx="6097604" cy="284032"/>
      </dsp:txXfrm>
    </dsp:sp>
    <dsp:sp modelId="{98F4F4F7-FD73-453B-A28B-B35241F86076}">
      <dsp:nvSpPr>
        <dsp:cNvPr id="0" name=""/>
        <dsp:cNvSpPr/>
      </dsp:nvSpPr>
      <dsp:spPr>
        <a:xfrm>
          <a:off x="0" y="227270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1D9BC-3731-4D2F-9C05-1F432805AC48}">
      <dsp:nvSpPr>
        <dsp:cNvPr id="0" name=""/>
        <dsp:cNvSpPr/>
      </dsp:nvSpPr>
      <dsp:spPr>
        <a:xfrm>
          <a:off x="0" y="227270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Knowledge Distillation &amp; Teacher-Student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272707"/>
        <a:ext cx="6097604" cy="284032"/>
      </dsp:txXfrm>
    </dsp:sp>
    <dsp:sp modelId="{9A36A6DD-A53D-484E-BA0C-AF7549CEA236}">
      <dsp:nvSpPr>
        <dsp:cNvPr id="0" name=""/>
        <dsp:cNvSpPr/>
      </dsp:nvSpPr>
      <dsp:spPr>
        <a:xfrm>
          <a:off x="0" y="255673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60DCC-6446-4CE9-8372-BBE9C20DC336}">
      <dsp:nvSpPr>
        <dsp:cNvPr id="0" name=""/>
        <dsp:cNvSpPr/>
      </dsp:nvSpPr>
      <dsp:spPr>
        <a:xfrm>
          <a:off x="0" y="255673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Contrastive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556739"/>
        <a:ext cx="6097604" cy="284032"/>
      </dsp:txXfrm>
    </dsp:sp>
    <dsp:sp modelId="{DF0BBC0C-D4FE-43C2-8F95-27A1D8ECAFE6}">
      <dsp:nvSpPr>
        <dsp:cNvPr id="0" name=""/>
        <dsp:cNvSpPr/>
      </dsp:nvSpPr>
      <dsp:spPr>
        <a:xfrm>
          <a:off x="0" y="284077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0E1F79-4D39-4E20-9A72-1F45E0ACABAD}">
      <dsp:nvSpPr>
        <dsp:cNvPr id="0" name=""/>
        <dsp:cNvSpPr/>
      </dsp:nvSpPr>
      <dsp:spPr>
        <a:xfrm>
          <a:off x="0" y="284077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Disentanglement &amp; Counterfactuals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840771"/>
        <a:ext cx="6097604" cy="284032"/>
      </dsp:txXfrm>
    </dsp:sp>
    <dsp:sp modelId="{A1B35CF8-2ECA-4ECA-B20E-B55AC600809F}">
      <dsp:nvSpPr>
        <dsp:cNvPr id="0" name=""/>
        <dsp:cNvSpPr/>
      </dsp:nvSpPr>
      <dsp:spPr>
        <a:xfrm>
          <a:off x="0" y="312480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4B9FAB-257A-47B8-9EF5-57D07BE4DC21}">
      <dsp:nvSpPr>
        <dsp:cNvPr id="0" name=""/>
        <dsp:cNvSpPr/>
      </dsp:nvSpPr>
      <dsp:spPr>
        <a:xfrm>
          <a:off x="0" y="312480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Meta-learning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124803"/>
        <a:ext cx="6097604" cy="284032"/>
      </dsp:txXfrm>
    </dsp:sp>
    <dsp:sp modelId="{B952452E-E14D-4C52-B34B-12F71203FF6C}">
      <dsp:nvSpPr>
        <dsp:cNvPr id="0" name=""/>
        <dsp:cNvSpPr/>
      </dsp:nvSpPr>
      <dsp:spPr>
        <a:xfrm>
          <a:off x="0" y="3408836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E7461E-0358-4C98-8175-84A4417E0179}">
      <dsp:nvSpPr>
        <dsp:cNvPr id="0" name=""/>
        <dsp:cNvSpPr/>
      </dsp:nvSpPr>
      <dsp:spPr>
        <a:xfrm>
          <a:off x="0" y="3408836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Domain Adaptation &amp; Domain Generalization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408836"/>
        <a:ext cx="6097604" cy="28403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8781"/>
          <a:ext cx="4913783" cy="1152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/>
            <a:t>Plan 2D :</a:t>
          </a:r>
          <a:endParaRPr lang="en-US" sz="4000" kern="1200"/>
        </a:p>
      </dsp:txBody>
      <dsp:txXfrm>
        <a:off x="51" y="8781"/>
        <a:ext cx="4913783" cy="1152000"/>
      </dsp:txXfrm>
    </dsp:sp>
    <dsp:sp modelId="{D85E36C9-6486-4178-B726-A052386DB544}">
      <dsp:nvSpPr>
        <dsp:cNvPr id="0" name=""/>
        <dsp:cNvSpPr/>
      </dsp:nvSpPr>
      <dsp:spPr>
        <a:xfrm>
          <a:off x="51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raster (</a:t>
          </a:r>
          <a:r>
            <a:rPr lang="fr-FR" sz="2700" kern="1200" dirty="0" err="1"/>
            <a:t>Pdf</a:t>
          </a:r>
          <a:r>
            <a:rPr lang="fr-FR" sz="2700" kern="1200" dirty="0"/>
            <a:t>, jpeg,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vectorisé (DWG, DXF,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/>
            <a:t>Nuage de points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Donnée </a:t>
          </a:r>
          <a:r>
            <a:rPr lang="es-AR" sz="2700" kern="1200" dirty="0" err="1"/>
            <a:t>textuelles</a:t>
          </a:r>
          <a:endParaRPr lang="en-US" sz="2700" kern="1200" dirty="0"/>
        </a:p>
      </dsp:txBody>
      <dsp:txXfrm>
        <a:off x="51" y="1160781"/>
        <a:ext cx="4913783" cy="2779312"/>
      </dsp:txXfrm>
    </dsp:sp>
    <dsp:sp modelId="{D93F844E-E1CA-448D-A73E-529E6E10DC35}">
      <dsp:nvSpPr>
        <dsp:cNvPr id="0" name=""/>
        <dsp:cNvSpPr/>
      </dsp:nvSpPr>
      <dsp:spPr>
        <a:xfrm>
          <a:off x="5601764" y="8781"/>
          <a:ext cx="4913783" cy="11520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 dirty="0"/>
            <a:t>Plans 3D:</a:t>
          </a:r>
          <a:endParaRPr lang="en-US" sz="4000" kern="1200" dirty="0"/>
        </a:p>
      </dsp:txBody>
      <dsp:txXfrm>
        <a:off x="5601764" y="8781"/>
        <a:ext cx="4913783" cy="1152000"/>
      </dsp:txXfrm>
    </dsp:sp>
    <dsp:sp modelId="{CCD8904C-086B-402C-97E0-D94F55F747C2}">
      <dsp:nvSpPr>
        <dsp:cNvPr id="0" name=""/>
        <dsp:cNvSpPr/>
      </dsp:nvSpPr>
      <dsp:spPr>
        <a:xfrm>
          <a:off x="5601764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sp:txBody>
      <dsp:txXfrm>
        <a:off x="5601764" y="1160781"/>
        <a:ext cx="4913783" cy="2779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606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30/09/2025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Formats : </a:t>
            </a:r>
          </a:p>
          <a:p>
            <a:r>
              <a:rPr lang="fr-FR" sz="2200" dirty="0"/>
              <a:t>image</a:t>
            </a:r>
          </a:p>
          <a:p>
            <a:r>
              <a:rPr lang="fr-FR" sz="2200" dirty="0" err="1"/>
              <a:t>pdf</a:t>
            </a:r>
            <a:r>
              <a:rPr lang="fr-FR" sz="2200" dirty="0"/>
              <a:t> </a:t>
            </a:r>
          </a:p>
          <a:p>
            <a:r>
              <a:rPr lang="fr-FR" sz="2200" dirty="0" err="1"/>
              <a:t>dwg</a:t>
            </a:r>
            <a:r>
              <a:rPr lang="fr-FR" sz="2200" dirty="0"/>
              <a:t>/DXF</a:t>
            </a:r>
          </a:p>
          <a:p>
            <a:r>
              <a:rPr lang="fr-FR" sz="2200" dirty="0"/>
              <a:t>SVG</a:t>
            </a:r>
          </a:p>
          <a:p>
            <a:r>
              <a:rPr lang="fr-FR" sz="2200" dirty="0"/>
              <a:t>…</a:t>
            </a:r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/>
              <a:t>Formats natifs de logiciels CAO/BIM/DAO:</a:t>
            </a:r>
          </a:p>
          <a:p>
            <a:r>
              <a:rPr lang="fr-FR" sz="1200" b="1" dirty="0"/>
              <a:t>BLEND</a:t>
            </a:r>
            <a:r>
              <a:rPr lang="fr-FR" sz="1200" dirty="0"/>
              <a:t> (Blender)</a:t>
            </a:r>
          </a:p>
          <a:p>
            <a:r>
              <a:rPr lang="fr-FR" sz="1200" b="1" dirty="0"/>
              <a:t>RVT</a:t>
            </a:r>
            <a:r>
              <a:rPr lang="fr-FR" sz="1200" dirty="0"/>
              <a:t> (Revit) – modèles BIM complets avec vues 2D/3D</a:t>
            </a:r>
          </a:p>
          <a:p>
            <a:pPr marL="0" indent="0">
              <a:buNone/>
            </a:pPr>
            <a:r>
              <a:rPr lang="fr-FR" sz="1200" b="1"/>
              <a:t>Formats standards et d’échange</a:t>
            </a:r>
          </a:p>
          <a:p>
            <a:r>
              <a:rPr lang="fr-FR" sz="1200" b="1" dirty="0"/>
              <a:t>IFC</a:t>
            </a:r>
            <a:r>
              <a:rPr lang="fr-FR" sz="1200" dirty="0"/>
              <a:t> (</a:t>
            </a:r>
            <a:r>
              <a:rPr lang="fr-FR" sz="1200"/>
              <a:t>Industry</a:t>
            </a:r>
            <a:r>
              <a:rPr lang="fr-FR" sz="1200" dirty="0"/>
              <a:t> </a:t>
            </a:r>
            <a:r>
              <a:rPr lang="fr-FR" sz="1200"/>
              <a:t>Foundation</a:t>
            </a:r>
            <a:r>
              <a:rPr lang="fr-FR" sz="1200" dirty="0"/>
              <a:t> Classes) – standard BIM interopérable.</a:t>
            </a:r>
          </a:p>
          <a:p>
            <a:r>
              <a:rPr lang="fr-FR" sz="1200" b="1" dirty="0"/>
              <a:t>FBX</a:t>
            </a:r>
            <a:r>
              <a:rPr lang="fr-FR" sz="1200" dirty="0"/>
              <a:t> (Autodesk) – utilisé pour 3D + animations (compatible </a:t>
            </a:r>
            <a:r>
              <a:rPr lang="fr-FR" sz="1200"/>
              <a:t>Unity</a:t>
            </a:r>
            <a:r>
              <a:rPr lang="fr-FR" sz="1200" dirty="0"/>
              <a:t>, </a:t>
            </a:r>
            <a:r>
              <a:rPr lang="fr-FR" sz="1200"/>
              <a:t>Unreal</a:t>
            </a:r>
            <a:r>
              <a:rPr lang="fr-FR" sz="1200" dirty="0"/>
              <a:t>).</a:t>
            </a:r>
          </a:p>
          <a:p>
            <a:pPr marL="0" indent="0">
              <a:buNone/>
            </a:pPr>
            <a:r>
              <a:rPr lang="fr-FR" sz="1200" b="1"/>
              <a:t>Formats hybrides / orientés projet</a:t>
            </a:r>
          </a:p>
          <a:p>
            <a:r>
              <a:rPr lang="fr-FR" sz="1200" b="1" dirty="0"/>
              <a:t>DWG 3D</a:t>
            </a:r>
            <a:r>
              <a:rPr lang="fr-FR" sz="1200" dirty="0"/>
              <a:t> (AutoCAD) – peut contenir des volumes et surfaces 3D.</a:t>
            </a:r>
          </a:p>
          <a:p>
            <a:r>
              <a:rPr lang="fr-FR" sz="1200" b="1" dirty="0"/>
              <a:t>DGN</a:t>
            </a:r>
            <a:r>
              <a:rPr lang="fr-FR" sz="1200" dirty="0"/>
              <a:t> (</a:t>
            </a:r>
            <a:r>
              <a:rPr lang="fr-FR" sz="1200"/>
              <a:t>MicroStation</a:t>
            </a:r>
            <a:r>
              <a:rPr lang="fr-FR" sz="1200" dirty="0"/>
              <a:t>) – supporte aussi la 3D.</a:t>
            </a:r>
          </a:p>
          <a:p>
            <a:pPr marL="0" indent="0">
              <a:buNone/>
            </a:pPr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Représentation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/>
              <a:t>Les réseaux de neurones sont plus largement utilisés dû à leurs facultés d’apprentissage. Cette méthode prend les données multimodales en entrée dans le réseau de neurones et projette les différentes modalités dans un même espace sémantique. 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“Le Chien 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cours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dans 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verte”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objectifs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836547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 des données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soit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 bruitée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 des modalités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 de domaine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B90E1-8142-927A-D26B-9BA7C5BA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6758A8B7-EF62-9FFB-66C9-7383F078C4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CF169B1-CCC1-D867-B0BF-A38C3D20D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A23098B-6906-DE13-2C55-92E77D15B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989653E-9A42-BB25-6557-015DBD0CC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450D6C-1DE5-7DB9-0820-35E994A8DC6A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solidFill>
                  <a:schemeClr val="bg1"/>
                </a:solidFill>
              </a:rPr>
              <a:t>Computational approaches for multimodal co-learning</a:t>
            </a:r>
            <a:endParaRPr lang="en-US" sz="37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6" name="ZoneTexte 4">
            <a:extLst>
              <a:ext uri="{FF2B5EF4-FFF2-40B4-BE49-F238E27FC236}">
                <a16:creationId xmlns:a16="http://schemas.microsoft.com/office/drawing/2014/main" id="{4F0E9A24-EFCB-DC08-09D1-939F4A67C2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984581"/>
              </p:ext>
            </p:extLst>
          </p:nvPr>
        </p:nvGraphicFramePr>
        <p:xfrm>
          <a:off x="3048802" y="1584747"/>
          <a:ext cx="6097604" cy="36933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33374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32518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32500" lnSpcReduction="20000"/>
          </a:bodyPr>
          <a:lstStyle/>
          <a:p>
            <a:r>
              <a:rPr lang="en-US" sz="3700" dirty="0"/>
              <a:t>Entrées </a:t>
            </a:r>
          </a:p>
          <a:p>
            <a:pPr lvl="1"/>
            <a:r>
              <a:rPr lang="fr-FR" sz="2800" dirty="0" err="1"/>
              <a:t>external</a:t>
            </a:r>
            <a:r>
              <a:rPr lang="fr-FR" sz="2800" dirty="0"/>
              <a:t> </a:t>
            </a:r>
            <a:r>
              <a:rPr lang="fr-FR" sz="2800" dirty="0" err="1"/>
              <a:t>quantity</a:t>
            </a:r>
            <a:r>
              <a:rPr lang="fr-FR" sz="2800" dirty="0"/>
              <a:t> takeoff </a:t>
            </a:r>
            <a:r>
              <a:rPr lang="fr-FR" sz="2800" dirty="0" err="1"/>
              <a:t>rules</a:t>
            </a:r>
            <a:endParaRPr lang="fr-FR" sz="2800" dirty="0"/>
          </a:p>
          <a:p>
            <a:pPr lvl="1"/>
            <a:r>
              <a:rPr lang="fr-FR" sz="2800" dirty="0"/>
              <a:t>Plans raster et documents de chantier</a:t>
            </a:r>
            <a:endParaRPr lang="en-US" sz="2800" dirty="0"/>
          </a:p>
          <a:p>
            <a:r>
              <a:rPr lang="fr-FR" dirty="0"/>
              <a:t>modèle Chat </a:t>
            </a:r>
            <a:r>
              <a:rPr lang="fr-FR" dirty="0" err="1"/>
              <a:t>gpt</a:t>
            </a:r>
            <a:r>
              <a:rPr lang="fr-FR" dirty="0"/>
              <a:t> 4o</a:t>
            </a:r>
          </a:p>
          <a:p>
            <a:r>
              <a:rPr lang="fr-FR" dirty="0"/>
              <a:t>Dataset: Dataset privé </a:t>
            </a:r>
          </a:p>
          <a:p>
            <a:r>
              <a:rPr lang="fr-FR" dirty="0"/>
              <a:t>Résultats :</a:t>
            </a:r>
          </a:p>
          <a:p>
            <a:r>
              <a:rPr lang="fr-FR" dirty="0"/>
              <a:t>GPT-4o seul → 0/30 correctes (0 %)</a:t>
            </a:r>
          </a:p>
          <a:p>
            <a:r>
              <a:rPr lang="fr-FR" dirty="0"/>
              <a:t>GPT-4o + leur méthode → 24/30 correctes (80 %)</a:t>
            </a:r>
          </a:p>
          <a:p>
            <a:pPr lvl="1"/>
            <a:r>
              <a:rPr lang="fr-FR" sz="2800" dirty="0"/>
              <a:t>12/12 correctes en </a:t>
            </a:r>
            <a:r>
              <a:rPr lang="fr-FR" sz="2800" dirty="0" err="1"/>
              <a:t>earthwork</a:t>
            </a:r>
            <a:endParaRPr lang="fr-FR" sz="2800" dirty="0"/>
          </a:p>
          <a:p>
            <a:pPr lvl="1"/>
            <a:r>
              <a:rPr lang="fr-FR" sz="2800" dirty="0"/>
              <a:t>12/12 correctes en </a:t>
            </a:r>
            <a:r>
              <a:rPr lang="fr-FR" sz="2800" dirty="0" err="1"/>
              <a:t>masonry</a:t>
            </a:r>
            <a:endParaRPr lang="fr-FR" sz="2800" dirty="0"/>
          </a:p>
          <a:p>
            <a:pPr lvl="1"/>
            <a:r>
              <a:rPr lang="fr-FR" sz="2800" dirty="0"/>
              <a:t>0/6 correctes en </a:t>
            </a:r>
            <a:r>
              <a:rPr lang="fr-FR" sz="2800" dirty="0" err="1"/>
              <a:t>rebar</a:t>
            </a:r>
            <a:r>
              <a:rPr lang="fr-FR" sz="28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err="1"/>
              <a:t>eDOCr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5FA8B1-986D-3CDF-EC2F-D5A6E3C2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E85C8D-19AE-CE3F-E202-D5654FE63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4167167"/>
            <a:ext cx="4229100" cy="225546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z="3200" dirty="0" err="1"/>
              <a:t>CADSpotting</a:t>
            </a:r>
            <a:br>
              <a:rPr lang="en-US" sz="3200" dirty="0"/>
            </a:br>
            <a:endParaRPr lang="en-US" sz="32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Image 7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316D3852-4DE2-BF0F-9D54-279AF395D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422" y="1061585"/>
            <a:ext cx="10459156" cy="2013386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952C56-EE0E-C94A-9A44-E17DD73E8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6300" y="394327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DFE5D8-4ABA-A3E4-9542-564878F14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844" y="3854885"/>
            <a:ext cx="5365955" cy="238455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100" kern="1200" dirty="0">
                <a:latin typeface="+mn-lt"/>
                <a:ea typeface="+mn-ea"/>
                <a:cs typeface="+mn-cs"/>
              </a:rPr>
              <a:t>Plan type </a:t>
            </a:r>
            <a:r>
              <a:rPr lang="fr-FR" sz="1100" dirty="0"/>
              <a:t>CAD 2D</a:t>
            </a:r>
          </a:p>
          <a:p>
            <a:r>
              <a:rPr lang="en-US" sz="1100" dirty="0" err="1"/>
              <a:t>Objetif</a:t>
            </a:r>
            <a:r>
              <a:rPr lang="en-US" sz="1100" dirty="0"/>
              <a:t> </a:t>
            </a:r>
          </a:p>
          <a:p>
            <a:pPr lvl="1"/>
            <a:r>
              <a:rPr lang="en-US" sz="700" dirty="0"/>
              <a:t>Transformer un plan CAD </a:t>
            </a:r>
            <a:r>
              <a:rPr lang="en-US" sz="700" dirty="0" err="1"/>
              <a:t>en</a:t>
            </a:r>
            <a:r>
              <a:rPr lang="en-US" sz="700" dirty="0"/>
              <a:t> 3D </a:t>
            </a:r>
          </a:p>
          <a:p>
            <a:r>
              <a:rPr lang="fr-FR" sz="1100" dirty="0"/>
              <a:t>Modèle:</a:t>
            </a:r>
          </a:p>
          <a:p>
            <a:pPr lvl="1"/>
            <a:r>
              <a:rPr lang="fr-FR" sz="1100" dirty="0"/>
              <a:t> Point Transformer V3  </a:t>
            </a:r>
          </a:p>
          <a:p>
            <a:pPr lvl="1"/>
            <a:r>
              <a:rPr lang="fr-FR" sz="1100" dirty="0"/>
              <a:t>Transformer </a:t>
            </a:r>
            <a:r>
              <a:rPr lang="fr-FR" sz="1100" dirty="0" err="1"/>
              <a:t>decoder</a:t>
            </a:r>
            <a:endParaRPr lang="fr-FR" sz="1100" dirty="0"/>
          </a:p>
          <a:p>
            <a:r>
              <a:rPr lang="fr-FR" sz="1100" dirty="0"/>
              <a:t>Dataset:</a:t>
            </a:r>
          </a:p>
          <a:p>
            <a:pPr lvl="1"/>
            <a:r>
              <a:rPr lang="fr-FR" sz="1100" dirty="0" err="1"/>
              <a:t>FloorPlanCAD</a:t>
            </a:r>
            <a:r>
              <a:rPr lang="fr-FR" sz="1100" dirty="0"/>
              <a:t> </a:t>
            </a:r>
          </a:p>
          <a:p>
            <a:pPr lvl="1"/>
            <a:r>
              <a:rPr lang="fr-FR" sz="1100" dirty="0"/>
              <a:t>LS-CAD seulement pour l’évaluation </a:t>
            </a:r>
          </a:p>
          <a:p>
            <a:r>
              <a:rPr lang="en-US" sz="1100" dirty="0" err="1"/>
              <a:t>Résultat</a:t>
            </a:r>
            <a:r>
              <a:rPr lang="en-US" sz="1100" dirty="0"/>
              <a:t> </a:t>
            </a:r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marL="0" indent="0">
              <a:buNone/>
            </a:pPr>
            <a:endParaRPr lang="en-US" sz="11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52875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4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304800" dist="3175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3EB8414-13FE-2F9B-7CE3-A6921BCBA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85" y="464676"/>
            <a:ext cx="6032738" cy="1288211"/>
          </a:xfrm>
        </p:spPr>
        <p:txBody>
          <a:bodyPr anchor="b">
            <a:normAutofit/>
          </a:bodyPr>
          <a:lstStyle/>
          <a:p>
            <a:r>
              <a:rPr lang="en-US" sz="2800" b="1" u="sng" dirty="0"/>
              <a:t>4D-BIM based dynamic construction site layout planning</a:t>
            </a:r>
            <a:br>
              <a:rPr lang="es-AR" sz="2800" b="1" u="sng" dirty="0"/>
            </a:br>
            <a:endParaRPr lang="es-AR" sz="2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5C7085-69D0-0684-44D5-E5A28D132B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344" r="21743" b="-1"/>
          <a:stretch>
            <a:fillRect/>
          </a:stretch>
        </p:blipFill>
        <p:spPr>
          <a:xfrm>
            <a:off x="621722" y="1886552"/>
            <a:ext cx="6334867" cy="408139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502BD-7507-38CD-7D14-6EA5EF6EC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006" y="743803"/>
            <a:ext cx="3304272" cy="5474173"/>
          </a:xfrm>
        </p:spPr>
        <p:txBody>
          <a:bodyPr anchor="ctr">
            <a:normAutofit/>
          </a:bodyPr>
          <a:lstStyle/>
          <a:p>
            <a:pPr marL="0"/>
            <a:r>
              <a:rPr lang="fr-FR" sz="1900" dirty="0"/>
              <a:t>Plan type :</a:t>
            </a:r>
          </a:p>
          <a:p>
            <a:pPr marL="457200" lvl="2"/>
            <a:r>
              <a:rPr lang="fr-FR" sz="1900" dirty="0"/>
              <a:t>3D BIM</a:t>
            </a:r>
          </a:p>
          <a:p>
            <a:pPr marL="0"/>
            <a:r>
              <a:rPr lang="fr-FR" sz="1900" dirty="0"/>
              <a:t> Objectif :</a:t>
            </a:r>
          </a:p>
          <a:p>
            <a:pPr marL="457200" lvl="2"/>
            <a:r>
              <a:rPr lang="fr-FR" sz="1900" dirty="0"/>
              <a:t>Optimiser l’aménagement dynamique du site (coût, sécurité, productivité)</a:t>
            </a:r>
          </a:p>
          <a:p>
            <a:pPr marL="0"/>
            <a:r>
              <a:rPr lang="fr-FR" sz="1900" dirty="0"/>
              <a:t>Modèle :</a:t>
            </a:r>
          </a:p>
          <a:p>
            <a:pPr marL="457200" lvl="2"/>
            <a:r>
              <a:rPr lang="fr-FR" sz="1900" dirty="0"/>
              <a:t>Algorithmes génétiques </a:t>
            </a:r>
          </a:p>
          <a:p>
            <a:pPr marL="0"/>
            <a:r>
              <a:rPr lang="fr-FR" sz="1900" dirty="0"/>
              <a:t>Dataset :</a:t>
            </a:r>
          </a:p>
          <a:p>
            <a:pPr marL="457200" lvl="2"/>
            <a:r>
              <a:rPr lang="fr-FR" sz="1900" dirty="0"/>
              <a:t>Cas réel : 14 bâtiments résidentiels</a:t>
            </a:r>
          </a:p>
          <a:p>
            <a:pPr marL="0"/>
            <a:r>
              <a:rPr lang="fr-FR" sz="1900" dirty="0"/>
              <a:t>Résultats :</a:t>
            </a:r>
          </a:p>
          <a:p>
            <a:pPr marL="457200" lvl="2"/>
            <a:r>
              <a:rPr lang="fr-FR" sz="1900" dirty="0"/>
              <a:t>Convergence à la 12ᵉ génération</a:t>
            </a:r>
          </a:p>
          <a:p>
            <a:pPr marL="457200" lvl="2"/>
            <a:r>
              <a:rPr lang="fr-FR" sz="1900" dirty="0"/>
              <a:t>Coût minimal : 753 361 LE</a:t>
            </a:r>
          </a:p>
        </p:txBody>
      </p:sp>
    </p:spTree>
    <p:extLst>
      <p:ext uri="{BB962C8B-B14F-4D97-AF65-F5344CB8AC3E}">
        <p14:creationId xmlns:p14="http://schemas.microsoft.com/office/powerpoint/2010/main" val="29897084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AB947F-F453-1FC4-B59B-5901D506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Earthwork</a:t>
            </a:r>
            <a:r>
              <a:rPr lang="fr-FR" dirty="0"/>
              <a:t> Network Architecture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A1C709-D175-81B5-B09B-E7E5A2B57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7819531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3064</TotalTime>
  <Words>933</Words>
  <Application>Microsoft Office PowerPoint</Application>
  <PresentationFormat>Grand écran</PresentationFormat>
  <Paragraphs>200</Paragraphs>
  <Slides>34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Un métré</vt:lpstr>
      <vt:lpstr>La multimodalité</vt:lpstr>
      <vt:lpstr>Les 5 défis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Data Représentation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Les applications de la Fusion</vt:lpstr>
      <vt:lpstr>Le Co-learning</vt:lpstr>
      <vt:lpstr>Présentation PowerPoint</vt:lpstr>
      <vt:lpstr>Présentation PowerPoint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CADSpotting </vt:lpstr>
      <vt:lpstr>4D-BIM based dynamic construction site layout planning </vt:lpstr>
      <vt:lpstr>Earthwork Network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11</cp:revision>
  <dcterms:created xsi:type="dcterms:W3CDTF">2025-09-05T12:51:10Z</dcterms:created>
  <dcterms:modified xsi:type="dcterms:W3CDTF">2025-09-30T10:02:35Z</dcterms:modified>
</cp:coreProperties>
</file>