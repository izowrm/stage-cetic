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3" r:id="rId4"/>
    <p:sldId id="262" r:id="rId5"/>
    <p:sldId id="261" r:id="rId6"/>
    <p:sldId id="265" r:id="rId7"/>
    <p:sldId id="282" r:id="rId8"/>
    <p:sldId id="264" r:id="rId9"/>
    <p:sldId id="266" r:id="rId10"/>
    <p:sldId id="267" r:id="rId11"/>
    <p:sldId id="271" r:id="rId12"/>
    <p:sldId id="270" r:id="rId13"/>
    <p:sldId id="269" r:id="rId14"/>
    <p:sldId id="272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59" r:id="rId24"/>
    <p:sldId id="258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527C63-637A-47B6-9930-5B1ADF83777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AC5D597-481A-4C98-A575-0F05414DA7C3}">
      <dgm:prSet/>
      <dgm:spPr/>
      <dgm:t>
        <a:bodyPr/>
        <a:lstStyle/>
        <a:p>
          <a:r>
            <a:rPr lang="fr-FR" b="1"/>
            <a:t>Fusion</a:t>
          </a:r>
          <a:r>
            <a:rPr lang="fr-FR"/>
            <a:t> </a:t>
          </a:r>
          <a:endParaRPr lang="en-US"/>
        </a:p>
      </dgm:t>
    </dgm:pt>
    <dgm:pt modelId="{C20A4F57-6BC4-4A9D-BE4E-ADDEB8E25348}" type="parTrans" cxnId="{CF1649E2-6D7B-47EE-B1E6-276B951FC6DF}">
      <dgm:prSet/>
      <dgm:spPr/>
      <dgm:t>
        <a:bodyPr/>
        <a:lstStyle/>
        <a:p>
          <a:endParaRPr lang="en-US"/>
        </a:p>
      </dgm:t>
    </dgm:pt>
    <dgm:pt modelId="{0E7221D1-324D-4FB6-B8B1-13F60970C3AE}" type="sibTrans" cxnId="{CF1649E2-6D7B-47EE-B1E6-276B951FC6DF}">
      <dgm:prSet/>
      <dgm:spPr/>
      <dgm:t>
        <a:bodyPr/>
        <a:lstStyle/>
        <a:p>
          <a:endParaRPr lang="en-US"/>
        </a:p>
      </dgm:t>
    </dgm:pt>
    <dgm:pt modelId="{E8D4B822-EC9B-4AA8-9A41-BB029713E7EA}">
      <dgm:prSet/>
      <dgm:spPr/>
      <dgm:t>
        <a:bodyPr/>
        <a:lstStyle/>
        <a:p>
          <a:r>
            <a:rPr lang="fr-FR" b="1" i="0" baseline="0"/>
            <a:t>Représentation</a:t>
          </a:r>
          <a:r>
            <a:rPr lang="fr-FR" b="0" i="0" baseline="0"/>
            <a:t> </a:t>
          </a:r>
          <a:endParaRPr lang="en-US"/>
        </a:p>
      </dgm:t>
    </dgm:pt>
    <dgm:pt modelId="{793A2D8B-482C-483C-8C97-2052FAFD3358}" type="parTrans" cxnId="{C6DD3067-5C7B-4F32-9691-6494F58F54EC}">
      <dgm:prSet/>
      <dgm:spPr/>
      <dgm:t>
        <a:bodyPr/>
        <a:lstStyle/>
        <a:p>
          <a:endParaRPr lang="en-US"/>
        </a:p>
      </dgm:t>
    </dgm:pt>
    <dgm:pt modelId="{4076CB6E-E0FB-405A-B4D2-A87422E458D3}" type="sibTrans" cxnId="{C6DD3067-5C7B-4F32-9691-6494F58F54EC}">
      <dgm:prSet/>
      <dgm:spPr/>
      <dgm:t>
        <a:bodyPr/>
        <a:lstStyle/>
        <a:p>
          <a:endParaRPr lang="en-US"/>
        </a:p>
      </dgm:t>
    </dgm:pt>
    <dgm:pt modelId="{1366E4AC-3A3A-4200-8A36-1304F8472F76}">
      <dgm:prSet/>
      <dgm:spPr/>
      <dgm:t>
        <a:bodyPr/>
        <a:lstStyle/>
        <a:p>
          <a:r>
            <a:rPr lang="fr-FR" b="1" i="0" baseline="0"/>
            <a:t>Traduction</a:t>
          </a:r>
          <a:r>
            <a:rPr lang="fr-FR" b="0" i="0" baseline="0"/>
            <a:t> </a:t>
          </a:r>
          <a:endParaRPr lang="en-US"/>
        </a:p>
      </dgm:t>
    </dgm:pt>
    <dgm:pt modelId="{60FC05CA-CF2E-4A9A-8CB5-E43356E57D1E}" type="parTrans" cxnId="{994FA51E-F9AF-439D-8945-DE87DAA54F0D}">
      <dgm:prSet/>
      <dgm:spPr/>
      <dgm:t>
        <a:bodyPr/>
        <a:lstStyle/>
        <a:p>
          <a:endParaRPr lang="en-US"/>
        </a:p>
      </dgm:t>
    </dgm:pt>
    <dgm:pt modelId="{32714EF9-D79C-42CE-8ABC-6056F365A420}" type="sibTrans" cxnId="{994FA51E-F9AF-439D-8945-DE87DAA54F0D}">
      <dgm:prSet/>
      <dgm:spPr/>
      <dgm:t>
        <a:bodyPr/>
        <a:lstStyle/>
        <a:p>
          <a:endParaRPr lang="en-US"/>
        </a:p>
      </dgm:t>
    </dgm:pt>
    <dgm:pt modelId="{AE731D34-2FB4-4F2D-867D-ECFE465B2E2C}">
      <dgm:prSet/>
      <dgm:spPr/>
      <dgm:t>
        <a:bodyPr/>
        <a:lstStyle/>
        <a:p>
          <a:r>
            <a:rPr lang="fr-FR" b="1" i="0" baseline="0"/>
            <a:t>Alignement</a:t>
          </a:r>
          <a:r>
            <a:rPr lang="fr-FR" b="0" i="0" baseline="0"/>
            <a:t> </a:t>
          </a:r>
          <a:endParaRPr lang="en-US"/>
        </a:p>
      </dgm:t>
    </dgm:pt>
    <dgm:pt modelId="{5D6EDA61-D412-4877-B487-DC0C4E8C9989}" type="parTrans" cxnId="{3D3C3548-5F8A-4946-845C-B796EAF912A6}">
      <dgm:prSet/>
      <dgm:spPr/>
      <dgm:t>
        <a:bodyPr/>
        <a:lstStyle/>
        <a:p>
          <a:endParaRPr lang="en-US"/>
        </a:p>
      </dgm:t>
    </dgm:pt>
    <dgm:pt modelId="{903ABB12-44FB-448F-ABA0-BCF94FB3BC57}" type="sibTrans" cxnId="{3D3C3548-5F8A-4946-845C-B796EAF912A6}">
      <dgm:prSet/>
      <dgm:spPr/>
      <dgm:t>
        <a:bodyPr/>
        <a:lstStyle/>
        <a:p>
          <a:endParaRPr lang="en-US"/>
        </a:p>
      </dgm:t>
    </dgm:pt>
    <dgm:pt modelId="{BF6BD076-2E0C-42A4-B6FE-E7C7672D199B}">
      <dgm:prSet/>
      <dgm:spPr/>
      <dgm:t>
        <a:bodyPr/>
        <a:lstStyle/>
        <a:p>
          <a:r>
            <a:rPr lang="fr-FR" b="1" i="0" baseline="0"/>
            <a:t>Co-Learning</a:t>
          </a:r>
          <a:endParaRPr lang="en-US"/>
        </a:p>
      </dgm:t>
    </dgm:pt>
    <dgm:pt modelId="{6C223CB5-8594-437C-9A0E-9D83EAF07F44}" type="parTrans" cxnId="{3302CB3D-B5A6-430D-AB45-CEAE0E46ACE6}">
      <dgm:prSet/>
      <dgm:spPr/>
      <dgm:t>
        <a:bodyPr/>
        <a:lstStyle/>
        <a:p>
          <a:endParaRPr lang="en-US"/>
        </a:p>
      </dgm:t>
    </dgm:pt>
    <dgm:pt modelId="{FC1D5E44-3463-48DF-BA62-0EA2F8E5A11A}" type="sibTrans" cxnId="{3302CB3D-B5A6-430D-AB45-CEAE0E46ACE6}">
      <dgm:prSet/>
      <dgm:spPr/>
      <dgm:t>
        <a:bodyPr/>
        <a:lstStyle/>
        <a:p>
          <a:endParaRPr lang="en-US"/>
        </a:p>
      </dgm:t>
    </dgm:pt>
    <dgm:pt modelId="{FDED81C0-AD38-4337-B50C-9B43E2A72CFE}" type="pres">
      <dgm:prSet presAssocID="{90527C63-637A-47B6-9930-5B1ADF837775}" presName="root" presStyleCnt="0">
        <dgm:presLayoutVars>
          <dgm:dir/>
          <dgm:resizeHandles val="exact"/>
        </dgm:presLayoutVars>
      </dgm:prSet>
      <dgm:spPr/>
    </dgm:pt>
    <dgm:pt modelId="{D09DE903-2802-47E8-B021-68B5AB8FB992}" type="pres">
      <dgm:prSet presAssocID="{3AC5D597-481A-4C98-A575-0F05414DA7C3}" presName="compNode" presStyleCnt="0"/>
      <dgm:spPr/>
    </dgm:pt>
    <dgm:pt modelId="{C1AECE2B-2273-4143-8305-E4D351ED2994}" type="pres">
      <dgm:prSet presAssocID="{3AC5D597-481A-4C98-A575-0F05414DA7C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e"/>
        </a:ext>
      </dgm:extLst>
    </dgm:pt>
    <dgm:pt modelId="{7417F7C8-F1C9-413D-837E-C9A750559281}" type="pres">
      <dgm:prSet presAssocID="{3AC5D597-481A-4C98-A575-0F05414DA7C3}" presName="spaceRect" presStyleCnt="0"/>
      <dgm:spPr/>
    </dgm:pt>
    <dgm:pt modelId="{C709DBD9-5D6D-4237-B6C8-B66DBCEBA4AF}" type="pres">
      <dgm:prSet presAssocID="{3AC5D597-481A-4C98-A575-0F05414DA7C3}" presName="textRect" presStyleLbl="revTx" presStyleIdx="0" presStyleCnt="5">
        <dgm:presLayoutVars>
          <dgm:chMax val="1"/>
          <dgm:chPref val="1"/>
        </dgm:presLayoutVars>
      </dgm:prSet>
      <dgm:spPr/>
    </dgm:pt>
    <dgm:pt modelId="{A31DB54D-75AD-4E91-B81D-B3F2A5532A3E}" type="pres">
      <dgm:prSet presAssocID="{0E7221D1-324D-4FB6-B8B1-13F60970C3AE}" presName="sibTrans" presStyleCnt="0"/>
      <dgm:spPr/>
    </dgm:pt>
    <dgm:pt modelId="{A1918E05-B36E-45E8-9FFA-A4C8F0DD43EB}" type="pres">
      <dgm:prSet presAssocID="{E8D4B822-EC9B-4AA8-9A41-BB029713E7EA}" presName="compNode" presStyleCnt="0"/>
      <dgm:spPr/>
    </dgm:pt>
    <dgm:pt modelId="{EDD65A80-8423-4DF1-8E79-6EDF70057F8A}" type="pres">
      <dgm:prSet presAssocID="{E8D4B822-EC9B-4AA8-9A41-BB029713E7E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53522F8-31EE-40F1-A4C8-538EF10DB982}" type="pres">
      <dgm:prSet presAssocID="{E8D4B822-EC9B-4AA8-9A41-BB029713E7EA}" presName="spaceRect" presStyleCnt="0"/>
      <dgm:spPr/>
    </dgm:pt>
    <dgm:pt modelId="{5C99234B-9CF4-4102-A132-90645053C218}" type="pres">
      <dgm:prSet presAssocID="{E8D4B822-EC9B-4AA8-9A41-BB029713E7EA}" presName="textRect" presStyleLbl="revTx" presStyleIdx="1" presStyleCnt="5">
        <dgm:presLayoutVars>
          <dgm:chMax val="1"/>
          <dgm:chPref val="1"/>
        </dgm:presLayoutVars>
      </dgm:prSet>
      <dgm:spPr/>
    </dgm:pt>
    <dgm:pt modelId="{6EDB8033-8BDF-4E6D-BA13-57E36D75502C}" type="pres">
      <dgm:prSet presAssocID="{4076CB6E-E0FB-405A-B4D2-A87422E458D3}" presName="sibTrans" presStyleCnt="0"/>
      <dgm:spPr/>
    </dgm:pt>
    <dgm:pt modelId="{9F57A237-0E93-4837-8EE4-9CC954C1E63F}" type="pres">
      <dgm:prSet presAssocID="{1366E4AC-3A3A-4200-8A36-1304F8472F76}" presName="compNode" presStyleCnt="0"/>
      <dgm:spPr/>
    </dgm:pt>
    <dgm:pt modelId="{3EF79444-47EA-47DA-AE09-DD57D8E9623F}" type="pres">
      <dgm:prSet presAssocID="{1366E4AC-3A3A-4200-8A36-1304F8472F7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67CF3264-7F9F-46A0-BA56-4301BBD114DE}" type="pres">
      <dgm:prSet presAssocID="{1366E4AC-3A3A-4200-8A36-1304F8472F76}" presName="spaceRect" presStyleCnt="0"/>
      <dgm:spPr/>
    </dgm:pt>
    <dgm:pt modelId="{352143A5-8353-4652-BB68-409B3B0CE23D}" type="pres">
      <dgm:prSet presAssocID="{1366E4AC-3A3A-4200-8A36-1304F8472F76}" presName="textRect" presStyleLbl="revTx" presStyleIdx="2" presStyleCnt="5">
        <dgm:presLayoutVars>
          <dgm:chMax val="1"/>
          <dgm:chPref val="1"/>
        </dgm:presLayoutVars>
      </dgm:prSet>
      <dgm:spPr/>
    </dgm:pt>
    <dgm:pt modelId="{B99319D3-FFBB-4E6B-9631-1BFADF2DCE49}" type="pres">
      <dgm:prSet presAssocID="{32714EF9-D79C-42CE-8ABC-6056F365A420}" presName="sibTrans" presStyleCnt="0"/>
      <dgm:spPr/>
    </dgm:pt>
    <dgm:pt modelId="{275CE9D9-56E7-45BB-8CB2-86DBE006AAE2}" type="pres">
      <dgm:prSet presAssocID="{AE731D34-2FB4-4F2D-867D-ECFE465B2E2C}" presName="compNode" presStyleCnt="0"/>
      <dgm:spPr/>
    </dgm:pt>
    <dgm:pt modelId="{7FA499EB-A690-47AE-877C-1F6C506686C9}" type="pres">
      <dgm:prSet presAssocID="{AE731D34-2FB4-4F2D-867D-ECFE465B2E2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775E2A32-8112-4E7E-88D7-F6D4DD2CF500}" type="pres">
      <dgm:prSet presAssocID="{AE731D34-2FB4-4F2D-867D-ECFE465B2E2C}" presName="spaceRect" presStyleCnt="0"/>
      <dgm:spPr/>
    </dgm:pt>
    <dgm:pt modelId="{0CE6B2CE-5C63-42C8-AB97-2BD91D6255CF}" type="pres">
      <dgm:prSet presAssocID="{AE731D34-2FB4-4F2D-867D-ECFE465B2E2C}" presName="textRect" presStyleLbl="revTx" presStyleIdx="3" presStyleCnt="5">
        <dgm:presLayoutVars>
          <dgm:chMax val="1"/>
          <dgm:chPref val="1"/>
        </dgm:presLayoutVars>
      </dgm:prSet>
      <dgm:spPr/>
    </dgm:pt>
    <dgm:pt modelId="{ED7622D9-2EAF-4205-A1AF-70E071E2B8F4}" type="pres">
      <dgm:prSet presAssocID="{903ABB12-44FB-448F-ABA0-BCF94FB3BC57}" presName="sibTrans" presStyleCnt="0"/>
      <dgm:spPr/>
    </dgm:pt>
    <dgm:pt modelId="{50A1885E-3C13-45BE-B168-AD130D266356}" type="pres">
      <dgm:prSet presAssocID="{BF6BD076-2E0C-42A4-B6FE-E7C7672D199B}" presName="compNode" presStyleCnt="0"/>
      <dgm:spPr/>
    </dgm:pt>
    <dgm:pt modelId="{96CFD845-DAFC-4FB3-BB8D-D7DDB2659D25}" type="pres">
      <dgm:prSet presAssocID="{BF6BD076-2E0C-42A4-B6FE-E7C7672D199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BD5FEB2A-F5FE-46A0-80FF-1DDAC9F8F940}" type="pres">
      <dgm:prSet presAssocID="{BF6BD076-2E0C-42A4-B6FE-E7C7672D199B}" presName="spaceRect" presStyleCnt="0"/>
      <dgm:spPr/>
    </dgm:pt>
    <dgm:pt modelId="{9847FA4E-43E5-4878-91F1-1A5FDF3FE69D}" type="pres">
      <dgm:prSet presAssocID="{BF6BD076-2E0C-42A4-B6FE-E7C7672D199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E72CC03-E202-4E55-BC48-F2E1184646E0}" type="presOf" srcId="{BF6BD076-2E0C-42A4-B6FE-E7C7672D199B}" destId="{9847FA4E-43E5-4878-91F1-1A5FDF3FE69D}" srcOrd="0" destOrd="0" presId="urn:microsoft.com/office/officeart/2018/2/layout/IconLabelList"/>
    <dgm:cxn modelId="{994FA51E-F9AF-439D-8945-DE87DAA54F0D}" srcId="{90527C63-637A-47B6-9930-5B1ADF837775}" destId="{1366E4AC-3A3A-4200-8A36-1304F8472F76}" srcOrd="2" destOrd="0" parTransId="{60FC05CA-CF2E-4A9A-8CB5-E43356E57D1E}" sibTransId="{32714EF9-D79C-42CE-8ABC-6056F365A420}"/>
    <dgm:cxn modelId="{3302CB3D-B5A6-430D-AB45-CEAE0E46ACE6}" srcId="{90527C63-637A-47B6-9930-5B1ADF837775}" destId="{BF6BD076-2E0C-42A4-B6FE-E7C7672D199B}" srcOrd="4" destOrd="0" parTransId="{6C223CB5-8594-437C-9A0E-9D83EAF07F44}" sibTransId="{FC1D5E44-3463-48DF-BA62-0EA2F8E5A11A}"/>
    <dgm:cxn modelId="{C6DD3067-5C7B-4F32-9691-6494F58F54EC}" srcId="{90527C63-637A-47B6-9930-5B1ADF837775}" destId="{E8D4B822-EC9B-4AA8-9A41-BB029713E7EA}" srcOrd="1" destOrd="0" parTransId="{793A2D8B-482C-483C-8C97-2052FAFD3358}" sibTransId="{4076CB6E-E0FB-405A-B4D2-A87422E458D3}"/>
    <dgm:cxn modelId="{3D3C3548-5F8A-4946-845C-B796EAF912A6}" srcId="{90527C63-637A-47B6-9930-5B1ADF837775}" destId="{AE731D34-2FB4-4F2D-867D-ECFE465B2E2C}" srcOrd="3" destOrd="0" parTransId="{5D6EDA61-D412-4877-B487-DC0C4E8C9989}" sibTransId="{903ABB12-44FB-448F-ABA0-BCF94FB3BC57}"/>
    <dgm:cxn modelId="{F948D051-9399-41A8-BB4D-51C58760A0A6}" type="presOf" srcId="{3AC5D597-481A-4C98-A575-0F05414DA7C3}" destId="{C709DBD9-5D6D-4237-B6C8-B66DBCEBA4AF}" srcOrd="0" destOrd="0" presId="urn:microsoft.com/office/officeart/2018/2/layout/IconLabelList"/>
    <dgm:cxn modelId="{CA919C88-C0C1-4066-A3C3-8FE21A3C4E06}" type="presOf" srcId="{AE731D34-2FB4-4F2D-867D-ECFE465B2E2C}" destId="{0CE6B2CE-5C63-42C8-AB97-2BD91D6255CF}" srcOrd="0" destOrd="0" presId="urn:microsoft.com/office/officeart/2018/2/layout/IconLabelList"/>
    <dgm:cxn modelId="{EBCFAF88-0562-4BFF-9A01-45458BAA289B}" type="presOf" srcId="{E8D4B822-EC9B-4AA8-9A41-BB029713E7EA}" destId="{5C99234B-9CF4-4102-A132-90645053C218}" srcOrd="0" destOrd="0" presId="urn:microsoft.com/office/officeart/2018/2/layout/IconLabelList"/>
    <dgm:cxn modelId="{B6B5C3CD-A7ED-433A-9460-9BADFA174E20}" type="presOf" srcId="{90527C63-637A-47B6-9930-5B1ADF837775}" destId="{FDED81C0-AD38-4337-B50C-9B43E2A72CFE}" srcOrd="0" destOrd="0" presId="urn:microsoft.com/office/officeart/2018/2/layout/IconLabelList"/>
    <dgm:cxn modelId="{CF1649E2-6D7B-47EE-B1E6-276B951FC6DF}" srcId="{90527C63-637A-47B6-9930-5B1ADF837775}" destId="{3AC5D597-481A-4C98-A575-0F05414DA7C3}" srcOrd="0" destOrd="0" parTransId="{C20A4F57-6BC4-4A9D-BE4E-ADDEB8E25348}" sibTransId="{0E7221D1-324D-4FB6-B8B1-13F60970C3AE}"/>
    <dgm:cxn modelId="{4B83EFF6-F7DB-4F7D-BCB1-A2B03DFBE687}" type="presOf" srcId="{1366E4AC-3A3A-4200-8A36-1304F8472F76}" destId="{352143A5-8353-4652-BB68-409B3B0CE23D}" srcOrd="0" destOrd="0" presId="urn:microsoft.com/office/officeart/2018/2/layout/IconLabelList"/>
    <dgm:cxn modelId="{4E12E286-EDA6-4396-B501-092573E3095D}" type="presParOf" srcId="{FDED81C0-AD38-4337-B50C-9B43E2A72CFE}" destId="{D09DE903-2802-47E8-B021-68B5AB8FB992}" srcOrd="0" destOrd="0" presId="urn:microsoft.com/office/officeart/2018/2/layout/IconLabelList"/>
    <dgm:cxn modelId="{812C9EC2-8868-4B4B-9F69-05EE6154F9DA}" type="presParOf" srcId="{D09DE903-2802-47E8-B021-68B5AB8FB992}" destId="{C1AECE2B-2273-4143-8305-E4D351ED2994}" srcOrd="0" destOrd="0" presId="urn:microsoft.com/office/officeart/2018/2/layout/IconLabelList"/>
    <dgm:cxn modelId="{A632A178-BC92-4EDA-85E6-A288C7C19A14}" type="presParOf" srcId="{D09DE903-2802-47E8-B021-68B5AB8FB992}" destId="{7417F7C8-F1C9-413D-837E-C9A750559281}" srcOrd="1" destOrd="0" presId="urn:microsoft.com/office/officeart/2018/2/layout/IconLabelList"/>
    <dgm:cxn modelId="{D24F70A2-AB5A-481A-96DF-2DE8A1922073}" type="presParOf" srcId="{D09DE903-2802-47E8-B021-68B5AB8FB992}" destId="{C709DBD9-5D6D-4237-B6C8-B66DBCEBA4AF}" srcOrd="2" destOrd="0" presId="urn:microsoft.com/office/officeart/2018/2/layout/IconLabelList"/>
    <dgm:cxn modelId="{9E033598-BCB3-4481-9436-63A014F913C8}" type="presParOf" srcId="{FDED81C0-AD38-4337-B50C-9B43E2A72CFE}" destId="{A31DB54D-75AD-4E91-B81D-B3F2A5532A3E}" srcOrd="1" destOrd="0" presId="urn:microsoft.com/office/officeart/2018/2/layout/IconLabelList"/>
    <dgm:cxn modelId="{ED7C82A4-1F0B-4987-9D94-A16E08D956CB}" type="presParOf" srcId="{FDED81C0-AD38-4337-B50C-9B43E2A72CFE}" destId="{A1918E05-B36E-45E8-9FFA-A4C8F0DD43EB}" srcOrd="2" destOrd="0" presId="urn:microsoft.com/office/officeart/2018/2/layout/IconLabelList"/>
    <dgm:cxn modelId="{1EC3F6CC-18D9-473F-98F3-5F0F49CFADEE}" type="presParOf" srcId="{A1918E05-B36E-45E8-9FFA-A4C8F0DD43EB}" destId="{EDD65A80-8423-4DF1-8E79-6EDF70057F8A}" srcOrd="0" destOrd="0" presId="urn:microsoft.com/office/officeart/2018/2/layout/IconLabelList"/>
    <dgm:cxn modelId="{5DD63E66-638F-49CA-AA3E-7CF22FA00E7D}" type="presParOf" srcId="{A1918E05-B36E-45E8-9FFA-A4C8F0DD43EB}" destId="{953522F8-31EE-40F1-A4C8-538EF10DB982}" srcOrd="1" destOrd="0" presId="urn:microsoft.com/office/officeart/2018/2/layout/IconLabelList"/>
    <dgm:cxn modelId="{9F41194A-6B01-4B96-A969-8D718EE463DE}" type="presParOf" srcId="{A1918E05-B36E-45E8-9FFA-A4C8F0DD43EB}" destId="{5C99234B-9CF4-4102-A132-90645053C218}" srcOrd="2" destOrd="0" presId="urn:microsoft.com/office/officeart/2018/2/layout/IconLabelList"/>
    <dgm:cxn modelId="{4A5F1C5C-9EED-4896-85F2-B962698BB30B}" type="presParOf" srcId="{FDED81C0-AD38-4337-B50C-9B43E2A72CFE}" destId="{6EDB8033-8BDF-4E6D-BA13-57E36D75502C}" srcOrd="3" destOrd="0" presId="urn:microsoft.com/office/officeart/2018/2/layout/IconLabelList"/>
    <dgm:cxn modelId="{E5C34A34-3D59-4329-9347-7E5F03EDFF17}" type="presParOf" srcId="{FDED81C0-AD38-4337-B50C-9B43E2A72CFE}" destId="{9F57A237-0E93-4837-8EE4-9CC954C1E63F}" srcOrd="4" destOrd="0" presId="urn:microsoft.com/office/officeart/2018/2/layout/IconLabelList"/>
    <dgm:cxn modelId="{FD94378F-1984-4D71-A93D-964EEF6C74DF}" type="presParOf" srcId="{9F57A237-0E93-4837-8EE4-9CC954C1E63F}" destId="{3EF79444-47EA-47DA-AE09-DD57D8E9623F}" srcOrd="0" destOrd="0" presId="urn:microsoft.com/office/officeart/2018/2/layout/IconLabelList"/>
    <dgm:cxn modelId="{C99699EB-D7B8-4EDB-AFE9-3CC5964AE654}" type="presParOf" srcId="{9F57A237-0E93-4837-8EE4-9CC954C1E63F}" destId="{67CF3264-7F9F-46A0-BA56-4301BBD114DE}" srcOrd="1" destOrd="0" presId="urn:microsoft.com/office/officeart/2018/2/layout/IconLabelList"/>
    <dgm:cxn modelId="{45617A68-B053-4EEE-B274-B4E8A33857C4}" type="presParOf" srcId="{9F57A237-0E93-4837-8EE4-9CC954C1E63F}" destId="{352143A5-8353-4652-BB68-409B3B0CE23D}" srcOrd="2" destOrd="0" presId="urn:microsoft.com/office/officeart/2018/2/layout/IconLabelList"/>
    <dgm:cxn modelId="{E6250374-368C-44A5-A961-633E68CCAC4D}" type="presParOf" srcId="{FDED81C0-AD38-4337-B50C-9B43E2A72CFE}" destId="{B99319D3-FFBB-4E6B-9631-1BFADF2DCE49}" srcOrd="5" destOrd="0" presId="urn:microsoft.com/office/officeart/2018/2/layout/IconLabelList"/>
    <dgm:cxn modelId="{4877AC67-4644-4844-86F8-3FD973381A69}" type="presParOf" srcId="{FDED81C0-AD38-4337-B50C-9B43E2A72CFE}" destId="{275CE9D9-56E7-45BB-8CB2-86DBE006AAE2}" srcOrd="6" destOrd="0" presId="urn:microsoft.com/office/officeart/2018/2/layout/IconLabelList"/>
    <dgm:cxn modelId="{6393135E-1A98-4D33-B3AB-502F46F5759A}" type="presParOf" srcId="{275CE9D9-56E7-45BB-8CB2-86DBE006AAE2}" destId="{7FA499EB-A690-47AE-877C-1F6C506686C9}" srcOrd="0" destOrd="0" presId="urn:microsoft.com/office/officeart/2018/2/layout/IconLabelList"/>
    <dgm:cxn modelId="{DD59259D-DF12-4F99-9E8D-B628FBA10066}" type="presParOf" srcId="{275CE9D9-56E7-45BB-8CB2-86DBE006AAE2}" destId="{775E2A32-8112-4E7E-88D7-F6D4DD2CF500}" srcOrd="1" destOrd="0" presId="urn:microsoft.com/office/officeart/2018/2/layout/IconLabelList"/>
    <dgm:cxn modelId="{BAF1B56F-4C5E-4C99-9A96-37BD919910B3}" type="presParOf" srcId="{275CE9D9-56E7-45BB-8CB2-86DBE006AAE2}" destId="{0CE6B2CE-5C63-42C8-AB97-2BD91D6255CF}" srcOrd="2" destOrd="0" presId="urn:microsoft.com/office/officeart/2018/2/layout/IconLabelList"/>
    <dgm:cxn modelId="{B371D448-7BBC-4EA4-BA4A-1E9E54DEFA9E}" type="presParOf" srcId="{FDED81C0-AD38-4337-B50C-9B43E2A72CFE}" destId="{ED7622D9-2EAF-4205-A1AF-70E071E2B8F4}" srcOrd="7" destOrd="0" presId="urn:microsoft.com/office/officeart/2018/2/layout/IconLabelList"/>
    <dgm:cxn modelId="{6301BB57-60DE-45DE-909B-748E922FFDBB}" type="presParOf" srcId="{FDED81C0-AD38-4337-B50C-9B43E2A72CFE}" destId="{50A1885E-3C13-45BE-B168-AD130D266356}" srcOrd="8" destOrd="0" presId="urn:microsoft.com/office/officeart/2018/2/layout/IconLabelList"/>
    <dgm:cxn modelId="{617FAB38-0B16-43EE-A42A-F158995701FD}" type="presParOf" srcId="{50A1885E-3C13-45BE-B168-AD130D266356}" destId="{96CFD845-DAFC-4FB3-BB8D-D7DDB2659D25}" srcOrd="0" destOrd="0" presId="urn:microsoft.com/office/officeart/2018/2/layout/IconLabelList"/>
    <dgm:cxn modelId="{C10A5DC7-532C-4935-98FB-180B8BD40B17}" type="presParOf" srcId="{50A1885E-3C13-45BE-B168-AD130D266356}" destId="{BD5FEB2A-F5FE-46A0-80FF-1DDAC9F8F940}" srcOrd="1" destOrd="0" presId="urn:microsoft.com/office/officeart/2018/2/layout/IconLabelList"/>
    <dgm:cxn modelId="{2AA4D504-F135-4D6C-9C66-65AB0FFB2FCF}" type="presParOf" srcId="{50A1885E-3C13-45BE-B168-AD130D266356}" destId="{9847FA4E-43E5-4878-91F1-1A5FDF3FE69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51726A-FF3F-419E-9A3E-CE140793AAC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2D9FC36-07CB-46D0-BE4A-47A85B456B54}">
      <dgm:prSet/>
      <dgm:spPr/>
      <dgm:t>
        <a:bodyPr/>
        <a:lstStyle/>
        <a:p>
          <a:r>
            <a:rPr lang="fr-FR"/>
            <a:t>Early fusion</a:t>
          </a:r>
          <a:endParaRPr lang="en-US"/>
        </a:p>
      </dgm:t>
    </dgm:pt>
    <dgm:pt modelId="{B8613EC4-33D8-4EE9-8174-B0FC23AED90C}" type="parTrans" cxnId="{168957A4-4E5C-49C0-9B38-2BC44BC30F92}">
      <dgm:prSet/>
      <dgm:spPr/>
      <dgm:t>
        <a:bodyPr/>
        <a:lstStyle/>
        <a:p>
          <a:endParaRPr lang="en-US"/>
        </a:p>
      </dgm:t>
    </dgm:pt>
    <dgm:pt modelId="{45554102-6225-4A5A-90EE-C76533E13D70}" type="sibTrans" cxnId="{168957A4-4E5C-49C0-9B38-2BC44BC30F92}">
      <dgm:prSet/>
      <dgm:spPr/>
      <dgm:t>
        <a:bodyPr/>
        <a:lstStyle/>
        <a:p>
          <a:endParaRPr lang="en-US"/>
        </a:p>
      </dgm:t>
    </dgm:pt>
    <dgm:pt modelId="{84969002-9A31-4375-8385-AF986C5D94C6}">
      <dgm:prSet/>
      <dgm:spPr/>
      <dgm:t>
        <a:bodyPr/>
        <a:lstStyle/>
        <a:p>
          <a:r>
            <a:rPr lang="fr-FR"/>
            <a:t>Deep fusion</a:t>
          </a:r>
          <a:endParaRPr lang="en-US"/>
        </a:p>
      </dgm:t>
    </dgm:pt>
    <dgm:pt modelId="{DFDB667E-59F4-483C-9B0E-550B2CA94D10}" type="parTrans" cxnId="{A8EA95DD-0795-4F6D-9E76-3A00A24C44D6}">
      <dgm:prSet/>
      <dgm:spPr/>
      <dgm:t>
        <a:bodyPr/>
        <a:lstStyle/>
        <a:p>
          <a:endParaRPr lang="en-US"/>
        </a:p>
      </dgm:t>
    </dgm:pt>
    <dgm:pt modelId="{159DE00C-DF93-4DB1-A9C2-40A3C73A5A56}" type="sibTrans" cxnId="{A8EA95DD-0795-4F6D-9E76-3A00A24C44D6}">
      <dgm:prSet/>
      <dgm:spPr/>
      <dgm:t>
        <a:bodyPr/>
        <a:lstStyle/>
        <a:p>
          <a:endParaRPr lang="en-US"/>
        </a:p>
      </dgm:t>
    </dgm:pt>
    <dgm:pt modelId="{68E3D228-412F-4E8B-913F-0DCFC5CB2D3F}">
      <dgm:prSet/>
      <dgm:spPr/>
      <dgm:t>
        <a:bodyPr/>
        <a:lstStyle/>
        <a:p>
          <a:r>
            <a:rPr lang="fr-FR"/>
            <a:t>Late fusion</a:t>
          </a:r>
          <a:endParaRPr lang="en-US"/>
        </a:p>
      </dgm:t>
    </dgm:pt>
    <dgm:pt modelId="{156096D1-C6F4-4CDC-920D-4B9967DB5AB5}" type="parTrans" cxnId="{6BB0F3AF-D272-4C64-BE93-D07D2D61C789}">
      <dgm:prSet/>
      <dgm:spPr/>
      <dgm:t>
        <a:bodyPr/>
        <a:lstStyle/>
        <a:p>
          <a:endParaRPr lang="en-US"/>
        </a:p>
      </dgm:t>
    </dgm:pt>
    <dgm:pt modelId="{547E8BE8-337B-4D01-AFEC-02AF3AAEF94E}" type="sibTrans" cxnId="{6BB0F3AF-D272-4C64-BE93-D07D2D61C789}">
      <dgm:prSet/>
      <dgm:spPr/>
      <dgm:t>
        <a:bodyPr/>
        <a:lstStyle/>
        <a:p>
          <a:endParaRPr lang="en-US"/>
        </a:p>
      </dgm:t>
    </dgm:pt>
    <dgm:pt modelId="{A1F02760-E29F-48FC-99F8-5B9A5D8D1903}">
      <dgm:prSet/>
      <dgm:spPr/>
      <dgm:t>
        <a:bodyPr/>
        <a:lstStyle/>
        <a:p>
          <a:r>
            <a:rPr lang="fr-FR"/>
            <a:t>Hybrid fusion </a:t>
          </a:r>
          <a:endParaRPr lang="en-US"/>
        </a:p>
      </dgm:t>
    </dgm:pt>
    <dgm:pt modelId="{D9D37E8E-6657-4129-80F7-A13CA553BE5E}" type="parTrans" cxnId="{65825B8C-226E-434B-B363-A4038A5488DA}">
      <dgm:prSet/>
      <dgm:spPr/>
      <dgm:t>
        <a:bodyPr/>
        <a:lstStyle/>
        <a:p>
          <a:endParaRPr lang="en-US"/>
        </a:p>
      </dgm:t>
    </dgm:pt>
    <dgm:pt modelId="{DFE4193E-75BF-4E03-8650-65814CCEE3B0}" type="sibTrans" cxnId="{65825B8C-226E-434B-B363-A4038A5488DA}">
      <dgm:prSet/>
      <dgm:spPr/>
      <dgm:t>
        <a:bodyPr/>
        <a:lstStyle/>
        <a:p>
          <a:endParaRPr lang="en-US"/>
        </a:p>
      </dgm:t>
    </dgm:pt>
    <dgm:pt modelId="{37CC7249-069B-428A-826F-345CA149D792}" type="pres">
      <dgm:prSet presAssocID="{8951726A-FF3F-419E-9A3E-CE140793AAC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F5FEE07-4748-4C0A-A6AA-70B121667880}" type="pres">
      <dgm:prSet presAssocID="{82D9FC36-07CB-46D0-BE4A-47A85B456B54}" presName="hierRoot1" presStyleCnt="0"/>
      <dgm:spPr/>
    </dgm:pt>
    <dgm:pt modelId="{43F08F3E-4D65-4D4B-B9DE-6586E8C56AE5}" type="pres">
      <dgm:prSet presAssocID="{82D9FC36-07CB-46D0-BE4A-47A85B456B54}" presName="composite" presStyleCnt="0"/>
      <dgm:spPr/>
    </dgm:pt>
    <dgm:pt modelId="{804B9820-C6E7-40C3-A8A9-4077E82E1BE3}" type="pres">
      <dgm:prSet presAssocID="{82D9FC36-07CB-46D0-BE4A-47A85B456B54}" presName="background" presStyleLbl="node0" presStyleIdx="0" presStyleCnt="4"/>
      <dgm:spPr/>
    </dgm:pt>
    <dgm:pt modelId="{CF909D03-147D-4B99-A308-985C86BA825E}" type="pres">
      <dgm:prSet presAssocID="{82D9FC36-07CB-46D0-BE4A-47A85B456B54}" presName="text" presStyleLbl="fgAcc0" presStyleIdx="0" presStyleCnt="4">
        <dgm:presLayoutVars>
          <dgm:chPref val="3"/>
        </dgm:presLayoutVars>
      </dgm:prSet>
      <dgm:spPr/>
    </dgm:pt>
    <dgm:pt modelId="{02430493-D60C-44CA-BEB9-6DBBF3CAB397}" type="pres">
      <dgm:prSet presAssocID="{82D9FC36-07CB-46D0-BE4A-47A85B456B54}" presName="hierChild2" presStyleCnt="0"/>
      <dgm:spPr/>
    </dgm:pt>
    <dgm:pt modelId="{D401358E-3876-48B7-BD4D-96BECD25D888}" type="pres">
      <dgm:prSet presAssocID="{84969002-9A31-4375-8385-AF986C5D94C6}" presName="hierRoot1" presStyleCnt="0"/>
      <dgm:spPr/>
    </dgm:pt>
    <dgm:pt modelId="{0FE25ED0-5EC9-4EA8-9157-1F133C31D004}" type="pres">
      <dgm:prSet presAssocID="{84969002-9A31-4375-8385-AF986C5D94C6}" presName="composite" presStyleCnt="0"/>
      <dgm:spPr/>
    </dgm:pt>
    <dgm:pt modelId="{6E200CAE-02F4-435A-9F5F-8DF8FDD57B96}" type="pres">
      <dgm:prSet presAssocID="{84969002-9A31-4375-8385-AF986C5D94C6}" presName="background" presStyleLbl="node0" presStyleIdx="1" presStyleCnt="4"/>
      <dgm:spPr/>
    </dgm:pt>
    <dgm:pt modelId="{4E73F807-594E-445B-A3C2-798643BA863A}" type="pres">
      <dgm:prSet presAssocID="{84969002-9A31-4375-8385-AF986C5D94C6}" presName="text" presStyleLbl="fgAcc0" presStyleIdx="1" presStyleCnt="4">
        <dgm:presLayoutVars>
          <dgm:chPref val="3"/>
        </dgm:presLayoutVars>
      </dgm:prSet>
      <dgm:spPr/>
    </dgm:pt>
    <dgm:pt modelId="{5395F02F-1DFF-448D-B092-18A1E8F41156}" type="pres">
      <dgm:prSet presAssocID="{84969002-9A31-4375-8385-AF986C5D94C6}" presName="hierChild2" presStyleCnt="0"/>
      <dgm:spPr/>
    </dgm:pt>
    <dgm:pt modelId="{7500DB02-92ED-4D54-99D3-3DDD8A8D455A}" type="pres">
      <dgm:prSet presAssocID="{68E3D228-412F-4E8B-913F-0DCFC5CB2D3F}" presName="hierRoot1" presStyleCnt="0"/>
      <dgm:spPr/>
    </dgm:pt>
    <dgm:pt modelId="{1A481D06-7AD5-47E1-9C01-4E69BB071E0D}" type="pres">
      <dgm:prSet presAssocID="{68E3D228-412F-4E8B-913F-0DCFC5CB2D3F}" presName="composite" presStyleCnt="0"/>
      <dgm:spPr/>
    </dgm:pt>
    <dgm:pt modelId="{D7478AB1-966C-4088-8B4A-DB1B22BAD9AA}" type="pres">
      <dgm:prSet presAssocID="{68E3D228-412F-4E8B-913F-0DCFC5CB2D3F}" presName="background" presStyleLbl="node0" presStyleIdx="2" presStyleCnt="4"/>
      <dgm:spPr/>
    </dgm:pt>
    <dgm:pt modelId="{4401BF02-69BF-48E1-A46E-6A96A31B9220}" type="pres">
      <dgm:prSet presAssocID="{68E3D228-412F-4E8B-913F-0DCFC5CB2D3F}" presName="text" presStyleLbl="fgAcc0" presStyleIdx="2" presStyleCnt="4">
        <dgm:presLayoutVars>
          <dgm:chPref val="3"/>
        </dgm:presLayoutVars>
      </dgm:prSet>
      <dgm:spPr/>
    </dgm:pt>
    <dgm:pt modelId="{ED372F10-22DD-4A47-8B92-3E7FE41C5B63}" type="pres">
      <dgm:prSet presAssocID="{68E3D228-412F-4E8B-913F-0DCFC5CB2D3F}" presName="hierChild2" presStyleCnt="0"/>
      <dgm:spPr/>
    </dgm:pt>
    <dgm:pt modelId="{215F4B01-CE58-4182-9F3D-866AB44B7594}" type="pres">
      <dgm:prSet presAssocID="{A1F02760-E29F-48FC-99F8-5B9A5D8D1903}" presName="hierRoot1" presStyleCnt="0"/>
      <dgm:spPr/>
    </dgm:pt>
    <dgm:pt modelId="{E4A31AA2-1C74-424E-B98E-81C89EF3BDAE}" type="pres">
      <dgm:prSet presAssocID="{A1F02760-E29F-48FC-99F8-5B9A5D8D1903}" presName="composite" presStyleCnt="0"/>
      <dgm:spPr/>
    </dgm:pt>
    <dgm:pt modelId="{33D76180-5F3B-41E8-83B5-CC336F994BA3}" type="pres">
      <dgm:prSet presAssocID="{A1F02760-E29F-48FC-99F8-5B9A5D8D1903}" presName="background" presStyleLbl="node0" presStyleIdx="3" presStyleCnt="4"/>
      <dgm:spPr/>
    </dgm:pt>
    <dgm:pt modelId="{63FE338A-937A-4BAD-8783-FA5A337BD25A}" type="pres">
      <dgm:prSet presAssocID="{A1F02760-E29F-48FC-99F8-5B9A5D8D1903}" presName="text" presStyleLbl="fgAcc0" presStyleIdx="3" presStyleCnt="4">
        <dgm:presLayoutVars>
          <dgm:chPref val="3"/>
        </dgm:presLayoutVars>
      </dgm:prSet>
      <dgm:spPr/>
    </dgm:pt>
    <dgm:pt modelId="{E114AF18-A972-4534-97EA-7D3C05BB1ACF}" type="pres">
      <dgm:prSet presAssocID="{A1F02760-E29F-48FC-99F8-5B9A5D8D1903}" presName="hierChild2" presStyleCnt="0"/>
      <dgm:spPr/>
    </dgm:pt>
  </dgm:ptLst>
  <dgm:cxnLst>
    <dgm:cxn modelId="{65825B8C-226E-434B-B363-A4038A5488DA}" srcId="{8951726A-FF3F-419E-9A3E-CE140793AAC0}" destId="{A1F02760-E29F-48FC-99F8-5B9A5D8D1903}" srcOrd="3" destOrd="0" parTransId="{D9D37E8E-6657-4129-80F7-A13CA553BE5E}" sibTransId="{DFE4193E-75BF-4E03-8650-65814CCEE3B0}"/>
    <dgm:cxn modelId="{168957A4-4E5C-49C0-9B38-2BC44BC30F92}" srcId="{8951726A-FF3F-419E-9A3E-CE140793AAC0}" destId="{82D9FC36-07CB-46D0-BE4A-47A85B456B54}" srcOrd="0" destOrd="0" parTransId="{B8613EC4-33D8-4EE9-8174-B0FC23AED90C}" sibTransId="{45554102-6225-4A5A-90EE-C76533E13D70}"/>
    <dgm:cxn modelId="{6BB0F3AF-D272-4C64-BE93-D07D2D61C789}" srcId="{8951726A-FF3F-419E-9A3E-CE140793AAC0}" destId="{68E3D228-412F-4E8B-913F-0DCFC5CB2D3F}" srcOrd="2" destOrd="0" parTransId="{156096D1-C6F4-4CDC-920D-4B9967DB5AB5}" sibTransId="{547E8BE8-337B-4D01-AFEC-02AF3AAEF94E}"/>
    <dgm:cxn modelId="{10AD35BE-4C0F-4B5C-B157-DFD6C5467775}" type="presOf" srcId="{8951726A-FF3F-419E-9A3E-CE140793AAC0}" destId="{37CC7249-069B-428A-826F-345CA149D792}" srcOrd="0" destOrd="0" presId="urn:microsoft.com/office/officeart/2005/8/layout/hierarchy1"/>
    <dgm:cxn modelId="{5B37F6C4-4F9D-4AC1-BED4-A51D8BE7F081}" type="presOf" srcId="{84969002-9A31-4375-8385-AF986C5D94C6}" destId="{4E73F807-594E-445B-A3C2-798643BA863A}" srcOrd="0" destOrd="0" presId="urn:microsoft.com/office/officeart/2005/8/layout/hierarchy1"/>
    <dgm:cxn modelId="{A8EA95DD-0795-4F6D-9E76-3A00A24C44D6}" srcId="{8951726A-FF3F-419E-9A3E-CE140793AAC0}" destId="{84969002-9A31-4375-8385-AF986C5D94C6}" srcOrd="1" destOrd="0" parTransId="{DFDB667E-59F4-483C-9B0E-550B2CA94D10}" sibTransId="{159DE00C-DF93-4DB1-A9C2-40A3C73A5A56}"/>
    <dgm:cxn modelId="{C8B0D5E4-D7B6-43E3-A082-4C99057BAA89}" type="presOf" srcId="{A1F02760-E29F-48FC-99F8-5B9A5D8D1903}" destId="{63FE338A-937A-4BAD-8783-FA5A337BD25A}" srcOrd="0" destOrd="0" presId="urn:microsoft.com/office/officeart/2005/8/layout/hierarchy1"/>
    <dgm:cxn modelId="{E77BBDE9-A838-4393-BFB9-6B0B7AB38161}" type="presOf" srcId="{68E3D228-412F-4E8B-913F-0DCFC5CB2D3F}" destId="{4401BF02-69BF-48E1-A46E-6A96A31B9220}" srcOrd="0" destOrd="0" presId="urn:microsoft.com/office/officeart/2005/8/layout/hierarchy1"/>
    <dgm:cxn modelId="{CDB41FF3-2573-4B92-B2EE-6739DCB3C029}" type="presOf" srcId="{82D9FC36-07CB-46D0-BE4A-47A85B456B54}" destId="{CF909D03-147D-4B99-A308-985C86BA825E}" srcOrd="0" destOrd="0" presId="urn:microsoft.com/office/officeart/2005/8/layout/hierarchy1"/>
    <dgm:cxn modelId="{AFFC4C48-E384-418B-B0AB-02EEE41F9194}" type="presParOf" srcId="{37CC7249-069B-428A-826F-345CA149D792}" destId="{9F5FEE07-4748-4C0A-A6AA-70B121667880}" srcOrd="0" destOrd="0" presId="urn:microsoft.com/office/officeart/2005/8/layout/hierarchy1"/>
    <dgm:cxn modelId="{579CBB1D-81A4-4A5B-9F75-C6BB48103846}" type="presParOf" srcId="{9F5FEE07-4748-4C0A-A6AA-70B121667880}" destId="{43F08F3E-4D65-4D4B-B9DE-6586E8C56AE5}" srcOrd="0" destOrd="0" presId="urn:microsoft.com/office/officeart/2005/8/layout/hierarchy1"/>
    <dgm:cxn modelId="{A37A948C-5F18-48D7-90FC-47510A48BA87}" type="presParOf" srcId="{43F08F3E-4D65-4D4B-B9DE-6586E8C56AE5}" destId="{804B9820-C6E7-40C3-A8A9-4077E82E1BE3}" srcOrd="0" destOrd="0" presId="urn:microsoft.com/office/officeart/2005/8/layout/hierarchy1"/>
    <dgm:cxn modelId="{D6AF6F74-BF6E-4289-8550-2A3007A84A89}" type="presParOf" srcId="{43F08F3E-4D65-4D4B-B9DE-6586E8C56AE5}" destId="{CF909D03-147D-4B99-A308-985C86BA825E}" srcOrd="1" destOrd="0" presId="urn:microsoft.com/office/officeart/2005/8/layout/hierarchy1"/>
    <dgm:cxn modelId="{422122D5-EC0C-4676-AC84-2F8E37761AA7}" type="presParOf" srcId="{9F5FEE07-4748-4C0A-A6AA-70B121667880}" destId="{02430493-D60C-44CA-BEB9-6DBBF3CAB397}" srcOrd="1" destOrd="0" presId="urn:microsoft.com/office/officeart/2005/8/layout/hierarchy1"/>
    <dgm:cxn modelId="{BE7C6D43-843F-4687-AC0F-D5E06C9F2205}" type="presParOf" srcId="{37CC7249-069B-428A-826F-345CA149D792}" destId="{D401358E-3876-48B7-BD4D-96BECD25D888}" srcOrd="1" destOrd="0" presId="urn:microsoft.com/office/officeart/2005/8/layout/hierarchy1"/>
    <dgm:cxn modelId="{25F0A421-4503-4850-851A-80FE714C16D9}" type="presParOf" srcId="{D401358E-3876-48B7-BD4D-96BECD25D888}" destId="{0FE25ED0-5EC9-4EA8-9157-1F133C31D004}" srcOrd="0" destOrd="0" presId="urn:microsoft.com/office/officeart/2005/8/layout/hierarchy1"/>
    <dgm:cxn modelId="{F1A7C9D9-5F11-4D2B-B3F7-81955E75EEC1}" type="presParOf" srcId="{0FE25ED0-5EC9-4EA8-9157-1F133C31D004}" destId="{6E200CAE-02F4-435A-9F5F-8DF8FDD57B96}" srcOrd="0" destOrd="0" presId="urn:microsoft.com/office/officeart/2005/8/layout/hierarchy1"/>
    <dgm:cxn modelId="{5A571135-4B50-4B3A-A40D-AD5660E8D559}" type="presParOf" srcId="{0FE25ED0-5EC9-4EA8-9157-1F133C31D004}" destId="{4E73F807-594E-445B-A3C2-798643BA863A}" srcOrd="1" destOrd="0" presId="urn:microsoft.com/office/officeart/2005/8/layout/hierarchy1"/>
    <dgm:cxn modelId="{CA35A68F-9FD7-462D-8426-65BBDA1DB925}" type="presParOf" srcId="{D401358E-3876-48B7-BD4D-96BECD25D888}" destId="{5395F02F-1DFF-448D-B092-18A1E8F41156}" srcOrd="1" destOrd="0" presId="urn:microsoft.com/office/officeart/2005/8/layout/hierarchy1"/>
    <dgm:cxn modelId="{9721E189-050F-4CF1-97CB-865713DA5C69}" type="presParOf" srcId="{37CC7249-069B-428A-826F-345CA149D792}" destId="{7500DB02-92ED-4D54-99D3-3DDD8A8D455A}" srcOrd="2" destOrd="0" presId="urn:microsoft.com/office/officeart/2005/8/layout/hierarchy1"/>
    <dgm:cxn modelId="{F4BDBFCB-663E-4A34-81F9-DF5C4605DED0}" type="presParOf" srcId="{7500DB02-92ED-4D54-99D3-3DDD8A8D455A}" destId="{1A481D06-7AD5-47E1-9C01-4E69BB071E0D}" srcOrd="0" destOrd="0" presId="urn:microsoft.com/office/officeart/2005/8/layout/hierarchy1"/>
    <dgm:cxn modelId="{DB54408E-063F-4F10-A98B-0BA1AFF8FADA}" type="presParOf" srcId="{1A481D06-7AD5-47E1-9C01-4E69BB071E0D}" destId="{D7478AB1-966C-4088-8B4A-DB1B22BAD9AA}" srcOrd="0" destOrd="0" presId="urn:microsoft.com/office/officeart/2005/8/layout/hierarchy1"/>
    <dgm:cxn modelId="{6B5EC75B-719D-467B-898B-8EABAF8BC85B}" type="presParOf" srcId="{1A481D06-7AD5-47E1-9C01-4E69BB071E0D}" destId="{4401BF02-69BF-48E1-A46E-6A96A31B9220}" srcOrd="1" destOrd="0" presId="urn:microsoft.com/office/officeart/2005/8/layout/hierarchy1"/>
    <dgm:cxn modelId="{BD19CCB9-CCC4-45DE-BA90-06CFFD1F86BC}" type="presParOf" srcId="{7500DB02-92ED-4D54-99D3-3DDD8A8D455A}" destId="{ED372F10-22DD-4A47-8B92-3E7FE41C5B63}" srcOrd="1" destOrd="0" presId="urn:microsoft.com/office/officeart/2005/8/layout/hierarchy1"/>
    <dgm:cxn modelId="{C208EA98-2B0B-4CD2-B3A3-CAD439CD298C}" type="presParOf" srcId="{37CC7249-069B-428A-826F-345CA149D792}" destId="{215F4B01-CE58-4182-9F3D-866AB44B7594}" srcOrd="3" destOrd="0" presId="urn:microsoft.com/office/officeart/2005/8/layout/hierarchy1"/>
    <dgm:cxn modelId="{E2F26EC5-9D0C-413B-9D40-224B098FCF58}" type="presParOf" srcId="{215F4B01-CE58-4182-9F3D-866AB44B7594}" destId="{E4A31AA2-1C74-424E-B98E-81C89EF3BDAE}" srcOrd="0" destOrd="0" presId="urn:microsoft.com/office/officeart/2005/8/layout/hierarchy1"/>
    <dgm:cxn modelId="{B4574E7E-D96A-4CFA-B0FD-998D25D23A24}" type="presParOf" srcId="{E4A31AA2-1C74-424E-B98E-81C89EF3BDAE}" destId="{33D76180-5F3B-41E8-83B5-CC336F994BA3}" srcOrd="0" destOrd="0" presId="urn:microsoft.com/office/officeart/2005/8/layout/hierarchy1"/>
    <dgm:cxn modelId="{14DAFF4A-9F76-4BB9-8088-CC224B4D9A68}" type="presParOf" srcId="{E4A31AA2-1C74-424E-B98E-81C89EF3BDAE}" destId="{63FE338A-937A-4BAD-8783-FA5A337BD25A}" srcOrd="1" destOrd="0" presId="urn:microsoft.com/office/officeart/2005/8/layout/hierarchy1"/>
    <dgm:cxn modelId="{4B767AAC-199E-42BE-AEC5-466B0D0E1894}" type="presParOf" srcId="{215F4B01-CE58-4182-9F3D-866AB44B7594}" destId="{E114AF18-A972-4534-97EA-7D3C05BB1AC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3F4AE40-3F90-4F8D-8D11-00CA108039E5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CC33D17-86EB-4EC3-93C1-D0AA042FDFFF}">
      <dgm:prSet/>
      <dgm:spPr/>
      <dgm:t>
        <a:bodyPr/>
        <a:lstStyle/>
        <a:p>
          <a:r>
            <a:rPr lang="fr-FR"/>
            <a:t>Data représentation</a:t>
          </a:r>
          <a:endParaRPr lang="en-US"/>
        </a:p>
      </dgm:t>
    </dgm:pt>
    <dgm:pt modelId="{A910E5E0-CD8B-4827-9145-31C487EB93ED}" type="parTrans" cxnId="{4E00CC07-D55D-4D8F-8365-BD49793A4001}">
      <dgm:prSet/>
      <dgm:spPr/>
      <dgm:t>
        <a:bodyPr/>
        <a:lstStyle/>
        <a:p>
          <a:endParaRPr lang="en-US"/>
        </a:p>
      </dgm:t>
    </dgm:pt>
    <dgm:pt modelId="{6A537D4D-D99E-4DF8-8FE8-28795F802728}" type="sibTrans" cxnId="{4E00CC07-D55D-4D8F-8365-BD49793A4001}">
      <dgm:prSet/>
      <dgm:spPr/>
      <dgm:t>
        <a:bodyPr/>
        <a:lstStyle/>
        <a:p>
          <a:endParaRPr lang="en-US"/>
        </a:p>
      </dgm:t>
    </dgm:pt>
    <dgm:pt modelId="{C8358AFC-3E02-4C33-A361-AC9F554C40D2}">
      <dgm:prSet/>
      <dgm:spPr/>
      <dgm:t>
        <a:bodyPr/>
        <a:lstStyle/>
        <a:p>
          <a:r>
            <a:rPr lang="fr-FR"/>
            <a:t>Data translation</a:t>
          </a:r>
          <a:endParaRPr lang="en-US"/>
        </a:p>
      </dgm:t>
    </dgm:pt>
    <dgm:pt modelId="{F23B8FC8-2B48-46C6-AC47-DE503E8D9F98}" type="parTrans" cxnId="{924C9F50-B48D-4C98-B48C-4B164A68568B}">
      <dgm:prSet/>
      <dgm:spPr/>
      <dgm:t>
        <a:bodyPr/>
        <a:lstStyle/>
        <a:p>
          <a:endParaRPr lang="en-US"/>
        </a:p>
      </dgm:t>
    </dgm:pt>
    <dgm:pt modelId="{D269BFDB-D7C1-4F3A-A74B-89CDE354786C}" type="sibTrans" cxnId="{924C9F50-B48D-4C98-B48C-4B164A68568B}">
      <dgm:prSet/>
      <dgm:spPr/>
      <dgm:t>
        <a:bodyPr/>
        <a:lstStyle/>
        <a:p>
          <a:endParaRPr lang="en-US"/>
        </a:p>
      </dgm:t>
    </dgm:pt>
    <dgm:pt modelId="{1A798C19-9E88-47C9-8665-74333A327F61}">
      <dgm:prSet/>
      <dgm:spPr/>
      <dgm:t>
        <a:bodyPr/>
        <a:lstStyle/>
        <a:p>
          <a:r>
            <a:rPr lang="fr-FR" dirty="0"/>
            <a:t>Data </a:t>
          </a:r>
          <a:r>
            <a:rPr lang="fr-FR" dirty="0" err="1"/>
            <a:t>Alignment</a:t>
          </a:r>
          <a:endParaRPr lang="en-US" dirty="0"/>
        </a:p>
      </dgm:t>
    </dgm:pt>
    <dgm:pt modelId="{B4AC42FC-7065-4EBD-94F6-73BD5F903F90}" type="parTrans" cxnId="{69F9CB29-D138-45C0-B2D4-A97E22CCC6A6}">
      <dgm:prSet/>
      <dgm:spPr/>
      <dgm:t>
        <a:bodyPr/>
        <a:lstStyle/>
        <a:p>
          <a:endParaRPr lang="en-US"/>
        </a:p>
      </dgm:t>
    </dgm:pt>
    <dgm:pt modelId="{17A99CA1-4AFE-4886-873E-4B7042128C5F}" type="sibTrans" cxnId="{69F9CB29-D138-45C0-B2D4-A97E22CCC6A6}">
      <dgm:prSet/>
      <dgm:spPr/>
      <dgm:t>
        <a:bodyPr/>
        <a:lstStyle/>
        <a:p>
          <a:endParaRPr lang="en-US"/>
        </a:p>
      </dgm:t>
    </dgm:pt>
    <dgm:pt modelId="{33526A63-4989-42CF-B779-D00B71A7EF59}" type="pres">
      <dgm:prSet presAssocID="{E3F4AE40-3F90-4F8D-8D11-00CA108039E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F8153BD-25FD-471B-8267-1BE5ADDF187A}" type="pres">
      <dgm:prSet presAssocID="{1CC33D17-86EB-4EC3-93C1-D0AA042FDFFF}" presName="hierRoot1" presStyleCnt="0"/>
      <dgm:spPr/>
    </dgm:pt>
    <dgm:pt modelId="{3AB75ADC-51B3-4351-B3D4-68AB2EE58288}" type="pres">
      <dgm:prSet presAssocID="{1CC33D17-86EB-4EC3-93C1-D0AA042FDFFF}" presName="composite" presStyleCnt="0"/>
      <dgm:spPr/>
    </dgm:pt>
    <dgm:pt modelId="{FAFC9E05-6EA5-460D-AC12-599AC99C6018}" type="pres">
      <dgm:prSet presAssocID="{1CC33D17-86EB-4EC3-93C1-D0AA042FDFFF}" presName="background" presStyleLbl="node0" presStyleIdx="0" presStyleCnt="3"/>
      <dgm:spPr/>
    </dgm:pt>
    <dgm:pt modelId="{E75C9F96-14F9-4935-A54F-70E53C7DF36C}" type="pres">
      <dgm:prSet presAssocID="{1CC33D17-86EB-4EC3-93C1-D0AA042FDFFF}" presName="text" presStyleLbl="fgAcc0" presStyleIdx="0" presStyleCnt="3">
        <dgm:presLayoutVars>
          <dgm:chPref val="3"/>
        </dgm:presLayoutVars>
      </dgm:prSet>
      <dgm:spPr/>
    </dgm:pt>
    <dgm:pt modelId="{D426E975-9151-45E1-9683-4FB786883C02}" type="pres">
      <dgm:prSet presAssocID="{1CC33D17-86EB-4EC3-93C1-D0AA042FDFFF}" presName="hierChild2" presStyleCnt="0"/>
      <dgm:spPr/>
    </dgm:pt>
    <dgm:pt modelId="{5408F4CC-5166-4D59-A996-D477A69829D6}" type="pres">
      <dgm:prSet presAssocID="{C8358AFC-3E02-4C33-A361-AC9F554C40D2}" presName="hierRoot1" presStyleCnt="0"/>
      <dgm:spPr/>
    </dgm:pt>
    <dgm:pt modelId="{FD6447F1-BBA9-4944-8B04-7E08CDB4C2FA}" type="pres">
      <dgm:prSet presAssocID="{C8358AFC-3E02-4C33-A361-AC9F554C40D2}" presName="composite" presStyleCnt="0"/>
      <dgm:spPr/>
    </dgm:pt>
    <dgm:pt modelId="{ED2A4AAE-5A1C-462D-8878-09B11FC049CE}" type="pres">
      <dgm:prSet presAssocID="{C8358AFC-3E02-4C33-A361-AC9F554C40D2}" presName="background" presStyleLbl="node0" presStyleIdx="1" presStyleCnt="3"/>
      <dgm:spPr/>
    </dgm:pt>
    <dgm:pt modelId="{50A09759-FE6E-4769-AC9B-D52EFFBAF83C}" type="pres">
      <dgm:prSet presAssocID="{C8358AFC-3E02-4C33-A361-AC9F554C40D2}" presName="text" presStyleLbl="fgAcc0" presStyleIdx="1" presStyleCnt="3">
        <dgm:presLayoutVars>
          <dgm:chPref val="3"/>
        </dgm:presLayoutVars>
      </dgm:prSet>
      <dgm:spPr/>
    </dgm:pt>
    <dgm:pt modelId="{55380F03-8ACF-4F8A-A341-2E90E3022ABE}" type="pres">
      <dgm:prSet presAssocID="{C8358AFC-3E02-4C33-A361-AC9F554C40D2}" presName="hierChild2" presStyleCnt="0"/>
      <dgm:spPr/>
    </dgm:pt>
    <dgm:pt modelId="{BE9B4DC0-6C20-44A8-9C53-A2C72093C211}" type="pres">
      <dgm:prSet presAssocID="{1A798C19-9E88-47C9-8665-74333A327F61}" presName="hierRoot1" presStyleCnt="0"/>
      <dgm:spPr/>
    </dgm:pt>
    <dgm:pt modelId="{CDDAC1A1-4410-4B5A-BD8E-F02361A4C75D}" type="pres">
      <dgm:prSet presAssocID="{1A798C19-9E88-47C9-8665-74333A327F61}" presName="composite" presStyleCnt="0"/>
      <dgm:spPr/>
    </dgm:pt>
    <dgm:pt modelId="{3F40AA91-2C8C-45CE-A85F-BAC8DB16CC4D}" type="pres">
      <dgm:prSet presAssocID="{1A798C19-9E88-47C9-8665-74333A327F61}" presName="background" presStyleLbl="node0" presStyleIdx="2" presStyleCnt="3"/>
      <dgm:spPr/>
    </dgm:pt>
    <dgm:pt modelId="{A078F5CD-AED8-4A06-AB3D-A9B3055275D2}" type="pres">
      <dgm:prSet presAssocID="{1A798C19-9E88-47C9-8665-74333A327F61}" presName="text" presStyleLbl="fgAcc0" presStyleIdx="2" presStyleCnt="3">
        <dgm:presLayoutVars>
          <dgm:chPref val="3"/>
        </dgm:presLayoutVars>
      </dgm:prSet>
      <dgm:spPr/>
    </dgm:pt>
    <dgm:pt modelId="{1BACDE39-0585-4DE1-8CBC-527D4FCB3D17}" type="pres">
      <dgm:prSet presAssocID="{1A798C19-9E88-47C9-8665-74333A327F61}" presName="hierChild2" presStyleCnt="0"/>
      <dgm:spPr/>
    </dgm:pt>
  </dgm:ptLst>
  <dgm:cxnLst>
    <dgm:cxn modelId="{4E00CC07-D55D-4D8F-8365-BD49793A4001}" srcId="{E3F4AE40-3F90-4F8D-8D11-00CA108039E5}" destId="{1CC33D17-86EB-4EC3-93C1-D0AA042FDFFF}" srcOrd="0" destOrd="0" parTransId="{A910E5E0-CD8B-4827-9145-31C487EB93ED}" sibTransId="{6A537D4D-D99E-4DF8-8FE8-28795F802728}"/>
    <dgm:cxn modelId="{69F9CB29-D138-45C0-B2D4-A97E22CCC6A6}" srcId="{E3F4AE40-3F90-4F8D-8D11-00CA108039E5}" destId="{1A798C19-9E88-47C9-8665-74333A327F61}" srcOrd="2" destOrd="0" parTransId="{B4AC42FC-7065-4EBD-94F6-73BD5F903F90}" sibTransId="{17A99CA1-4AFE-4886-873E-4B7042128C5F}"/>
    <dgm:cxn modelId="{4A20762A-C797-41CA-A0C9-4F4B6FF18915}" type="presOf" srcId="{1A798C19-9E88-47C9-8665-74333A327F61}" destId="{A078F5CD-AED8-4A06-AB3D-A9B3055275D2}" srcOrd="0" destOrd="0" presId="urn:microsoft.com/office/officeart/2005/8/layout/hierarchy1"/>
    <dgm:cxn modelId="{FD201C2F-E9A6-4C9C-A96A-D76D5AA42E1F}" type="presOf" srcId="{E3F4AE40-3F90-4F8D-8D11-00CA108039E5}" destId="{33526A63-4989-42CF-B779-D00B71A7EF59}" srcOrd="0" destOrd="0" presId="urn:microsoft.com/office/officeart/2005/8/layout/hierarchy1"/>
    <dgm:cxn modelId="{23549C3A-038D-41A4-9DFD-E8AC7A8D154C}" type="presOf" srcId="{1CC33D17-86EB-4EC3-93C1-D0AA042FDFFF}" destId="{E75C9F96-14F9-4935-A54F-70E53C7DF36C}" srcOrd="0" destOrd="0" presId="urn:microsoft.com/office/officeart/2005/8/layout/hierarchy1"/>
    <dgm:cxn modelId="{924C9F50-B48D-4C98-B48C-4B164A68568B}" srcId="{E3F4AE40-3F90-4F8D-8D11-00CA108039E5}" destId="{C8358AFC-3E02-4C33-A361-AC9F554C40D2}" srcOrd="1" destOrd="0" parTransId="{F23B8FC8-2B48-46C6-AC47-DE503E8D9F98}" sibTransId="{D269BFDB-D7C1-4F3A-A74B-89CDE354786C}"/>
    <dgm:cxn modelId="{DA52DBD6-A251-4FDE-8C21-5424BFFE25BE}" type="presOf" srcId="{C8358AFC-3E02-4C33-A361-AC9F554C40D2}" destId="{50A09759-FE6E-4769-AC9B-D52EFFBAF83C}" srcOrd="0" destOrd="0" presId="urn:microsoft.com/office/officeart/2005/8/layout/hierarchy1"/>
    <dgm:cxn modelId="{D9F8E4D5-04C4-4C64-83D4-C37BA24021A6}" type="presParOf" srcId="{33526A63-4989-42CF-B779-D00B71A7EF59}" destId="{3F8153BD-25FD-471B-8267-1BE5ADDF187A}" srcOrd="0" destOrd="0" presId="urn:microsoft.com/office/officeart/2005/8/layout/hierarchy1"/>
    <dgm:cxn modelId="{A36C0123-D153-4344-9288-89984B539794}" type="presParOf" srcId="{3F8153BD-25FD-471B-8267-1BE5ADDF187A}" destId="{3AB75ADC-51B3-4351-B3D4-68AB2EE58288}" srcOrd="0" destOrd="0" presId="urn:microsoft.com/office/officeart/2005/8/layout/hierarchy1"/>
    <dgm:cxn modelId="{4AD5BE13-6A85-4231-9249-0BB287D3D140}" type="presParOf" srcId="{3AB75ADC-51B3-4351-B3D4-68AB2EE58288}" destId="{FAFC9E05-6EA5-460D-AC12-599AC99C6018}" srcOrd="0" destOrd="0" presId="urn:microsoft.com/office/officeart/2005/8/layout/hierarchy1"/>
    <dgm:cxn modelId="{A4147A99-3760-4744-B887-88ADF66DDDE4}" type="presParOf" srcId="{3AB75ADC-51B3-4351-B3D4-68AB2EE58288}" destId="{E75C9F96-14F9-4935-A54F-70E53C7DF36C}" srcOrd="1" destOrd="0" presId="urn:microsoft.com/office/officeart/2005/8/layout/hierarchy1"/>
    <dgm:cxn modelId="{061E0C0D-1F9F-4CDD-8611-B5C23CFD4C47}" type="presParOf" srcId="{3F8153BD-25FD-471B-8267-1BE5ADDF187A}" destId="{D426E975-9151-45E1-9683-4FB786883C02}" srcOrd="1" destOrd="0" presId="urn:microsoft.com/office/officeart/2005/8/layout/hierarchy1"/>
    <dgm:cxn modelId="{2563AEF3-3746-4F57-AFF1-8444B39D5880}" type="presParOf" srcId="{33526A63-4989-42CF-B779-D00B71A7EF59}" destId="{5408F4CC-5166-4D59-A996-D477A69829D6}" srcOrd="1" destOrd="0" presId="urn:microsoft.com/office/officeart/2005/8/layout/hierarchy1"/>
    <dgm:cxn modelId="{43C72610-E498-4001-B816-3846C6ED0BA2}" type="presParOf" srcId="{5408F4CC-5166-4D59-A996-D477A69829D6}" destId="{FD6447F1-BBA9-4944-8B04-7E08CDB4C2FA}" srcOrd="0" destOrd="0" presId="urn:microsoft.com/office/officeart/2005/8/layout/hierarchy1"/>
    <dgm:cxn modelId="{41DD93BE-F1E9-4512-83DD-B7735F52DA52}" type="presParOf" srcId="{FD6447F1-BBA9-4944-8B04-7E08CDB4C2FA}" destId="{ED2A4AAE-5A1C-462D-8878-09B11FC049CE}" srcOrd="0" destOrd="0" presId="urn:microsoft.com/office/officeart/2005/8/layout/hierarchy1"/>
    <dgm:cxn modelId="{667E2FA1-C933-498D-AAB0-23F9A301F228}" type="presParOf" srcId="{FD6447F1-BBA9-4944-8B04-7E08CDB4C2FA}" destId="{50A09759-FE6E-4769-AC9B-D52EFFBAF83C}" srcOrd="1" destOrd="0" presId="urn:microsoft.com/office/officeart/2005/8/layout/hierarchy1"/>
    <dgm:cxn modelId="{0A80EE8A-C47A-4149-8606-8A35F9D4AED9}" type="presParOf" srcId="{5408F4CC-5166-4D59-A996-D477A69829D6}" destId="{55380F03-8ACF-4F8A-A341-2E90E3022ABE}" srcOrd="1" destOrd="0" presId="urn:microsoft.com/office/officeart/2005/8/layout/hierarchy1"/>
    <dgm:cxn modelId="{ED2B9B44-03C1-4CCB-BE4D-175552EC8CC6}" type="presParOf" srcId="{33526A63-4989-42CF-B779-D00B71A7EF59}" destId="{BE9B4DC0-6C20-44A8-9C53-A2C72093C211}" srcOrd="2" destOrd="0" presId="urn:microsoft.com/office/officeart/2005/8/layout/hierarchy1"/>
    <dgm:cxn modelId="{C0919EE8-B513-47D5-9666-0EDAEF91FCB6}" type="presParOf" srcId="{BE9B4DC0-6C20-44A8-9C53-A2C72093C211}" destId="{CDDAC1A1-4410-4B5A-BD8E-F02361A4C75D}" srcOrd="0" destOrd="0" presId="urn:microsoft.com/office/officeart/2005/8/layout/hierarchy1"/>
    <dgm:cxn modelId="{C8302FA4-7800-4B3B-A4F0-CDF4D62E008C}" type="presParOf" srcId="{CDDAC1A1-4410-4B5A-BD8E-F02361A4C75D}" destId="{3F40AA91-2C8C-45CE-A85F-BAC8DB16CC4D}" srcOrd="0" destOrd="0" presId="urn:microsoft.com/office/officeart/2005/8/layout/hierarchy1"/>
    <dgm:cxn modelId="{DD3AAC8F-FB7B-41D5-AB61-8F75B7168FC9}" type="presParOf" srcId="{CDDAC1A1-4410-4B5A-BD8E-F02361A4C75D}" destId="{A078F5CD-AED8-4A06-AB3D-A9B3055275D2}" srcOrd="1" destOrd="0" presId="urn:microsoft.com/office/officeart/2005/8/layout/hierarchy1"/>
    <dgm:cxn modelId="{937104C1-77AF-467E-B2AB-A6BFC1CF3FCC}" type="presParOf" srcId="{BE9B4DC0-6C20-44A8-9C53-A2C72093C211}" destId="{1BACDE39-0585-4DE1-8CBC-527D4FCB3D1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5E1CAEA-2DAB-442D-9186-2C160A118086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5F4DDF3-91B9-40BD-9856-79E4BA573E5A}">
      <dgm:prSet/>
      <dgm:spPr/>
      <dgm:t>
        <a:bodyPr/>
        <a:lstStyle/>
        <a:p>
          <a:r>
            <a:rPr lang="fr-FR"/>
            <a:t>Reseau de neuonnes</a:t>
          </a:r>
          <a:endParaRPr lang="en-US"/>
        </a:p>
      </dgm:t>
    </dgm:pt>
    <dgm:pt modelId="{1417D67E-4E5C-4A4C-A885-A930BBC732A8}" type="parTrans" cxnId="{15E09ED7-8879-4F0D-A55E-D646EEA35198}">
      <dgm:prSet/>
      <dgm:spPr/>
      <dgm:t>
        <a:bodyPr/>
        <a:lstStyle/>
        <a:p>
          <a:endParaRPr lang="en-US"/>
        </a:p>
      </dgm:t>
    </dgm:pt>
    <dgm:pt modelId="{A049837E-AC39-4BF9-B1FF-8366D293733F}" type="sibTrans" cxnId="{15E09ED7-8879-4F0D-A55E-D646EEA35198}">
      <dgm:prSet/>
      <dgm:spPr/>
      <dgm:t>
        <a:bodyPr/>
        <a:lstStyle/>
        <a:p>
          <a:endParaRPr lang="en-US"/>
        </a:p>
      </dgm:t>
    </dgm:pt>
    <dgm:pt modelId="{1A7324A2-10D3-4B81-8CA3-46B24C56A3AB}">
      <dgm:prSet/>
      <dgm:spPr/>
      <dgm:t>
        <a:bodyPr/>
        <a:lstStyle/>
        <a:p>
          <a:r>
            <a:rPr lang="fr-FR"/>
            <a:t>Modéles Graphiques</a:t>
          </a:r>
          <a:endParaRPr lang="en-US"/>
        </a:p>
      </dgm:t>
    </dgm:pt>
    <dgm:pt modelId="{4451BF64-B8B9-4C1F-A989-F2632D86127E}" type="parTrans" cxnId="{D8F907F6-160A-4101-9D5D-F31BC24D18EB}">
      <dgm:prSet/>
      <dgm:spPr/>
      <dgm:t>
        <a:bodyPr/>
        <a:lstStyle/>
        <a:p>
          <a:endParaRPr lang="en-US"/>
        </a:p>
      </dgm:t>
    </dgm:pt>
    <dgm:pt modelId="{F30B0E44-27AB-4CD1-8310-C4F48278543F}" type="sibTrans" cxnId="{D8F907F6-160A-4101-9D5D-F31BC24D18EB}">
      <dgm:prSet/>
      <dgm:spPr/>
      <dgm:t>
        <a:bodyPr/>
        <a:lstStyle/>
        <a:p>
          <a:endParaRPr lang="en-US"/>
        </a:p>
      </dgm:t>
    </dgm:pt>
    <dgm:pt modelId="{8FCFB3C6-9453-433F-B579-64DD0E96DBD7}">
      <dgm:prSet/>
      <dgm:spPr/>
      <dgm:t>
        <a:bodyPr/>
        <a:lstStyle/>
        <a:p>
          <a:r>
            <a:rPr lang="fr-FR"/>
            <a:t>GAN’s</a:t>
          </a:r>
          <a:endParaRPr lang="en-US"/>
        </a:p>
      </dgm:t>
    </dgm:pt>
    <dgm:pt modelId="{5A8430E0-9ECC-46AA-84CD-EEC1433235F4}" type="parTrans" cxnId="{075162EF-9045-4665-8871-76A38965E531}">
      <dgm:prSet/>
      <dgm:spPr/>
      <dgm:t>
        <a:bodyPr/>
        <a:lstStyle/>
        <a:p>
          <a:endParaRPr lang="en-US"/>
        </a:p>
      </dgm:t>
    </dgm:pt>
    <dgm:pt modelId="{66689863-DE67-47E7-B0EC-B1596ACECD59}" type="sibTrans" cxnId="{075162EF-9045-4665-8871-76A38965E531}">
      <dgm:prSet/>
      <dgm:spPr/>
      <dgm:t>
        <a:bodyPr/>
        <a:lstStyle/>
        <a:p>
          <a:endParaRPr lang="en-US"/>
        </a:p>
      </dgm:t>
    </dgm:pt>
    <dgm:pt modelId="{EA95ECBB-D3D3-41ED-8A19-D85502BD42BA}" type="pres">
      <dgm:prSet presAssocID="{B5E1CAEA-2DAB-442D-9186-2C160A118086}" presName="linear" presStyleCnt="0">
        <dgm:presLayoutVars>
          <dgm:dir/>
          <dgm:animLvl val="lvl"/>
          <dgm:resizeHandles val="exact"/>
        </dgm:presLayoutVars>
      </dgm:prSet>
      <dgm:spPr/>
    </dgm:pt>
    <dgm:pt modelId="{127A2D4A-6804-4B63-93DD-4EA61EB375E8}" type="pres">
      <dgm:prSet presAssocID="{25F4DDF3-91B9-40BD-9856-79E4BA573E5A}" presName="parentLin" presStyleCnt="0"/>
      <dgm:spPr/>
    </dgm:pt>
    <dgm:pt modelId="{D5BD31A1-F5F2-43C2-AC4E-57C4E42D522C}" type="pres">
      <dgm:prSet presAssocID="{25F4DDF3-91B9-40BD-9856-79E4BA573E5A}" presName="parentLeftMargin" presStyleLbl="node1" presStyleIdx="0" presStyleCnt="3"/>
      <dgm:spPr/>
    </dgm:pt>
    <dgm:pt modelId="{0CDAD169-5892-404E-94A9-ED9FC6863D6A}" type="pres">
      <dgm:prSet presAssocID="{25F4DDF3-91B9-40BD-9856-79E4BA573E5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726A286-B0DB-4604-947F-68BB97D771A2}" type="pres">
      <dgm:prSet presAssocID="{25F4DDF3-91B9-40BD-9856-79E4BA573E5A}" presName="negativeSpace" presStyleCnt="0"/>
      <dgm:spPr/>
    </dgm:pt>
    <dgm:pt modelId="{8F4A73A1-E18C-4501-9ED2-F6E9DDB57778}" type="pres">
      <dgm:prSet presAssocID="{25F4DDF3-91B9-40BD-9856-79E4BA573E5A}" presName="childText" presStyleLbl="conFgAcc1" presStyleIdx="0" presStyleCnt="3">
        <dgm:presLayoutVars>
          <dgm:bulletEnabled val="1"/>
        </dgm:presLayoutVars>
      </dgm:prSet>
      <dgm:spPr/>
    </dgm:pt>
    <dgm:pt modelId="{BAA3BA96-22B4-43E3-A820-7CC943EFE6F5}" type="pres">
      <dgm:prSet presAssocID="{A049837E-AC39-4BF9-B1FF-8366D293733F}" presName="spaceBetweenRectangles" presStyleCnt="0"/>
      <dgm:spPr/>
    </dgm:pt>
    <dgm:pt modelId="{E27AACFF-9F61-49D8-89A6-D08E2C139DE4}" type="pres">
      <dgm:prSet presAssocID="{1A7324A2-10D3-4B81-8CA3-46B24C56A3AB}" presName="parentLin" presStyleCnt="0"/>
      <dgm:spPr/>
    </dgm:pt>
    <dgm:pt modelId="{CF97EFE1-C6FE-4E31-B251-DB03C1904749}" type="pres">
      <dgm:prSet presAssocID="{1A7324A2-10D3-4B81-8CA3-46B24C56A3AB}" presName="parentLeftMargin" presStyleLbl="node1" presStyleIdx="0" presStyleCnt="3"/>
      <dgm:spPr/>
    </dgm:pt>
    <dgm:pt modelId="{88EA6E2C-1B93-4AAC-B652-5BB847209A04}" type="pres">
      <dgm:prSet presAssocID="{1A7324A2-10D3-4B81-8CA3-46B24C56A3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F68629-9955-497F-82B4-38430A3DAC29}" type="pres">
      <dgm:prSet presAssocID="{1A7324A2-10D3-4B81-8CA3-46B24C56A3AB}" presName="negativeSpace" presStyleCnt="0"/>
      <dgm:spPr/>
    </dgm:pt>
    <dgm:pt modelId="{4BA86D57-B2CD-4B01-96AE-A6759107930A}" type="pres">
      <dgm:prSet presAssocID="{1A7324A2-10D3-4B81-8CA3-46B24C56A3AB}" presName="childText" presStyleLbl="conFgAcc1" presStyleIdx="1" presStyleCnt="3">
        <dgm:presLayoutVars>
          <dgm:bulletEnabled val="1"/>
        </dgm:presLayoutVars>
      </dgm:prSet>
      <dgm:spPr/>
    </dgm:pt>
    <dgm:pt modelId="{AFEF0DE0-967B-4FB1-9BD2-E9532D5D75F1}" type="pres">
      <dgm:prSet presAssocID="{F30B0E44-27AB-4CD1-8310-C4F48278543F}" presName="spaceBetweenRectangles" presStyleCnt="0"/>
      <dgm:spPr/>
    </dgm:pt>
    <dgm:pt modelId="{D8489B99-1819-48FC-9644-F6CCB9075E20}" type="pres">
      <dgm:prSet presAssocID="{8FCFB3C6-9453-433F-B579-64DD0E96DBD7}" presName="parentLin" presStyleCnt="0"/>
      <dgm:spPr/>
    </dgm:pt>
    <dgm:pt modelId="{7F57D8D1-2315-45BB-B3B5-2B10B3A2D2A0}" type="pres">
      <dgm:prSet presAssocID="{8FCFB3C6-9453-433F-B579-64DD0E96DBD7}" presName="parentLeftMargin" presStyleLbl="node1" presStyleIdx="1" presStyleCnt="3"/>
      <dgm:spPr/>
    </dgm:pt>
    <dgm:pt modelId="{79459235-F900-4B23-9ADE-41BAA889C75E}" type="pres">
      <dgm:prSet presAssocID="{8FCFB3C6-9453-433F-B579-64DD0E96DBD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4F99022-C7EC-4C83-B9EF-B958D2C5AD21}" type="pres">
      <dgm:prSet presAssocID="{8FCFB3C6-9453-433F-B579-64DD0E96DBD7}" presName="negativeSpace" presStyleCnt="0"/>
      <dgm:spPr/>
    </dgm:pt>
    <dgm:pt modelId="{5438BC3F-EDE1-435B-B74A-523FE71B6D62}" type="pres">
      <dgm:prSet presAssocID="{8FCFB3C6-9453-433F-B579-64DD0E96DBD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1AEF513-8256-4DD7-89B3-0923BC6BE6EC}" type="presOf" srcId="{1A7324A2-10D3-4B81-8CA3-46B24C56A3AB}" destId="{88EA6E2C-1B93-4AAC-B652-5BB847209A04}" srcOrd="1" destOrd="0" presId="urn:microsoft.com/office/officeart/2005/8/layout/list1"/>
    <dgm:cxn modelId="{C3AA2E24-782D-4049-B34E-A1D342E5CFA9}" type="presOf" srcId="{25F4DDF3-91B9-40BD-9856-79E4BA573E5A}" destId="{0CDAD169-5892-404E-94A9-ED9FC6863D6A}" srcOrd="1" destOrd="0" presId="urn:microsoft.com/office/officeart/2005/8/layout/list1"/>
    <dgm:cxn modelId="{DBB58660-29CB-45AD-8873-02BFE491480A}" type="presOf" srcId="{B5E1CAEA-2DAB-442D-9186-2C160A118086}" destId="{EA95ECBB-D3D3-41ED-8A19-D85502BD42BA}" srcOrd="0" destOrd="0" presId="urn:microsoft.com/office/officeart/2005/8/layout/list1"/>
    <dgm:cxn modelId="{33FF51AF-D564-4F12-B9F9-0F546E3F29E2}" type="presOf" srcId="{8FCFB3C6-9453-433F-B579-64DD0E96DBD7}" destId="{7F57D8D1-2315-45BB-B3B5-2B10B3A2D2A0}" srcOrd="0" destOrd="0" presId="urn:microsoft.com/office/officeart/2005/8/layout/list1"/>
    <dgm:cxn modelId="{CEB4BEBA-5553-43E5-9DC7-79D65D69E244}" type="presOf" srcId="{8FCFB3C6-9453-433F-B579-64DD0E96DBD7}" destId="{79459235-F900-4B23-9ADE-41BAA889C75E}" srcOrd="1" destOrd="0" presId="urn:microsoft.com/office/officeart/2005/8/layout/list1"/>
    <dgm:cxn modelId="{15E09ED7-8879-4F0D-A55E-D646EEA35198}" srcId="{B5E1CAEA-2DAB-442D-9186-2C160A118086}" destId="{25F4DDF3-91B9-40BD-9856-79E4BA573E5A}" srcOrd="0" destOrd="0" parTransId="{1417D67E-4E5C-4A4C-A885-A930BBC732A8}" sibTransId="{A049837E-AC39-4BF9-B1FF-8366D293733F}"/>
    <dgm:cxn modelId="{EC0F49E2-FEA5-4D57-A0F4-39D8F0463850}" type="presOf" srcId="{25F4DDF3-91B9-40BD-9856-79E4BA573E5A}" destId="{D5BD31A1-F5F2-43C2-AC4E-57C4E42D522C}" srcOrd="0" destOrd="0" presId="urn:microsoft.com/office/officeart/2005/8/layout/list1"/>
    <dgm:cxn modelId="{075162EF-9045-4665-8871-76A38965E531}" srcId="{B5E1CAEA-2DAB-442D-9186-2C160A118086}" destId="{8FCFB3C6-9453-433F-B579-64DD0E96DBD7}" srcOrd="2" destOrd="0" parTransId="{5A8430E0-9ECC-46AA-84CD-EEC1433235F4}" sibTransId="{66689863-DE67-47E7-B0EC-B1596ACECD59}"/>
    <dgm:cxn modelId="{CFB9DEF0-86A5-4749-8F1D-25ABA5EB65F9}" type="presOf" srcId="{1A7324A2-10D3-4B81-8CA3-46B24C56A3AB}" destId="{CF97EFE1-C6FE-4E31-B251-DB03C1904749}" srcOrd="0" destOrd="0" presId="urn:microsoft.com/office/officeart/2005/8/layout/list1"/>
    <dgm:cxn modelId="{D8F907F6-160A-4101-9D5D-F31BC24D18EB}" srcId="{B5E1CAEA-2DAB-442D-9186-2C160A118086}" destId="{1A7324A2-10D3-4B81-8CA3-46B24C56A3AB}" srcOrd="1" destOrd="0" parTransId="{4451BF64-B8B9-4C1F-A989-F2632D86127E}" sibTransId="{F30B0E44-27AB-4CD1-8310-C4F48278543F}"/>
    <dgm:cxn modelId="{4CB1CFDE-F714-4D4A-952B-6C390746F76D}" type="presParOf" srcId="{EA95ECBB-D3D3-41ED-8A19-D85502BD42BA}" destId="{127A2D4A-6804-4B63-93DD-4EA61EB375E8}" srcOrd="0" destOrd="0" presId="urn:microsoft.com/office/officeart/2005/8/layout/list1"/>
    <dgm:cxn modelId="{B744FA3F-F04B-4226-AAD5-5FFDBF7528A0}" type="presParOf" srcId="{127A2D4A-6804-4B63-93DD-4EA61EB375E8}" destId="{D5BD31A1-F5F2-43C2-AC4E-57C4E42D522C}" srcOrd="0" destOrd="0" presId="urn:microsoft.com/office/officeart/2005/8/layout/list1"/>
    <dgm:cxn modelId="{21F8509E-2B97-452C-AAB9-DA663AC7E5BF}" type="presParOf" srcId="{127A2D4A-6804-4B63-93DD-4EA61EB375E8}" destId="{0CDAD169-5892-404E-94A9-ED9FC6863D6A}" srcOrd="1" destOrd="0" presId="urn:microsoft.com/office/officeart/2005/8/layout/list1"/>
    <dgm:cxn modelId="{2F48B205-D070-4BFD-A2D1-FD13837B1FC7}" type="presParOf" srcId="{EA95ECBB-D3D3-41ED-8A19-D85502BD42BA}" destId="{B726A286-B0DB-4604-947F-68BB97D771A2}" srcOrd="1" destOrd="0" presId="urn:microsoft.com/office/officeart/2005/8/layout/list1"/>
    <dgm:cxn modelId="{AAA1F22B-D9DF-4F34-8B24-21B48055B752}" type="presParOf" srcId="{EA95ECBB-D3D3-41ED-8A19-D85502BD42BA}" destId="{8F4A73A1-E18C-4501-9ED2-F6E9DDB57778}" srcOrd="2" destOrd="0" presId="urn:microsoft.com/office/officeart/2005/8/layout/list1"/>
    <dgm:cxn modelId="{5C5926F9-52ED-403C-9C28-D5A7B9FC0798}" type="presParOf" srcId="{EA95ECBB-D3D3-41ED-8A19-D85502BD42BA}" destId="{BAA3BA96-22B4-43E3-A820-7CC943EFE6F5}" srcOrd="3" destOrd="0" presId="urn:microsoft.com/office/officeart/2005/8/layout/list1"/>
    <dgm:cxn modelId="{7F700814-3B6B-4641-9078-FD522CD3D514}" type="presParOf" srcId="{EA95ECBB-D3D3-41ED-8A19-D85502BD42BA}" destId="{E27AACFF-9F61-49D8-89A6-D08E2C139DE4}" srcOrd="4" destOrd="0" presId="urn:microsoft.com/office/officeart/2005/8/layout/list1"/>
    <dgm:cxn modelId="{E9B85A60-D8E5-4738-8EDC-985E0B8D4803}" type="presParOf" srcId="{E27AACFF-9F61-49D8-89A6-D08E2C139DE4}" destId="{CF97EFE1-C6FE-4E31-B251-DB03C1904749}" srcOrd="0" destOrd="0" presId="urn:microsoft.com/office/officeart/2005/8/layout/list1"/>
    <dgm:cxn modelId="{CAF3BD69-89DB-47CF-80DF-FD0482ABA528}" type="presParOf" srcId="{E27AACFF-9F61-49D8-89A6-D08E2C139DE4}" destId="{88EA6E2C-1B93-4AAC-B652-5BB847209A04}" srcOrd="1" destOrd="0" presId="urn:microsoft.com/office/officeart/2005/8/layout/list1"/>
    <dgm:cxn modelId="{AA92DAFC-4AA1-4817-9FE6-C332561079C3}" type="presParOf" srcId="{EA95ECBB-D3D3-41ED-8A19-D85502BD42BA}" destId="{AEF68629-9955-497F-82B4-38430A3DAC29}" srcOrd="5" destOrd="0" presId="urn:microsoft.com/office/officeart/2005/8/layout/list1"/>
    <dgm:cxn modelId="{21038E60-8EDF-4502-8617-677E08FC12A2}" type="presParOf" srcId="{EA95ECBB-D3D3-41ED-8A19-D85502BD42BA}" destId="{4BA86D57-B2CD-4B01-96AE-A6759107930A}" srcOrd="6" destOrd="0" presId="urn:microsoft.com/office/officeart/2005/8/layout/list1"/>
    <dgm:cxn modelId="{1A09597C-401B-4DCC-A21D-259D200B53DF}" type="presParOf" srcId="{EA95ECBB-D3D3-41ED-8A19-D85502BD42BA}" destId="{AFEF0DE0-967B-4FB1-9BD2-E9532D5D75F1}" srcOrd="7" destOrd="0" presId="urn:microsoft.com/office/officeart/2005/8/layout/list1"/>
    <dgm:cxn modelId="{D33E2645-8B36-411A-B204-9945FE7D5341}" type="presParOf" srcId="{EA95ECBB-D3D3-41ED-8A19-D85502BD42BA}" destId="{D8489B99-1819-48FC-9644-F6CCB9075E20}" srcOrd="8" destOrd="0" presId="urn:microsoft.com/office/officeart/2005/8/layout/list1"/>
    <dgm:cxn modelId="{5286A9EC-7D98-441A-97C4-B6854E10C0F9}" type="presParOf" srcId="{D8489B99-1819-48FC-9644-F6CCB9075E20}" destId="{7F57D8D1-2315-45BB-B3B5-2B10B3A2D2A0}" srcOrd="0" destOrd="0" presId="urn:microsoft.com/office/officeart/2005/8/layout/list1"/>
    <dgm:cxn modelId="{5DF8929C-BEFB-402B-8352-0FB0C9F51162}" type="presParOf" srcId="{D8489B99-1819-48FC-9644-F6CCB9075E20}" destId="{79459235-F900-4B23-9ADE-41BAA889C75E}" srcOrd="1" destOrd="0" presId="urn:microsoft.com/office/officeart/2005/8/layout/list1"/>
    <dgm:cxn modelId="{55744E6C-E411-42F7-BCF2-D5EE6057969A}" type="presParOf" srcId="{EA95ECBB-D3D3-41ED-8A19-D85502BD42BA}" destId="{44F99022-C7EC-4C83-B9EF-B958D2C5AD21}" srcOrd="9" destOrd="0" presId="urn:microsoft.com/office/officeart/2005/8/layout/list1"/>
    <dgm:cxn modelId="{C8CE8F9A-58A0-4C66-B14A-295D55948D16}" type="presParOf" srcId="{EA95ECBB-D3D3-41ED-8A19-D85502BD42BA}" destId="{5438BC3F-EDE1-435B-B74A-523FE71B6D6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ECE2B-2273-4143-8305-E4D351ED2994}">
      <dsp:nvSpPr>
        <dsp:cNvPr id="0" name=""/>
        <dsp:cNvSpPr/>
      </dsp:nvSpPr>
      <dsp:spPr>
        <a:xfrm>
          <a:off x="828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09DBD9-5D6D-4237-B6C8-B66DBCEBA4AF}">
      <dsp:nvSpPr>
        <dsp:cNvPr id="0" name=""/>
        <dsp:cNvSpPr/>
      </dsp:nvSpPr>
      <dsp:spPr>
        <a:xfrm>
          <a:off x="333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/>
            <a:t>Fusion</a:t>
          </a:r>
          <a:r>
            <a:rPr lang="fr-FR" sz="2000" kern="1200"/>
            <a:t> </a:t>
          </a:r>
          <a:endParaRPr lang="en-US" sz="2000" kern="1200"/>
        </a:p>
      </dsp:txBody>
      <dsp:txXfrm>
        <a:off x="333914" y="2024704"/>
        <a:ext cx="1800000" cy="720000"/>
      </dsp:txXfrm>
    </dsp:sp>
    <dsp:sp modelId="{EDD65A80-8423-4DF1-8E79-6EDF70057F8A}">
      <dsp:nvSpPr>
        <dsp:cNvPr id="0" name=""/>
        <dsp:cNvSpPr/>
      </dsp:nvSpPr>
      <dsp:spPr>
        <a:xfrm>
          <a:off x="2943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99234B-9CF4-4102-A132-90645053C218}">
      <dsp:nvSpPr>
        <dsp:cNvPr id="0" name=""/>
        <dsp:cNvSpPr/>
      </dsp:nvSpPr>
      <dsp:spPr>
        <a:xfrm>
          <a:off x="2448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/>
            <a:t>Représentation</a:t>
          </a:r>
          <a:r>
            <a:rPr lang="fr-FR" sz="2000" b="0" i="0" kern="1200" baseline="0"/>
            <a:t> </a:t>
          </a:r>
          <a:endParaRPr lang="en-US" sz="2000" kern="1200"/>
        </a:p>
      </dsp:txBody>
      <dsp:txXfrm>
        <a:off x="2448914" y="2024704"/>
        <a:ext cx="1800000" cy="720000"/>
      </dsp:txXfrm>
    </dsp:sp>
    <dsp:sp modelId="{3EF79444-47EA-47DA-AE09-DD57D8E9623F}">
      <dsp:nvSpPr>
        <dsp:cNvPr id="0" name=""/>
        <dsp:cNvSpPr/>
      </dsp:nvSpPr>
      <dsp:spPr>
        <a:xfrm>
          <a:off x="5058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143A5-8353-4652-BB68-409B3B0CE23D}">
      <dsp:nvSpPr>
        <dsp:cNvPr id="0" name=""/>
        <dsp:cNvSpPr/>
      </dsp:nvSpPr>
      <dsp:spPr>
        <a:xfrm>
          <a:off x="4563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/>
            <a:t>Traduction</a:t>
          </a:r>
          <a:r>
            <a:rPr lang="fr-FR" sz="2000" b="0" i="0" kern="1200" baseline="0"/>
            <a:t> </a:t>
          </a:r>
          <a:endParaRPr lang="en-US" sz="2000" kern="1200"/>
        </a:p>
      </dsp:txBody>
      <dsp:txXfrm>
        <a:off x="4563914" y="2024704"/>
        <a:ext cx="1800000" cy="720000"/>
      </dsp:txXfrm>
    </dsp:sp>
    <dsp:sp modelId="{7FA499EB-A690-47AE-877C-1F6C506686C9}">
      <dsp:nvSpPr>
        <dsp:cNvPr id="0" name=""/>
        <dsp:cNvSpPr/>
      </dsp:nvSpPr>
      <dsp:spPr>
        <a:xfrm>
          <a:off x="7173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E6B2CE-5C63-42C8-AB97-2BD91D6255CF}">
      <dsp:nvSpPr>
        <dsp:cNvPr id="0" name=""/>
        <dsp:cNvSpPr/>
      </dsp:nvSpPr>
      <dsp:spPr>
        <a:xfrm>
          <a:off x="6678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/>
            <a:t>Alignement</a:t>
          </a:r>
          <a:r>
            <a:rPr lang="fr-FR" sz="2000" b="0" i="0" kern="1200" baseline="0"/>
            <a:t> </a:t>
          </a:r>
          <a:endParaRPr lang="en-US" sz="2000" kern="1200"/>
        </a:p>
      </dsp:txBody>
      <dsp:txXfrm>
        <a:off x="6678914" y="2024704"/>
        <a:ext cx="1800000" cy="720000"/>
      </dsp:txXfrm>
    </dsp:sp>
    <dsp:sp modelId="{96CFD845-DAFC-4FB3-BB8D-D7DDB2659D25}">
      <dsp:nvSpPr>
        <dsp:cNvPr id="0" name=""/>
        <dsp:cNvSpPr/>
      </dsp:nvSpPr>
      <dsp:spPr>
        <a:xfrm>
          <a:off x="9288914" y="944700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7FA4E-43E5-4878-91F1-1A5FDF3FE69D}">
      <dsp:nvSpPr>
        <dsp:cNvPr id="0" name=""/>
        <dsp:cNvSpPr/>
      </dsp:nvSpPr>
      <dsp:spPr>
        <a:xfrm>
          <a:off x="8793914" y="202470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i="0" kern="1200" baseline="0"/>
            <a:t>Co-Learning</a:t>
          </a:r>
          <a:endParaRPr lang="en-US" sz="2000" kern="1200"/>
        </a:p>
      </dsp:txBody>
      <dsp:txXfrm>
        <a:off x="8793914" y="2024704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4B9820-C6E7-40C3-A8A9-4077E82E1BE3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909D03-147D-4B99-A308-985C86BA825E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/>
            <a:t>Early fusion</a:t>
          </a:r>
          <a:endParaRPr lang="en-US" sz="3800" kern="1200"/>
        </a:p>
      </dsp:txBody>
      <dsp:txXfrm>
        <a:off x="299702" y="1282093"/>
        <a:ext cx="2200851" cy="1366505"/>
      </dsp:txXfrm>
    </dsp:sp>
    <dsp:sp modelId="{6E200CAE-02F4-435A-9F5F-8DF8FDD57B96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73F807-594E-445B-A3C2-798643BA863A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/>
            <a:t>Deep fusion</a:t>
          </a:r>
          <a:endParaRPr lang="en-US" sz="3800" kern="1200"/>
        </a:p>
      </dsp:txBody>
      <dsp:txXfrm>
        <a:off x="3093555" y="1282093"/>
        <a:ext cx="2200851" cy="1366505"/>
      </dsp:txXfrm>
    </dsp:sp>
    <dsp:sp modelId="{D7478AB1-966C-4088-8B4A-DB1B22BAD9AA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1BF02-69BF-48E1-A46E-6A96A31B9220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/>
            <a:t>Late fusion</a:t>
          </a:r>
          <a:endParaRPr lang="en-US" sz="3800" kern="1200"/>
        </a:p>
      </dsp:txBody>
      <dsp:txXfrm>
        <a:off x="5887408" y="1282093"/>
        <a:ext cx="2200851" cy="1366505"/>
      </dsp:txXfrm>
    </dsp:sp>
    <dsp:sp modelId="{33D76180-5F3B-41E8-83B5-CC336F994BA3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E338A-937A-4BAD-8783-FA5A337BD25A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800" kern="1200"/>
            <a:t>Hybrid fusion </a:t>
          </a:r>
          <a:endParaRPr lang="en-US" sz="3800" kern="1200"/>
        </a:p>
      </dsp:txBody>
      <dsp:txXfrm>
        <a:off x="8681261" y="1282093"/>
        <a:ext cx="2200851" cy="13665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FC9E05-6EA5-460D-AC12-599AC99C6018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C9F96-14F9-4935-A54F-70E53C7DF36C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Data représentation</a:t>
          </a:r>
          <a:endParaRPr lang="en-US" sz="3300" kern="1200"/>
        </a:p>
      </dsp:txBody>
      <dsp:txXfrm>
        <a:off x="398656" y="1088253"/>
        <a:ext cx="2959127" cy="1837317"/>
      </dsp:txXfrm>
    </dsp:sp>
    <dsp:sp modelId="{ED2A4AAE-5A1C-462D-8878-09B11FC049CE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A09759-FE6E-4769-AC9B-D52EFFBAF83C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/>
            <a:t>Data translation</a:t>
          </a:r>
          <a:endParaRPr lang="en-US" sz="3300" kern="1200"/>
        </a:p>
      </dsp:txBody>
      <dsp:txXfrm>
        <a:off x="4155097" y="1088253"/>
        <a:ext cx="2959127" cy="1837317"/>
      </dsp:txXfrm>
    </dsp:sp>
    <dsp:sp modelId="{3F40AA91-2C8C-45CE-A85F-BAC8DB16CC4D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78F5CD-AED8-4A06-AB3D-A9B3055275D2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Data </a:t>
          </a:r>
          <a:r>
            <a:rPr lang="fr-FR" sz="3300" kern="1200" dirty="0" err="1"/>
            <a:t>Alignment</a:t>
          </a:r>
          <a:endParaRPr lang="en-US" sz="3300" kern="1200" dirty="0"/>
        </a:p>
      </dsp:txBody>
      <dsp:txXfrm>
        <a:off x="7911539" y="1088253"/>
        <a:ext cx="2959127" cy="183731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4A73A1-E18C-4501-9ED2-F6E9DDB57778}">
      <dsp:nvSpPr>
        <dsp:cNvPr id="0" name=""/>
        <dsp:cNvSpPr/>
      </dsp:nvSpPr>
      <dsp:spPr>
        <a:xfrm>
          <a:off x="0" y="906079"/>
          <a:ext cx="666683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DAD169-5892-404E-94A9-ED9FC6863D6A}">
      <dsp:nvSpPr>
        <dsp:cNvPr id="0" name=""/>
        <dsp:cNvSpPr/>
      </dsp:nvSpPr>
      <dsp:spPr>
        <a:xfrm>
          <a:off x="333341" y="374719"/>
          <a:ext cx="4666783" cy="10627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/>
            <a:t>Reseau de neuonnes</a:t>
          </a:r>
          <a:endParaRPr lang="en-US" sz="3600" kern="1200"/>
        </a:p>
      </dsp:txBody>
      <dsp:txXfrm>
        <a:off x="385219" y="426597"/>
        <a:ext cx="4563027" cy="958964"/>
      </dsp:txXfrm>
    </dsp:sp>
    <dsp:sp modelId="{4BA86D57-B2CD-4B01-96AE-A6759107930A}">
      <dsp:nvSpPr>
        <dsp:cNvPr id="0" name=""/>
        <dsp:cNvSpPr/>
      </dsp:nvSpPr>
      <dsp:spPr>
        <a:xfrm>
          <a:off x="0" y="2539040"/>
          <a:ext cx="666683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EA6E2C-1B93-4AAC-B652-5BB847209A04}">
      <dsp:nvSpPr>
        <dsp:cNvPr id="0" name=""/>
        <dsp:cNvSpPr/>
      </dsp:nvSpPr>
      <dsp:spPr>
        <a:xfrm>
          <a:off x="333341" y="2007680"/>
          <a:ext cx="4666783" cy="106272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/>
            <a:t>Modéles Graphiques</a:t>
          </a:r>
          <a:endParaRPr lang="en-US" sz="3600" kern="1200"/>
        </a:p>
      </dsp:txBody>
      <dsp:txXfrm>
        <a:off x="385219" y="2059558"/>
        <a:ext cx="4563027" cy="958964"/>
      </dsp:txXfrm>
    </dsp:sp>
    <dsp:sp modelId="{5438BC3F-EDE1-435B-B74A-523FE71B6D62}">
      <dsp:nvSpPr>
        <dsp:cNvPr id="0" name=""/>
        <dsp:cNvSpPr/>
      </dsp:nvSpPr>
      <dsp:spPr>
        <a:xfrm>
          <a:off x="0" y="4172000"/>
          <a:ext cx="6666833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459235-F900-4B23-9ADE-41BAA889C75E}">
      <dsp:nvSpPr>
        <dsp:cNvPr id="0" name=""/>
        <dsp:cNvSpPr/>
      </dsp:nvSpPr>
      <dsp:spPr>
        <a:xfrm>
          <a:off x="333341" y="3640640"/>
          <a:ext cx="4666783" cy="10627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600" kern="1200"/>
            <a:t>GAN’s</a:t>
          </a:r>
          <a:endParaRPr lang="en-US" sz="3600" kern="1200"/>
        </a:p>
      </dsp:txBody>
      <dsp:txXfrm>
        <a:off x="385219" y="3692518"/>
        <a:ext cx="4563027" cy="9589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2FEF21-BE07-C767-6D06-CA7AC7F61F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6A65D8-4228-BBC1-C68B-B7438AA50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481885A-1A2C-3C19-7326-77E968DF8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37D759-0697-C512-8DB1-6F74DB5F1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A06B875-45CF-958A-E98F-D899BE5DA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9255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4731ED-D666-E47F-6968-876ED868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7484E6-C068-F46C-C254-EE9DEA616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F8AE677-3ADC-2392-6A8A-9291FD113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739F935-51D3-7B5E-860F-FE0FD0DE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56D72D-B83D-8F15-0917-19DF133B9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0156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495BD6-4F5A-47DF-00A5-BCFE842B2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33194D-A5A5-7F53-E6BB-10ABC19FC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A285A67-7AE2-096A-5849-0B2C8DDF8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D2372D-4AB3-7667-452B-2AE5087D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9139E3-1049-FA9B-1312-C56D5D1DE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56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DEE8B1-49F8-B7C7-D323-150DCDCD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D31B1F-AC0F-7891-4034-0A65583709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FF2C907-CD58-FFD9-B1CF-A5A67B7D6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2277E3-BC90-29E6-8592-24A5098AD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47F5B8-788B-26CD-F07F-B5D32270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426BD32-5FFD-C238-F0E0-E0CB1580E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5093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555028-61BB-4707-4BF2-DB1C33DF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381BCD-72BE-027A-B773-747AC020F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79EBCB-D800-8B45-9515-D356BCB3C5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D26BCCF-1628-A962-4A05-F4E794F198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F91449E-A6EA-42E9-1133-ECAA092C3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BC8F80D-B5B7-5163-C849-C07CAA28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B575822-4A04-C0C2-44DE-22C30D84F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E6E4F87-6DDC-93D7-A2B3-3CA8A6647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1284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50798F-34EA-C7AF-C7E8-2ACE51151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B3AEEC2-CDC1-942E-AE90-35C53830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1A28256-6E06-B150-0AE9-3E664B4B2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5F77DEC-5C15-A48B-F1B9-B1956FE6B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76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7E66B2-7B3A-B9F5-80DA-A1B3989AE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A890969-6C25-7E22-D1D2-C0885045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5E38297-A3C8-FB90-D231-95F2E0DD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371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0F2BF0-E471-2BF8-795E-87D6AFD0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810BBD-9A55-AD92-1453-C33D9916E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42DDD96-CF79-65BA-1588-C8B405C27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CD88BF7-2719-FCAD-13B7-4B5492A1A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D550B3B-6EED-4C5A-11BF-A10057F0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C65A815-A939-069E-9B43-22718216D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173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92DE17-34A0-0FAA-C27F-9ACB82962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79FB5BC-2203-BE1A-83F2-AC126DE4B7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82EDC98-2130-1FD8-5624-C090E19632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47D0A9-F84A-00B4-7130-4D8BF5C0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ADC480-639E-252B-C8C5-AE86E77F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E4955-EEE0-04A6-0E28-9EABCCC7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3994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5A681-4CA9-BB0C-4BFC-542EB03BA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1771ADB-7713-8915-9C2B-8CB7EC089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0885611-0EC6-1147-0D66-131556F43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864813-959F-EF55-E4A4-F78010EBD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5E24510-22FB-000E-E129-9DE2E8EA8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4116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C24598-E7BA-754B-486F-BEB67379A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2E47A81-FC0C-D5A1-5C5A-E069BAE668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977DE5-ACC5-43E7-3EA3-1D9A3EEF1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D618474-730F-7697-0270-51726F234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F35F53-8A2B-16A4-DF94-5CC890888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15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5188544-5627-BEB8-E1A9-9F258A77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D1928C-0617-D19F-6634-73737EF6A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54FEFD-22C9-B210-98A1-EBB5ABFC8C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67743-7149-468D-8631-B8D9925B4116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4CB006-5F5C-3788-892E-0936FBD520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F1FDBCB-0611-9C7D-2E28-A6D54D7C5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07E23-5D66-4BDA-857C-D8615BC30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5626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C3A421D-0DC3-6210-0A5E-7F1ADAE612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/>
            <a:r>
              <a:rPr lang="fr-FR" sz="4800">
                <a:solidFill>
                  <a:srgbClr val="FFFFFF"/>
                </a:solidFill>
              </a:rPr>
              <a:t>Présentation du  projet: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09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C4515DB-31FB-564F-DB33-A449B21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5400"/>
              <a:t>Les plans 2D </a:t>
            </a:r>
          </a:p>
        </p:txBody>
      </p:sp>
      <p:sp>
        <p:nvSpPr>
          <p:cNvPr id="3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F54695-5744-B7B5-7078-22F57AA1C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dirty="0"/>
              <a:t>Formats : </a:t>
            </a:r>
          </a:p>
          <a:p>
            <a:r>
              <a:rPr lang="fr-FR" sz="2200" dirty="0"/>
              <a:t>image</a:t>
            </a:r>
          </a:p>
          <a:p>
            <a:r>
              <a:rPr lang="fr-FR" sz="2200" dirty="0" err="1"/>
              <a:t>pdf</a:t>
            </a:r>
            <a:r>
              <a:rPr lang="fr-FR" sz="2200" dirty="0"/>
              <a:t> </a:t>
            </a:r>
          </a:p>
          <a:p>
            <a:r>
              <a:rPr lang="fr-FR" sz="2200" dirty="0" err="1"/>
              <a:t>dwg</a:t>
            </a:r>
            <a:r>
              <a:rPr lang="fr-FR" sz="2200" dirty="0"/>
              <a:t>/DXF</a:t>
            </a:r>
          </a:p>
          <a:p>
            <a:r>
              <a:rPr lang="fr-FR" sz="2200" dirty="0"/>
              <a:t>SVG</a:t>
            </a:r>
          </a:p>
          <a:p>
            <a:r>
              <a:rPr lang="fr-FR" sz="2200" dirty="0"/>
              <a:t>…</a:t>
            </a:r>
          </a:p>
          <a:p>
            <a:pPr marL="0" indent="0">
              <a:buNone/>
            </a:pPr>
            <a:endParaRPr lang="fr-FR" sz="2200" dirty="0"/>
          </a:p>
        </p:txBody>
      </p:sp>
      <p:pic>
        <p:nvPicPr>
          <p:cNvPr id="7" name="Image 6" descr="Une image contenant texte, carte, diagramme, Plan&#10;&#10;Le contenu généré par l’IA peut être incorrect.">
            <a:extLst>
              <a:ext uri="{FF2B5EF4-FFF2-40B4-BE49-F238E27FC236}">
                <a16:creationId xmlns:a16="http://schemas.microsoft.com/office/drawing/2014/main" id="{CBC09184-B023-F262-EA3E-F4C3FDB529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1" r="12257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14256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1F62601-603F-F3A9-B794-0AAFB20B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52" b="10115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109F35-9407-301C-3DFF-C98BEBF6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FR" sz="4000" dirty="0"/>
              <a:t>Un métré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33E1C267-B050-B8BF-D21F-D0A64EFEB5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Relever les dimensions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Quantifier les matériaux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Lister les ouvrages</a:t>
            </a:r>
            <a:endParaRPr kumimoji="0" lang="fr-FR" altLang="fr-FR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Préparer le devis et estimer le coût</a:t>
            </a:r>
            <a:r>
              <a:rPr kumimoji="0" lang="fr-FR" altLang="fr-FR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0476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D7D1B4-A55E-58B3-AC4E-9B99A42C3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1397AE8-A67B-82AA-0F74-AF093486D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5400" dirty="0"/>
              <a:t>Les plans 3D </a:t>
            </a:r>
          </a:p>
        </p:txBody>
      </p:sp>
      <p:sp>
        <p:nvSpPr>
          <p:cNvPr id="4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F7B81BD-6C00-8E19-9CA5-D651F10C6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200" b="1"/>
              <a:t>Formats natifs de logiciels CAO/BIM/DAO:</a:t>
            </a:r>
          </a:p>
          <a:p>
            <a:r>
              <a:rPr lang="fr-FR" sz="1200" b="1" dirty="0"/>
              <a:t>BLEND</a:t>
            </a:r>
            <a:r>
              <a:rPr lang="fr-FR" sz="1200" dirty="0"/>
              <a:t> (Blender)</a:t>
            </a:r>
          </a:p>
          <a:p>
            <a:r>
              <a:rPr lang="fr-FR" sz="1200" b="1" dirty="0"/>
              <a:t>RVT</a:t>
            </a:r>
            <a:r>
              <a:rPr lang="fr-FR" sz="1200" dirty="0"/>
              <a:t> (Revit) – modèles BIM complets avec vues 2D/3D</a:t>
            </a:r>
          </a:p>
          <a:p>
            <a:pPr marL="0" indent="0">
              <a:buNone/>
            </a:pPr>
            <a:r>
              <a:rPr lang="fr-FR" sz="1200" b="1"/>
              <a:t>Formats standards et d’échange</a:t>
            </a:r>
          </a:p>
          <a:p>
            <a:r>
              <a:rPr lang="fr-FR" sz="1200" b="1" dirty="0"/>
              <a:t>IFC</a:t>
            </a:r>
            <a:r>
              <a:rPr lang="fr-FR" sz="1200" dirty="0"/>
              <a:t> (</a:t>
            </a:r>
            <a:r>
              <a:rPr lang="fr-FR" sz="1200"/>
              <a:t>Industry</a:t>
            </a:r>
            <a:r>
              <a:rPr lang="fr-FR" sz="1200" dirty="0"/>
              <a:t> </a:t>
            </a:r>
            <a:r>
              <a:rPr lang="fr-FR" sz="1200"/>
              <a:t>Foundation</a:t>
            </a:r>
            <a:r>
              <a:rPr lang="fr-FR" sz="1200" dirty="0"/>
              <a:t> Classes) – standard BIM interopérable.</a:t>
            </a:r>
          </a:p>
          <a:p>
            <a:r>
              <a:rPr lang="fr-FR" sz="1200" b="1" dirty="0"/>
              <a:t>FBX</a:t>
            </a:r>
            <a:r>
              <a:rPr lang="fr-FR" sz="1200" dirty="0"/>
              <a:t> (Autodesk) – utilisé pour 3D + animations (compatible </a:t>
            </a:r>
            <a:r>
              <a:rPr lang="fr-FR" sz="1200"/>
              <a:t>Unity</a:t>
            </a:r>
            <a:r>
              <a:rPr lang="fr-FR" sz="1200" dirty="0"/>
              <a:t>, </a:t>
            </a:r>
            <a:r>
              <a:rPr lang="fr-FR" sz="1200"/>
              <a:t>Unreal</a:t>
            </a:r>
            <a:r>
              <a:rPr lang="fr-FR" sz="1200" dirty="0"/>
              <a:t>).</a:t>
            </a:r>
          </a:p>
          <a:p>
            <a:pPr marL="0" indent="0">
              <a:buNone/>
            </a:pPr>
            <a:r>
              <a:rPr lang="fr-FR" sz="1200" b="1"/>
              <a:t>Formats hybrides / orientés projet</a:t>
            </a:r>
          </a:p>
          <a:p>
            <a:r>
              <a:rPr lang="fr-FR" sz="1200" b="1" dirty="0"/>
              <a:t>DWG 3D</a:t>
            </a:r>
            <a:r>
              <a:rPr lang="fr-FR" sz="1200" dirty="0"/>
              <a:t> (AutoCAD) – peut contenir des volumes et surfaces 3D.</a:t>
            </a:r>
          </a:p>
          <a:p>
            <a:r>
              <a:rPr lang="fr-FR" sz="1200" b="1" dirty="0"/>
              <a:t>DGN</a:t>
            </a:r>
            <a:r>
              <a:rPr lang="fr-FR" sz="1200" dirty="0"/>
              <a:t> (</a:t>
            </a:r>
            <a:r>
              <a:rPr lang="fr-FR" sz="1200"/>
              <a:t>MicroStation</a:t>
            </a:r>
            <a:r>
              <a:rPr lang="fr-FR" sz="1200" dirty="0"/>
              <a:t>) – supporte aussi la 3D.</a:t>
            </a:r>
          </a:p>
          <a:p>
            <a:pPr marL="0" indent="0">
              <a:buNone/>
            </a:pPr>
            <a:endParaRPr lang="fr-FR" sz="1200" dirty="0"/>
          </a:p>
        </p:txBody>
      </p:sp>
      <p:pic>
        <p:nvPicPr>
          <p:cNvPr id="5" name="Image 4" descr="Une image contenant capture d’écran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6F11F3AA-BF0C-CF0C-06FE-6157A550E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9" r="2405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99079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7AA2787-DF12-B504-D550-5DF90335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La multimodalité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D1F2D0B-B7ED-1589-EC62-5E02DE4CA9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1430723"/>
            <a:ext cx="6408836" cy="3845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195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259912-2B72-B1D7-8A2E-C593972E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Les 5 défis de la multimodalité</a:t>
            </a:r>
          </a:p>
        </p:txBody>
      </p:sp>
      <p:graphicFrame>
        <p:nvGraphicFramePr>
          <p:cNvPr id="25" name="Rectangle 1">
            <a:extLst>
              <a:ext uri="{FF2B5EF4-FFF2-40B4-BE49-F238E27FC236}">
                <a16:creationId xmlns:a16="http://schemas.microsoft.com/office/drawing/2014/main" id="{B0752E3E-493A-A3E9-E38E-46AEC92DA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17907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1168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02DE967A-A94F-D21C-ED78-39945CAD8C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9492" y="643468"/>
            <a:ext cx="3467988" cy="5571066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72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DA5FD2-2F28-9B11-54FF-5A2FEAC21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 fusion</a:t>
            </a:r>
          </a:p>
        </p:txBody>
      </p:sp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C426D4D-4EF8-38AC-8A00-672CE547FB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396759"/>
            <a:ext cx="7225748" cy="406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646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2AF66E-B9AA-06A7-9A7D-EA6E5CCDE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Les méthodes de fusion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90679FC-A84E-3CDA-DCFD-B7F6B4E2C3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958844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7825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ED729F-41EA-8387-A66D-AD9D5E5D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Early  Fusion</a:t>
            </a:r>
          </a:p>
        </p:txBody>
      </p:sp>
      <p:pic>
        <p:nvPicPr>
          <p:cNvPr id="4" name="Espace réservé du contenu 3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F94531B6-79B7-B3D2-CE20-23BBAF42F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993" y="1966293"/>
            <a:ext cx="1029401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21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6F12F2-5CD7-B8F4-91DB-A78DB2DEE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A296A9-3C03-C0D4-9712-0FB73BB85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Deep  Fusion</a:t>
            </a:r>
          </a:p>
        </p:txBody>
      </p:sp>
      <p:pic>
        <p:nvPicPr>
          <p:cNvPr id="3" name="Image 2" descr="Une image contenant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6369C8F-EFA3-4912-DD3D-2588DF2AC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250" y="1966293"/>
            <a:ext cx="973149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88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D2A36-0FDB-AD4C-283E-66EFC3BC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A9CA998-3388-00F8-6082-DC640591A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Late  Fusion</a:t>
            </a:r>
          </a:p>
        </p:txBody>
      </p:sp>
      <p:pic>
        <p:nvPicPr>
          <p:cNvPr id="3" name="Image 2" descr="Une image contenant texte, capture d’écran, chien&#10;&#10;Le contenu généré par l’IA peut être incorrect.">
            <a:extLst>
              <a:ext uri="{FF2B5EF4-FFF2-40B4-BE49-F238E27FC236}">
                <a16:creationId xmlns:a16="http://schemas.microsoft.com/office/drawing/2014/main" id="{807A9FC9-3410-1BE4-99DB-99BD0A50F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468" y="1966293"/>
            <a:ext cx="894906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06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ADB575-138F-05A5-1719-D03AD3D0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DD3ADE-A832-94C0-CD21-41C726C36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Hybrid  Fusion</a:t>
            </a:r>
          </a:p>
        </p:txBody>
      </p:sp>
      <p:pic>
        <p:nvPicPr>
          <p:cNvPr id="3" name="Image 2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109F16BB-73FC-5C98-A794-F9FBAC973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980" y="1966293"/>
            <a:ext cx="9086039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981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EF3DD86-2D5A-9894-9452-C530E6394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Technologies de Fusion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FFC0724E-F78B-1599-0BE3-7BFA9B85D9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199672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3089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196319-A5CA-8940-A066-91D7E56D0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EACBDB-D4D4-2899-2E52-C2167C689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383130-06BD-8637-7E8C-A6C998CC8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6E463F-8FB2-FB26-8E0F-F6FA72F5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35FC58-BFCD-DFA0-1B5D-B7EE496331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CA69A94-AE94-4FA6-FD87-C074F742D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374057"/>
          </a:xfrm>
        </p:spPr>
        <p:txBody>
          <a:bodyPr anchor="ctr">
            <a:normAutofit/>
          </a:bodyPr>
          <a:lstStyle/>
          <a:p>
            <a:r>
              <a:rPr lang="fr-FR" sz="4000">
                <a:solidFill>
                  <a:srgbClr val="FFFFFF"/>
                </a:solidFill>
              </a:rPr>
              <a:t>Technologies de Fusion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63E8E9A9-1A4D-E61B-5C94-33E5164C7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97" y="3792058"/>
            <a:ext cx="5023585" cy="1190943"/>
          </a:xfrm>
        </p:spPr>
        <p:txBody>
          <a:bodyPr/>
          <a:lstStyle/>
          <a:p>
            <a:r>
              <a:rPr lang="fr-FR" dirty="0"/>
              <a:t>Représentation conjointe  </a:t>
            </a:r>
          </a:p>
          <a:p>
            <a:r>
              <a:rPr lang="fr-FR" dirty="0"/>
              <a:t>Représentation coordonnée</a:t>
            </a:r>
          </a:p>
        </p:txBody>
      </p:sp>
      <p:pic>
        <p:nvPicPr>
          <p:cNvPr id="7" name="Image 6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FA8B1417-C1FA-2F8A-2640-CA228F38E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378" y="3152138"/>
            <a:ext cx="5760720" cy="2470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2266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D6DD8F-A0FA-BAE5-E36D-E2E238B0F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Représentation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DDC4E616-B944-E50B-DE25-D9491B703713}"/>
              </a:ext>
            </a:extLst>
          </p:cNvPr>
          <p:cNvSpPr txBox="1">
            <a:spLocks/>
          </p:cNvSpPr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Représentation conjointe</a:t>
            </a:r>
          </a:p>
          <a:p>
            <a:pPr lvl="1"/>
            <a:r>
              <a:rPr lang="en-US" sz="2000"/>
              <a:t>fusionne les modalités en une seule représentation, ce qui simplifie le traitement mais fait perdre la granularité par modalité.</a:t>
            </a:r>
          </a:p>
          <a:p>
            <a:r>
              <a:rPr lang="en-US" sz="2000"/>
              <a:t>Représentation coordonnée</a:t>
            </a:r>
          </a:p>
          <a:p>
            <a:pPr lvl="1"/>
            <a:r>
              <a:rPr lang="en-US" sz="2000"/>
              <a:t>garde une représentation par modalité, mieux contextualisée, mais devient plus lourde et dépendante du nombre de modalités.</a:t>
            </a:r>
          </a:p>
          <a:p>
            <a:pPr lvl="1"/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Espace réservé du contenu 3" descr="Une image contenant texte, capture d’écran, Police, diagramme&#10;&#10;Le contenu généré par l’IA peut être incorrect.">
            <a:extLst>
              <a:ext uri="{FF2B5EF4-FFF2-40B4-BE49-F238E27FC236}">
                <a16:creationId xmlns:a16="http://schemas.microsoft.com/office/drawing/2014/main" id="{11813ADE-20EC-6029-93DD-56F927D45B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4688" r="1" b="10121"/>
          <a:stretch>
            <a:fillRect/>
          </a:stretch>
        </p:blipFill>
        <p:spPr>
          <a:xfrm>
            <a:off x="6466139" y="2499476"/>
            <a:ext cx="5749715" cy="185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592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DC6D9FA-C277-77E7-D65A-B17143F45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fr-FR" sz="4000" dirty="0">
                <a:solidFill>
                  <a:srgbClr val="FFFFFF"/>
                </a:solidFill>
              </a:rPr>
              <a:t>Data Translation</a:t>
            </a:r>
          </a:p>
        </p:txBody>
      </p: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E3B087EC-B4A8-DD98-1E37-D03E1ABE2E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58517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64356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52D1D10-957D-152C-376D-4F64001B4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>
                <a:solidFill>
                  <a:srgbClr val="FFFFFF"/>
                </a:solidFill>
              </a:rPr>
              <a:t>Les réseaux de neurones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405056-B8B9-1A17-5408-48D859244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FR" sz="2000"/>
              <a:t>Les réseaux de neurones sont plus largement utilisés dû à leurs facultés d’apprentissage. Cette méthode prend les données multimodales en entrée dans le réseau de neurones et projette les différentes modalités dans un même espace sémantique. </a:t>
            </a:r>
          </a:p>
        </p:txBody>
      </p:sp>
    </p:spTree>
    <p:extLst>
      <p:ext uri="{BB962C8B-B14F-4D97-AF65-F5344CB8AC3E}">
        <p14:creationId xmlns:p14="http://schemas.microsoft.com/office/powerpoint/2010/main" val="1614379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CEEB529-7112-BB0D-BDE5-C3ABEF8B9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Generative Adversarial Networks</a:t>
            </a:r>
            <a:b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GAN’s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EF85F1C-8BB0-1D8F-F3D1-2C08DB6EE3D0}"/>
              </a:ext>
            </a:extLst>
          </p:cNvPr>
          <p:cNvSpPr txBox="1"/>
          <p:nvPr/>
        </p:nvSpPr>
        <p:spPr>
          <a:xfrm>
            <a:off x="1144923" y="2405894"/>
            <a:ext cx="5315189" cy="35350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effectLst/>
              </a:rPr>
              <a:t>le </a:t>
            </a:r>
            <a:r>
              <a:rPr lang="en-US" sz="2000">
                <a:effectLst/>
              </a:rPr>
              <a:t>générateur</a:t>
            </a:r>
            <a:r>
              <a:rPr lang="en-US" sz="2000" dirty="0">
                <a:effectLst/>
              </a:rPr>
              <a:t> </a:t>
            </a:r>
            <a:r>
              <a:rPr lang="en-US" sz="2000">
                <a:effectLst/>
              </a:rPr>
              <a:t>est</a:t>
            </a:r>
            <a:r>
              <a:rPr lang="en-US" sz="2000" dirty="0">
                <a:effectLst/>
              </a:rPr>
              <a:t> </a:t>
            </a:r>
            <a:r>
              <a:rPr lang="en-US" sz="2000">
                <a:effectLst/>
              </a:rPr>
              <a:t>responsable</a:t>
            </a:r>
            <a:r>
              <a:rPr lang="en-US" sz="2000" dirty="0">
                <a:effectLst/>
              </a:rPr>
              <a:t> de la </a:t>
            </a:r>
            <a:r>
              <a:rPr lang="en-US" sz="2000">
                <a:effectLst/>
              </a:rPr>
              <a:t>représentation</a:t>
            </a:r>
            <a:r>
              <a:rPr lang="en-US" sz="2000" dirty="0">
                <a:effectLst/>
              </a:rPr>
              <a:t> des </a:t>
            </a:r>
            <a:r>
              <a:rPr lang="en-US" sz="2000">
                <a:effectLst/>
              </a:rPr>
              <a:t>différentes</a:t>
            </a:r>
            <a:r>
              <a:rPr lang="en-US" sz="2000" dirty="0">
                <a:effectLst/>
              </a:rPr>
              <a:t> </a:t>
            </a:r>
            <a:r>
              <a:rPr lang="en-US" sz="2000">
                <a:effectLst/>
              </a:rPr>
              <a:t>modalités</a:t>
            </a:r>
            <a:r>
              <a:rPr lang="en-US" sz="2000" dirty="0"/>
              <a:t>.</a:t>
            </a:r>
          </a:p>
          <a:p>
            <a:pPr marL="1143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>
              <a:effectLst/>
            </a:endParaRP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Le discriminant quant à </a:t>
            </a:r>
            <a:r>
              <a:rPr lang="en-US" sz="2000"/>
              <a:t>lui</a:t>
            </a:r>
            <a:r>
              <a:rPr lang="en-US" sz="2000" dirty="0"/>
              <a:t> </a:t>
            </a:r>
            <a:r>
              <a:rPr lang="en-US" sz="2000"/>
              <a:t>va</a:t>
            </a:r>
            <a:r>
              <a:rPr lang="en-US" sz="2000" dirty="0"/>
              <a:t> juger du </a:t>
            </a:r>
            <a:r>
              <a:rPr lang="en-US" sz="2000"/>
              <a:t>niveau</a:t>
            </a:r>
            <a:r>
              <a:rPr lang="en-US" sz="2000" dirty="0"/>
              <a:t> de </a:t>
            </a:r>
            <a:r>
              <a:rPr lang="en-US" sz="2000"/>
              <a:t>précision</a:t>
            </a:r>
            <a:r>
              <a:rPr lang="en-US" sz="2000" dirty="0"/>
              <a:t> des données </a:t>
            </a:r>
            <a:r>
              <a:rPr lang="en-US" sz="2000"/>
              <a:t>généré</a:t>
            </a:r>
            <a:r>
              <a:rPr lang="en-US" sz="2000" dirty="0"/>
              <a:t>.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Espace réservé du contenu 3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F246F431-4C66-0F74-E85A-E96D87E8AA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967" y="1122836"/>
            <a:ext cx="4170530" cy="464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184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77C34E3-CD91-9843-1D01-C64A0D5DD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Alignment</a:t>
            </a:r>
          </a:p>
        </p:txBody>
      </p:sp>
      <p:pic>
        <p:nvPicPr>
          <p:cNvPr id="4" name="Espace réservé du contenu 3" descr="Une image contenant herbe, plein air, chien, animal domestique&#10;&#10;Le contenu généré par l’IA peut être incorrect.">
            <a:extLst>
              <a:ext uri="{FF2B5EF4-FFF2-40B4-BE49-F238E27FC236}">
                <a16:creationId xmlns:a16="http://schemas.microsoft.com/office/drawing/2014/main" id="{A68393B6-EC87-BBFE-9552-61E4BA647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2428" y="719344"/>
            <a:ext cx="7225748" cy="541931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6087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696CC1E-59E6-2FA6-E14C-D43AAC80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 dirty="0"/>
              <a:t>Structure d’</a:t>
            </a:r>
            <a:r>
              <a:rPr lang="en-US"/>
              <a:t> </a:t>
            </a:r>
            <a:r>
              <a:rPr lang="en-US" dirty="0"/>
              <a:t>Alignment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B5528-21F7-A5F1-1477-D52A46B4A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/>
              <a:t>Il existe deux principales structures, l’alignement Discret et l’alignement continue:</a:t>
            </a:r>
          </a:p>
          <a:p>
            <a:r>
              <a:rPr lang="fr-FR" sz="2000"/>
              <a:t>L’alignement discret et principalement utiliser pour les données qui ne nécessite pas de temporalité et sont par définition s des Éléments discrets, comme des photos du texte. </a:t>
            </a:r>
          </a:p>
          <a:p>
            <a:r>
              <a:rPr lang="fr-FR" sz="2000"/>
              <a:t>L’alignement continue est utiliser pour les signaux qui sont indivisible par nature comme les audio ou encore les vidéos </a:t>
            </a:r>
          </a:p>
          <a:p>
            <a:endParaRPr lang="fr-FR" sz="2000"/>
          </a:p>
        </p:txBody>
      </p:sp>
      <p:pic>
        <p:nvPicPr>
          <p:cNvPr id="4" name="Image 3" descr="Une image contenant texte, ligne, diagram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7B5BCFA-B9DC-8198-45D1-241671DDA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3211467"/>
            <a:ext cx="4788505" cy="1702808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90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D437BB8-0764-4822-10D7-96F79362C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fr-FR"/>
              <a:t>Les applications de la Fusion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74CC0-436E-C023-33AC-209F5E424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122" y="3097433"/>
            <a:ext cx="4958966" cy="1930876"/>
          </a:xfrm>
        </p:spPr>
        <p:txBody>
          <a:bodyPr>
            <a:normAutofit/>
          </a:bodyPr>
          <a:lstStyle/>
          <a:p>
            <a:endParaRPr lang="fr-FR" sz="2000" dirty="0"/>
          </a:p>
          <a:p>
            <a:pPr lvl="1"/>
            <a:r>
              <a:rPr lang="fr-FR" sz="2000" dirty="0" err="1"/>
              <a:t>Autonomous</a:t>
            </a:r>
            <a:r>
              <a:rPr lang="fr-FR" sz="2000" dirty="0"/>
              <a:t> Driving</a:t>
            </a:r>
          </a:p>
          <a:p>
            <a:pPr lvl="1"/>
            <a:r>
              <a:rPr lang="fr-FR" sz="2000" dirty="0"/>
              <a:t>Smart </a:t>
            </a:r>
            <a:r>
              <a:rPr lang="fr-FR" sz="2000" dirty="0" err="1"/>
              <a:t>Helthcare</a:t>
            </a:r>
            <a:endParaRPr lang="fr-FR" sz="2000" dirty="0"/>
          </a:p>
          <a:p>
            <a:pPr lvl="1"/>
            <a:r>
              <a:rPr lang="fr-FR" sz="2000" dirty="0"/>
              <a:t>Sentimental </a:t>
            </a:r>
            <a:r>
              <a:rPr lang="fr-FR" sz="2000" dirty="0" err="1"/>
              <a:t>analysis</a:t>
            </a:r>
            <a:endParaRPr lang="fr-FR" sz="2000" dirty="0"/>
          </a:p>
        </p:txBody>
      </p:sp>
      <p:pic>
        <p:nvPicPr>
          <p:cNvPr id="4" name="Image 3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763F5075-F5FA-41CD-21A4-AF24038AB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482665"/>
            <a:ext cx="4788505" cy="316041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1" name="Freeform: Shape 12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60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1DF91F20-B96F-4F77-AC3E-2CDD3BAA1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484" y="-1"/>
            <a:ext cx="8111296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58281" y="-401562"/>
            <a:ext cx="6858004" cy="7661129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9" y="-1"/>
            <a:ext cx="8118331" cy="6858000"/>
          </a:xfrm>
          <a:prstGeom prst="rect">
            <a:avLst/>
          </a:prstGeom>
          <a:gradFill>
            <a:gsLst>
              <a:gs pos="14000">
                <a:schemeClr val="accent1">
                  <a:alpha val="0"/>
                </a:schemeClr>
              </a:gs>
              <a:gs pos="100000">
                <a:srgbClr val="000000">
                  <a:alpha val="82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7B6A113-58CD-406C-BCE4-6E1F1F2BE6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49520">
            <a:off x="2569700" y="983306"/>
            <a:ext cx="5005754" cy="5005754"/>
          </a:xfrm>
          <a:prstGeom prst="ellipse">
            <a:avLst/>
          </a:prstGeom>
          <a:gradFill>
            <a:gsLst>
              <a:gs pos="17000">
                <a:schemeClr val="accent1">
                  <a:lumMod val="75000"/>
                  <a:alpha val="0"/>
                </a:schemeClr>
              </a:gs>
              <a:gs pos="82000">
                <a:srgbClr val="000000">
                  <a:alpha val="24000"/>
                </a:srgb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1ED33EF-C029-9B2C-C2EC-CAED1E7D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48" y="857251"/>
            <a:ext cx="6219582" cy="31601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 Co-learning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7518" y="4354178"/>
            <a:ext cx="8118330" cy="2503817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33000"/>
                </a:schemeClr>
              </a:gs>
              <a:gs pos="83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Espace réservé du contenu 3" descr="Une image contenant texte, capture d’écran, Police, Rectangle&#10;&#10;Le contenu généré par l’IA peut être incorrect.">
            <a:extLst>
              <a:ext uri="{FF2B5EF4-FFF2-40B4-BE49-F238E27FC236}">
                <a16:creationId xmlns:a16="http://schemas.microsoft.com/office/drawing/2014/main" id="{F401D835-4EA5-E9DA-3880-AEEAC28DD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39010" y="457200"/>
            <a:ext cx="2217760" cy="59436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03024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7EA4B7-0DBF-872B-1E7B-50471FB77089}"/>
              </a:ext>
            </a:extLst>
          </p:cNvPr>
          <p:cNvSpPr txBox="1"/>
          <p:nvPr/>
        </p:nvSpPr>
        <p:spPr>
          <a:xfrm>
            <a:off x="699713" y="248038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objectifs du co-learning multimodal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A86A2A0-472C-48CF-7C71-1A5A7C1A11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862482"/>
              </p:ext>
            </p:extLst>
          </p:nvPr>
        </p:nvGraphicFramePr>
        <p:xfrm>
          <a:off x="432225" y="1981866"/>
          <a:ext cx="11327549" cy="4421016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85352">
                  <a:extLst>
                    <a:ext uri="{9D8B030D-6E8A-4147-A177-3AD203B41FA5}">
                      <a16:colId xmlns:a16="http://schemas.microsoft.com/office/drawing/2014/main" val="1658389980"/>
                    </a:ext>
                  </a:extLst>
                </a:gridCol>
                <a:gridCol w="8542197">
                  <a:extLst>
                    <a:ext uri="{9D8B030D-6E8A-4147-A177-3AD203B41FA5}">
                      <a16:colId xmlns:a16="http://schemas.microsoft.com/office/drawing/2014/main" val="426916927"/>
                    </a:ext>
                  </a:extLst>
                </a:gridCol>
              </a:tblGrid>
              <a:tr h="4179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200" b="1" i="0" u="none" strike="noStrike" cap="all" spc="6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Objectif</a:t>
                      </a:r>
                      <a:endParaRPr lang="es-AR" sz="1200" b="1" i="0" u="none" strike="noStrike" cap="all" spc="6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6715" marR="28014" marT="94983" marB="94983" anchor="b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200" b="1" i="0" u="none" strike="noStrike" cap="all" spc="6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But</a:t>
                      </a:r>
                    </a:p>
                  </a:txBody>
                  <a:tcPr marL="96715" marR="28014" marT="94983" marB="94983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917810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Présence de modalité</a:t>
                      </a:r>
                    </a:p>
                  </a:txBody>
                  <a:tcPr marL="96715" marR="28014" marT="27633" marB="94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prédire lorsqu’une ou plusieurs modalités sont totalement ou partiellement absentes à l’entraînement ou au test.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7968713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Parallélisme des données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prendre en charge des données fortement appariées, faiblement appariées ou appariées via une modalité partagée.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187663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Modalité bruitée</a:t>
                      </a:r>
                    </a:p>
                  </a:txBody>
                  <a:tcPr marL="96715" marR="28014" marT="27633" marB="94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fonctionner dans des conditions bruitées, que ce soit au niveau des données ou des annotations.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0030378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Annotations des modalités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gérer les modalités annotées, partiellement annotées ou non annotées pendant l’entraînement.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978210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Adaptation de domaine</a:t>
                      </a:r>
                    </a:p>
                  </a:txBody>
                  <a:tcPr marL="96715" marR="28014" marT="27633" marB="94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être performant même lorsqu’il y a un changement de jeu de données / domaine / modalité entre l’entraînement et le test.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416478"/>
                  </a:ext>
                </a:extLst>
              </a:tr>
              <a:tr h="6671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AR" sz="17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Interprétabilité et équité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7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Doit fournir des prédictions interprétables et non biaisées, accompagnées d’explications et respectant l’équité.</a:t>
                      </a:r>
                    </a:p>
                  </a:txBody>
                  <a:tcPr marL="96715" marR="28014" marT="27633" marB="94983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3482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90529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676</TotalTime>
  <Words>510</Words>
  <Application>Microsoft Office PowerPoint</Application>
  <PresentationFormat>Grand écran</PresentationFormat>
  <Paragraphs>88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Thème Office</vt:lpstr>
      <vt:lpstr>Présentation du  projet: </vt:lpstr>
      <vt:lpstr>Les plans 2D </vt:lpstr>
      <vt:lpstr>Un métré</vt:lpstr>
      <vt:lpstr>Les plans 3D </vt:lpstr>
      <vt:lpstr>La multimodalité</vt:lpstr>
      <vt:lpstr>Les 5 défis de la multimodalité</vt:lpstr>
      <vt:lpstr>Présentation PowerPoint</vt:lpstr>
      <vt:lpstr>La fusion</vt:lpstr>
      <vt:lpstr>Les méthodes de fusion</vt:lpstr>
      <vt:lpstr>Early  Fusion</vt:lpstr>
      <vt:lpstr>Deep  Fusion</vt:lpstr>
      <vt:lpstr>Late  Fusion</vt:lpstr>
      <vt:lpstr>Hybrid  Fusion</vt:lpstr>
      <vt:lpstr>Technologies de Fusion</vt:lpstr>
      <vt:lpstr>Technologies de Fusion</vt:lpstr>
      <vt:lpstr>Data Représentation</vt:lpstr>
      <vt:lpstr>Data Translation</vt:lpstr>
      <vt:lpstr>Les réseaux de neurones </vt:lpstr>
      <vt:lpstr>Generative Adversarial Networks GAN’s</vt:lpstr>
      <vt:lpstr>Data Alignment</vt:lpstr>
      <vt:lpstr>Structure d’ Alignment</vt:lpstr>
      <vt:lpstr>Les applications de la Fusion</vt:lpstr>
      <vt:lpstr>Le Co-learning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Mougne</dc:creator>
  <cp:lastModifiedBy>Robin Mougne</cp:lastModifiedBy>
  <cp:revision>4</cp:revision>
  <dcterms:created xsi:type="dcterms:W3CDTF">2025-09-05T12:51:10Z</dcterms:created>
  <dcterms:modified xsi:type="dcterms:W3CDTF">2025-09-17T19:39:10Z</dcterms:modified>
</cp:coreProperties>
</file>