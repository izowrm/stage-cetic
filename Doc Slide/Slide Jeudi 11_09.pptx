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2" r:id="rId4"/>
    <p:sldId id="263" r:id="rId5"/>
    <p:sldId id="261" r:id="rId6"/>
    <p:sldId id="265" r:id="rId7"/>
    <p:sldId id="282" r:id="rId8"/>
    <p:sldId id="264" r:id="rId9"/>
    <p:sldId id="266" r:id="rId10"/>
    <p:sldId id="267" r:id="rId11"/>
    <p:sldId id="271" r:id="rId12"/>
    <p:sldId id="270" r:id="rId13"/>
    <p:sldId id="269" r:id="rId14"/>
    <p:sldId id="272" r:id="rId15"/>
    <p:sldId id="275" r:id="rId16"/>
    <p:sldId id="276" r:id="rId17"/>
    <p:sldId id="277" r:id="rId18"/>
    <p:sldId id="278" r:id="rId19"/>
    <p:sldId id="279" r:id="rId20"/>
    <p:sldId id="280" r:id="rId21"/>
    <p:sldId id="281" r:id="rId22"/>
    <p:sldId id="259" r:id="rId23"/>
    <p:sldId id="258" r:id="rId24"/>
    <p:sldId id="284" r:id="rId2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Style moyen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Style clair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7" d="100"/>
          <a:sy n="37" d="100"/>
        </p:scale>
        <p:origin x="72" y="15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0527C63-637A-47B6-9930-5B1ADF83777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3AC5D597-481A-4C98-A575-0F05414DA7C3}">
      <dgm:prSet/>
      <dgm:spPr/>
      <dgm:t>
        <a:bodyPr/>
        <a:lstStyle/>
        <a:p>
          <a:r>
            <a:rPr lang="fr-FR" b="1"/>
            <a:t>Fusion</a:t>
          </a:r>
          <a:r>
            <a:rPr lang="fr-FR"/>
            <a:t> </a:t>
          </a:r>
          <a:endParaRPr lang="en-US"/>
        </a:p>
      </dgm:t>
    </dgm:pt>
    <dgm:pt modelId="{C20A4F57-6BC4-4A9D-BE4E-ADDEB8E25348}" type="parTrans" cxnId="{CF1649E2-6D7B-47EE-B1E6-276B951FC6DF}">
      <dgm:prSet/>
      <dgm:spPr/>
      <dgm:t>
        <a:bodyPr/>
        <a:lstStyle/>
        <a:p>
          <a:endParaRPr lang="en-US"/>
        </a:p>
      </dgm:t>
    </dgm:pt>
    <dgm:pt modelId="{0E7221D1-324D-4FB6-B8B1-13F60970C3AE}" type="sibTrans" cxnId="{CF1649E2-6D7B-47EE-B1E6-276B951FC6DF}">
      <dgm:prSet/>
      <dgm:spPr/>
      <dgm:t>
        <a:bodyPr/>
        <a:lstStyle/>
        <a:p>
          <a:endParaRPr lang="en-US"/>
        </a:p>
      </dgm:t>
    </dgm:pt>
    <dgm:pt modelId="{E8D4B822-EC9B-4AA8-9A41-BB029713E7EA}">
      <dgm:prSet/>
      <dgm:spPr/>
      <dgm:t>
        <a:bodyPr/>
        <a:lstStyle/>
        <a:p>
          <a:r>
            <a:rPr lang="fr-FR" b="1" i="0" baseline="0"/>
            <a:t>Représentation</a:t>
          </a:r>
          <a:r>
            <a:rPr lang="fr-FR" b="0" i="0" baseline="0"/>
            <a:t> </a:t>
          </a:r>
          <a:endParaRPr lang="en-US"/>
        </a:p>
      </dgm:t>
    </dgm:pt>
    <dgm:pt modelId="{793A2D8B-482C-483C-8C97-2052FAFD3358}" type="parTrans" cxnId="{C6DD3067-5C7B-4F32-9691-6494F58F54EC}">
      <dgm:prSet/>
      <dgm:spPr/>
      <dgm:t>
        <a:bodyPr/>
        <a:lstStyle/>
        <a:p>
          <a:endParaRPr lang="en-US"/>
        </a:p>
      </dgm:t>
    </dgm:pt>
    <dgm:pt modelId="{4076CB6E-E0FB-405A-B4D2-A87422E458D3}" type="sibTrans" cxnId="{C6DD3067-5C7B-4F32-9691-6494F58F54EC}">
      <dgm:prSet/>
      <dgm:spPr/>
      <dgm:t>
        <a:bodyPr/>
        <a:lstStyle/>
        <a:p>
          <a:endParaRPr lang="en-US"/>
        </a:p>
      </dgm:t>
    </dgm:pt>
    <dgm:pt modelId="{1366E4AC-3A3A-4200-8A36-1304F8472F76}">
      <dgm:prSet/>
      <dgm:spPr/>
      <dgm:t>
        <a:bodyPr/>
        <a:lstStyle/>
        <a:p>
          <a:r>
            <a:rPr lang="fr-FR" b="1" i="0" baseline="0"/>
            <a:t>Traduction</a:t>
          </a:r>
          <a:r>
            <a:rPr lang="fr-FR" b="0" i="0" baseline="0"/>
            <a:t> </a:t>
          </a:r>
          <a:endParaRPr lang="en-US"/>
        </a:p>
      </dgm:t>
    </dgm:pt>
    <dgm:pt modelId="{60FC05CA-CF2E-4A9A-8CB5-E43356E57D1E}" type="parTrans" cxnId="{994FA51E-F9AF-439D-8945-DE87DAA54F0D}">
      <dgm:prSet/>
      <dgm:spPr/>
      <dgm:t>
        <a:bodyPr/>
        <a:lstStyle/>
        <a:p>
          <a:endParaRPr lang="en-US"/>
        </a:p>
      </dgm:t>
    </dgm:pt>
    <dgm:pt modelId="{32714EF9-D79C-42CE-8ABC-6056F365A420}" type="sibTrans" cxnId="{994FA51E-F9AF-439D-8945-DE87DAA54F0D}">
      <dgm:prSet/>
      <dgm:spPr/>
      <dgm:t>
        <a:bodyPr/>
        <a:lstStyle/>
        <a:p>
          <a:endParaRPr lang="en-US"/>
        </a:p>
      </dgm:t>
    </dgm:pt>
    <dgm:pt modelId="{AE731D34-2FB4-4F2D-867D-ECFE465B2E2C}">
      <dgm:prSet/>
      <dgm:spPr/>
      <dgm:t>
        <a:bodyPr/>
        <a:lstStyle/>
        <a:p>
          <a:r>
            <a:rPr lang="fr-FR" b="1" i="0" baseline="0"/>
            <a:t>Alignement</a:t>
          </a:r>
          <a:r>
            <a:rPr lang="fr-FR" b="0" i="0" baseline="0"/>
            <a:t> </a:t>
          </a:r>
          <a:endParaRPr lang="en-US"/>
        </a:p>
      </dgm:t>
    </dgm:pt>
    <dgm:pt modelId="{5D6EDA61-D412-4877-B487-DC0C4E8C9989}" type="parTrans" cxnId="{3D3C3548-5F8A-4946-845C-B796EAF912A6}">
      <dgm:prSet/>
      <dgm:spPr/>
      <dgm:t>
        <a:bodyPr/>
        <a:lstStyle/>
        <a:p>
          <a:endParaRPr lang="en-US"/>
        </a:p>
      </dgm:t>
    </dgm:pt>
    <dgm:pt modelId="{903ABB12-44FB-448F-ABA0-BCF94FB3BC57}" type="sibTrans" cxnId="{3D3C3548-5F8A-4946-845C-B796EAF912A6}">
      <dgm:prSet/>
      <dgm:spPr/>
      <dgm:t>
        <a:bodyPr/>
        <a:lstStyle/>
        <a:p>
          <a:endParaRPr lang="en-US"/>
        </a:p>
      </dgm:t>
    </dgm:pt>
    <dgm:pt modelId="{BF6BD076-2E0C-42A4-B6FE-E7C7672D199B}">
      <dgm:prSet/>
      <dgm:spPr/>
      <dgm:t>
        <a:bodyPr/>
        <a:lstStyle/>
        <a:p>
          <a:r>
            <a:rPr lang="fr-FR" b="1" i="0" baseline="0" dirty="0"/>
            <a:t>Co-Learning</a:t>
          </a:r>
          <a:endParaRPr lang="en-US" dirty="0"/>
        </a:p>
      </dgm:t>
    </dgm:pt>
    <dgm:pt modelId="{6C223CB5-8594-437C-9A0E-9D83EAF07F44}" type="parTrans" cxnId="{3302CB3D-B5A6-430D-AB45-CEAE0E46ACE6}">
      <dgm:prSet/>
      <dgm:spPr/>
      <dgm:t>
        <a:bodyPr/>
        <a:lstStyle/>
        <a:p>
          <a:endParaRPr lang="en-US"/>
        </a:p>
      </dgm:t>
    </dgm:pt>
    <dgm:pt modelId="{FC1D5E44-3463-48DF-BA62-0EA2F8E5A11A}" type="sibTrans" cxnId="{3302CB3D-B5A6-430D-AB45-CEAE0E46ACE6}">
      <dgm:prSet/>
      <dgm:spPr/>
      <dgm:t>
        <a:bodyPr/>
        <a:lstStyle/>
        <a:p>
          <a:endParaRPr lang="en-US"/>
        </a:p>
      </dgm:t>
    </dgm:pt>
    <dgm:pt modelId="{FDED81C0-AD38-4337-B50C-9B43E2A72CFE}" type="pres">
      <dgm:prSet presAssocID="{90527C63-637A-47B6-9930-5B1ADF837775}" presName="root" presStyleCnt="0">
        <dgm:presLayoutVars>
          <dgm:dir/>
          <dgm:resizeHandles val="exact"/>
        </dgm:presLayoutVars>
      </dgm:prSet>
      <dgm:spPr/>
    </dgm:pt>
    <dgm:pt modelId="{D09DE903-2802-47E8-B021-68B5AB8FB992}" type="pres">
      <dgm:prSet presAssocID="{3AC5D597-481A-4C98-A575-0F05414DA7C3}" presName="compNode" presStyleCnt="0"/>
      <dgm:spPr/>
    </dgm:pt>
    <dgm:pt modelId="{C1AECE2B-2273-4143-8305-E4D351ED2994}" type="pres">
      <dgm:prSet presAssocID="{3AC5D597-481A-4C98-A575-0F05414DA7C3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tome"/>
        </a:ext>
      </dgm:extLst>
    </dgm:pt>
    <dgm:pt modelId="{7417F7C8-F1C9-413D-837E-C9A750559281}" type="pres">
      <dgm:prSet presAssocID="{3AC5D597-481A-4C98-A575-0F05414DA7C3}" presName="spaceRect" presStyleCnt="0"/>
      <dgm:spPr/>
    </dgm:pt>
    <dgm:pt modelId="{C709DBD9-5D6D-4237-B6C8-B66DBCEBA4AF}" type="pres">
      <dgm:prSet presAssocID="{3AC5D597-481A-4C98-A575-0F05414DA7C3}" presName="textRect" presStyleLbl="revTx" presStyleIdx="0" presStyleCnt="5">
        <dgm:presLayoutVars>
          <dgm:chMax val="1"/>
          <dgm:chPref val="1"/>
        </dgm:presLayoutVars>
      </dgm:prSet>
      <dgm:spPr/>
    </dgm:pt>
    <dgm:pt modelId="{A31DB54D-75AD-4E91-B81D-B3F2A5532A3E}" type="pres">
      <dgm:prSet presAssocID="{0E7221D1-324D-4FB6-B8B1-13F60970C3AE}" presName="sibTrans" presStyleCnt="0"/>
      <dgm:spPr/>
    </dgm:pt>
    <dgm:pt modelId="{A1918E05-B36E-45E8-9FFA-A4C8F0DD43EB}" type="pres">
      <dgm:prSet presAssocID="{E8D4B822-EC9B-4AA8-9A41-BB029713E7EA}" presName="compNode" presStyleCnt="0"/>
      <dgm:spPr/>
    </dgm:pt>
    <dgm:pt modelId="{EDD65A80-8423-4DF1-8E79-6EDF70057F8A}" type="pres">
      <dgm:prSet presAssocID="{E8D4B822-EC9B-4AA8-9A41-BB029713E7EA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53522F8-31EE-40F1-A4C8-538EF10DB982}" type="pres">
      <dgm:prSet presAssocID="{E8D4B822-EC9B-4AA8-9A41-BB029713E7EA}" presName="spaceRect" presStyleCnt="0"/>
      <dgm:spPr/>
    </dgm:pt>
    <dgm:pt modelId="{5C99234B-9CF4-4102-A132-90645053C218}" type="pres">
      <dgm:prSet presAssocID="{E8D4B822-EC9B-4AA8-9A41-BB029713E7EA}" presName="textRect" presStyleLbl="revTx" presStyleIdx="1" presStyleCnt="5">
        <dgm:presLayoutVars>
          <dgm:chMax val="1"/>
          <dgm:chPref val="1"/>
        </dgm:presLayoutVars>
      </dgm:prSet>
      <dgm:spPr/>
    </dgm:pt>
    <dgm:pt modelId="{6EDB8033-8BDF-4E6D-BA13-57E36D75502C}" type="pres">
      <dgm:prSet presAssocID="{4076CB6E-E0FB-405A-B4D2-A87422E458D3}" presName="sibTrans" presStyleCnt="0"/>
      <dgm:spPr/>
    </dgm:pt>
    <dgm:pt modelId="{9F57A237-0E93-4837-8EE4-9CC954C1E63F}" type="pres">
      <dgm:prSet presAssocID="{1366E4AC-3A3A-4200-8A36-1304F8472F76}" presName="compNode" presStyleCnt="0"/>
      <dgm:spPr/>
    </dgm:pt>
    <dgm:pt modelId="{3EF79444-47EA-47DA-AE09-DD57D8E9623F}" type="pres">
      <dgm:prSet presAssocID="{1366E4AC-3A3A-4200-8A36-1304F8472F76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67CF3264-7F9F-46A0-BA56-4301BBD114DE}" type="pres">
      <dgm:prSet presAssocID="{1366E4AC-3A3A-4200-8A36-1304F8472F76}" presName="spaceRect" presStyleCnt="0"/>
      <dgm:spPr/>
    </dgm:pt>
    <dgm:pt modelId="{352143A5-8353-4652-BB68-409B3B0CE23D}" type="pres">
      <dgm:prSet presAssocID="{1366E4AC-3A3A-4200-8A36-1304F8472F76}" presName="textRect" presStyleLbl="revTx" presStyleIdx="2" presStyleCnt="5">
        <dgm:presLayoutVars>
          <dgm:chMax val="1"/>
          <dgm:chPref val="1"/>
        </dgm:presLayoutVars>
      </dgm:prSet>
      <dgm:spPr/>
    </dgm:pt>
    <dgm:pt modelId="{B99319D3-FFBB-4E6B-9631-1BFADF2DCE49}" type="pres">
      <dgm:prSet presAssocID="{32714EF9-D79C-42CE-8ABC-6056F365A420}" presName="sibTrans" presStyleCnt="0"/>
      <dgm:spPr/>
    </dgm:pt>
    <dgm:pt modelId="{275CE9D9-56E7-45BB-8CB2-86DBE006AAE2}" type="pres">
      <dgm:prSet presAssocID="{AE731D34-2FB4-4F2D-867D-ECFE465B2E2C}" presName="compNode" presStyleCnt="0"/>
      <dgm:spPr/>
    </dgm:pt>
    <dgm:pt modelId="{7FA499EB-A690-47AE-877C-1F6C506686C9}" type="pres">
      <dgm:prSet presAssocID="{AE731D34-2FB4-4F2D-867D-ECFE465B2E2C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ignée de main"/>
        </a:ext>
      </dgm:extLst>
    </dgm:pt>
    <dgm:pt modelId="{775E2A32-8112-4E7E-88D7-F6D4DD2CF500}" type="pres">
      <dgm:prSet presAssocID="{AE731D34-2FB4-4F2D-867D-ECFE465B2E2C}" presName="spaceRect" presStyleCnt="0"/>
      <dgm:spPr/>
    </dgm:pt>
    <dgm:pt modelId="{0CE6B2CE-5C63-42C8-AB97-2BD91D6255CF}" type="pres">
      <dgm:prSet presAssocID="{AE731D34-2FB4-4F2D-867D-ECFE465B2E2C}" presName="textRect" presStyleLbl="revTx" presStyleIdx="3" presStyleCnt="5">
        <dgm:presLayoutVars>
          <dgm:chMax val="1"/>
          <dgm:chPref val="1"/>
        </dgm:presLayoutVars>
      </dgm:prSet>
      <dgm:spPr/>
    </dgm:pt>
    <dgm:pt modelId="{ED7622D9-2EAF-4205-A1AF-70E071E2B8F4}" type="pres">
      <dgm:prSet presAssocID="{903ABB12-44FB-448F-ABA0-BCF94FB3BC57}" presName="sibTrans" presStyleCnt="0"/>
      <dgm:spPr/>
    </dgm:pt>
    <dgm:pt modelId="{50A1885E-3C13-45BE-B168-AD130D266356}" type="pres">
      <dgm:prSet presAssocID="{BF6BD076-2E0C-42A4-B6FE-E7C7672D199B}" presName="compNode" presStyleCnt="0"/>
      <dgm:spPr/>
    </dgm:pt>
    <dgm:pt modelId="{96CFD845-DAFC-4FB3-BB8D-D7DDB2659D25}" type="pres">
      <dgm:prSet presAssocID="{BF6BD076-2E0C-42A4-B6FE-E7C7672D199B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e"/>
        </a:ext>
      </dgm:extLst>
    </dgm:pt>
    <dgm:pt modelId="{BD5FEB2A-F5FE-46A0-80FF-1DDAC9F8F940}" type="pres">
      <dgm:prSet presAssocID="{BF6BD076-2E0C-42A4-B6FE-E7C7672D199B}" presName="spaceRect" presStyleCnt="0"/>
      <dgm:spPr/>
    </dgm:pt>
    <dgm:pt modelId="{9847FA4E-43E5-4878-91F1-1A5FDF3FE69D}" type="pres">
      <dgm:prSet presAssocID="{BF6BD076-2E0C-42A4-B6FE-E7C7672D199B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1E72CC03-E202-4E55-BC48-F2E1184646E0}" type="presOf" srcId="{BF6BD076-2E0C-42A4-B6FE-E7C7672D199B}" destId="{9847FA4E-43E5-4878-91F1-1A5FDF3FE69D}" srcOrd="0" destOrd="0" presId="urn:microsoft.com/office/officeart/2018/2/layout/IconLabelList"/>
    <dgm:cxn modelId="{994FA51E-F9AF-439D-8945-DE87DAA54F0D}" srcId="{90527C63-637A-47B6-9930-5B1ADF837775}" destId="{1366E4AC-3A3A-4200-8A36-1304F8472F76}" srcOrd="2" destOrd="0" parTransId="{60FC05CA-CF2E-4A9A-8CB5-E43356E57D1E}" sibTransId="{32714EF9-D79C-42CE-8ABC-6056F365A420}"/>
    <dgm:cxn modelId="{3302CB3D-B5A6-430D-AB45-CEAE0E46ACE6}" srcId="{90527C63-637A-47B6-9930-5B1ADF837775}" destId="{BF6BD076-2E0C-42A4-B6FE-E7C7672D199B}" srcOrd="4" destOrd="0" parTransId="{6C223CB5-8594-437C-9A0E-9D83EAF07F44}" sibTransId="{FC1D5E44-3463-48DF-BA62-0EA2F8E5A11A}"/>
    <dgm:cxn modelId="{C6DD3067-5C7B-4F32-9691-6494F58F54EC}" srcId="{90527C63-637A-47B6-9930-5B1ADF837775}" destId="{E8D4B822-EC9B-4AA8-9A41-BB029713E7EA}" srcOrd="1" destOrd="0" parTransId="{793A2D8B-482C-483C-8C97-2052FAFD3358}" sibTransId="{4076CB6E-E0FB-405A-B4D2-A87422E458D3}"/>
    <dgm:cxn modelId="{3D3C3548-5F8A-4946-845C-B796EAF912A6}" srcId="{90527C63-637A-47B6-9930-5B1ADF837775}" destId="{AE731D34-2FB4-4F2D-867D-ECFE465B2E2C}" srcOrd="3" destOrd="0" parTransId="{5D6EDA61-D412-4877-B487-DC0C4E8C9989}" sibTransId="{903ABB12-44FB-448F-ABA0-BCF94FB3BC57}"/>
    <dgm:cxn modelId="{F948D051-9399-41A8-BB4D-51C58760A0A6}" type="presOf" srcId="{3AC5D597-481A-4C98-A575-0F05414DA7C3}" destId="{C709DBD9-5D6D-4237-B6C8-B66DBCEBA4AF}" srcOrd="0" destOrd="0" presId="urn:microsoft.com/office/officeart/2018/2/layout/IconLabelList"/>
    <dgm:cxn modelId="{CA919C88-C0C1-4066-A3C3-8FE21A3C4E06}" type="presOf" srcId="{AE731D34-2FB4-4F2D-867D-ECFE465B2E2C}" destId="{0CE6B2CE-5C63-42C8-AB97-2BD91D6255CF}" srcOrd="0" destOrd="0" presId="urn:microsoft.com/office/officeart/2018/2/layout/IconLabelList"/>
    <dgm:cxn modelId="{EBCFAF88-0562-4BFF-9A01-45458BAA289B}" type="presOf" srcId="{E8D4B822-EC9B-4AA8-9A41-BB029713E7EA}" destId="{5C99234B-9CF4-4102-A132-90645053C218}" srcOrd="0" destOrd="0" presId="urn:microsoft.com/office/officeart/2018/2/layout/IconLabelList"/>
    <dgm:cxn modelId="{B6B5C3CD-A7ED-433A-9460-9BADFA174E20}" type="presOf" srcId="{90527C63-637A-47B6-9930-5B1ADF837775}" destId="{FDED81C0-AD38-4337-B50C-9B43E2A72CFE}" srcOrd="0" destOrd="0" presId="urn:microsoft.com/office/officeart/2018/2/layout/IconLabelList"/>
    <dgm:cxn modelId="{CF1649E2-6D7B-47EE-B1E6-276B951FC6DF}" srcId="{90527C63-637A-47B6-9930-5B1ADF837775}" destId="{3AC5D597-481A-4C98-A575-0F05414DA7C3}" srcOrd="0" destOrd="0" parTransId="{C20A4F57-6BC4-4A9D-BE4E-ADDEB8E25348}" sibTransId="{0E7221D1-324D-4FB6-B8B1-13F60970C3AE}"/>
    <dgm:cxn modelId="{4B83EFF6-F7DB-4F7D-BCB1-A2B03DFBE687}" type="presOf" srcId="{1366E4AC-3A3A-4200-8A36-1304F8472F76}" destId="{352143A5-8353-4652-BB68-409B3B0CE23D}" srcOrd="0" destOrd="0" presId="urn:microsoft.com/office/officeart/2018/2/layout/IconLabelList"/>
    <dgm:cxn modelId="{4E12E286-EDA6-4396-B501-092573E3095D}" type="presParOf" srcId="{FDED81C0-AD38-4337-B50C-9B43E2A72CFE}" destId="{D09DE903-2802-47E8-B021-68B5AB8FB992}" srcOrd="0" destOrd="0" presId="urn:microsoft.com/office/officeart/2018/2/layout/IconLabelList"/>
    <dgm:cxn modelId="{812C9EC2-8868-4B4B-9F69-05EE6154F9DA}" type="presParOf" srcId="{D09DE903-2802-47E8-B021-68B5AB8FB992}" destId="{C1AECE2B-2273-4143-8305-E4D351ED2994}" srcOrd="0" destOrd="0" presId="urn:microsoft.com/office/officeart/2018/2/layout/IconLabelList"/>
    <dgm:cxn modelId="{A632A178-BC92-4EDA-85E6-A288C7C19A14}" type="presParOf" srcId="{D09DE903-2802-47E8-B021-68B5AB8FB992}" destId="{7417F7C8-F1C9-413D-837E-C9A750559281}" srcOrd="1" destOrd="0" presId="urn:microsoft.com/office/officeart/2018/2/layout/IconLabelList"/>
    <dgm:cxn modelId="{D24F70A2-AB5A-481A-96DF-2DE8A1922073}" type="presParOf" srcId="{D09DE903-2802-47E8-B021-68B5AB8FB992}" destId="{C709DBD9-5D6D-4237-B6C8-B66DBCEBA4AF}" srcOrd="2" destOrd="0" presId="urn:microsoft.com/office/officeart/2018/2/layout/IconLabelList"/>
    <dgm:cxn modelId="{9E033598-BCB3-4481-9436-63A014F913C8}" type="presParOf" srcId="{FDED81C0-AD38-4337-B50C-9B43E2A72CFE}" destId="{A31DB54D-75AD-4E91-B81D-B3F2A5532A3E}" srcOrd="1" destOrd="0" presId="urn:microsoft.com/office/officeart/2018/2/layout/IconLabelList"/>
    <dgm:cxn modelId="{ED7C82A4-1F0B-4987-9D94-A16E08D956CB}" type="presParOf" srcId="{FDED81C0-AD38-4337-B50C-9B43E2A72CFE}" destId="{A1918E05-B36E-45E8-9FFA-A4C8F0DD43EB}" srcOrd="2" destOrd="0" presId="urn:microsoft.com/office/officeart/2018/2/layout/IconLabelList"/>
    <dgm:cxn modelId="{1EC3F6CC-18D9-473F-98F3-5F0F49CFADEE}" type="presParOf" srcId="{A1918E05-B36E-45E8-9FFA-A4C8F0DD43EB}" destId="{EDD65A80-8423-4DF1-8E79-6EDF70057F8A}" srcOrd="0" destOrd="0" presId="urn:microsoft.com/office/officeart/2018/2/layout/IconLabelList"/>
    <dgm:cxn modelId="{5DD63E66-638F-49CA-AA3E-7CF22FA00E7D}" type="presParOf" srcId="{A1918E05-B36E-45E8-9FFA-A4C8F0DD43EB}" destId="{953522F8-31EE-40F1-A4C8-538EF10DB982}" srcOrd="1" destOrd="0" presId="urn:microsoft.com/office/officeart/2018/2/layout/IconLabelList"/>
    <dgm:cxn modelId="{9F41194A-6B01-4B96-A969-8D718EE463DE}" type="presParOf" srcId="{A1918E05-B36E-45E8-9FFA-A4C8F0DD43EB}" destId="{5C99234B-9CF4-4102-A132-90645053C218}" srcOrd="2" destOrd="0" presId="urn:microsoft.com/office/officeart/2018/2/layout/IconLabelList"/>
    <dgm:cxn modelId="{4A5F1C5C-9EED-4896-85F2-B962698BB30B}" type="presParOf" srcId="{FDED81C0-AD38-4337-B50C-9B43E2A72CFE}" destId="{6EDB8033-8BDF-4E6D-BA13-57E36D75502C}" srcOrd="3" destOrd="0" presId="urn:microsoft.com/office/officeart/2018/2/layout/IconLabelList"/>
    <dgm:cxn modelId="{E5C34A34-3D59-4329-9347-7E5F03EDFF17}" type="presParOf" srcId="{FDED81C0-AD38-4337-B50C-9B43E2A72CFE}" destId="{9F57A237-0E93-4837-8EE4-9CC954C1E63F}" srcOrd="4" destOrd="0" presId="urn:microsoft.com/office/officeart/2018/2/layout/IconLabelList"/>
    <dgm:cxn modelId="{FD94378F-1984-4D71-A93D-964EEF6C74DF}" type="presParOf" srcId="{9F57A237-0E93-4837-8EE4-9CC954C1E63F}" destId="{3EF79444-47EA-47DA-AE09-DD57D8E9623F}" srcOrd="0" destOrd="0" presId="urn:microsoft.com/office/officeart/2018/2/layout/IconLabelList"/>
    <dgm:cxn modelId="{C99699EB-D7B8-4EDB-AFE9-3CC5964AE654}" type="presParOf" srcId="{9F57A237-0E93-4837-8EE4-9CC954C1E63F}" destId="{67CF3264-7F9F-46A0-BA56-4301BBD114DE}" srcOrd="1" destOrd="0" presId="urn:microsoft.com/office/officeart/2018/2/layout/IconLabelList"/>
    <dgm:cxn modelId="{45617A68-B053-4EEE-B274-B4E8A33857C4}" type="presParOf" srcId="{9F57A237-0E93-4837-8EE4-9CC954C1E63F}" destId="{352143A5-8353-4652-BB68-409B3B0CE23D}" srcOrd="2" destOrd="0" presId="urn:microsoft.com/office/officeart/2018/2/layout/IconLabelList"/>
    <dgm:cxn modelId="{E6250374-368C-44A5-A961-633E68CCAC4D}" type="presParOf" srcId="{FDED81C0-AD38-4337-B50C-9B43E2A72CFE}" destId="{B99319D3-FFBB-4E6B-9631-1BFADF2DCE49}" srcOrd="5" destOrd="0" presId="urn:microsoft.com/office/officeart/2018/2/layout/IconLabelList"/>
    <dgm:cxn modelId="{4877AC67-4644-4844-86F8-3FD973381A69}" type="presParOf" srcId="{FDED81C0-AD38-4337-B50C-9B43E2A72CFE}" destId="{275CE9D9-56E7-45BB-8CB2-86DBE006AAE2}" srcOrd="6" destOrd="0" presId="urn:microsoft.com/office/officeart/2018/2/layout/IconLabelList"/>
    <dgm:cxn modelId="{6393135E-1A98-4D33-B3AB-502F46F5759A}" type="presParOf" srcId="{275CE9D9-56E7-45BB-8CB2-86DBE006AAE2}" destId="{7FA499EB-A690-47AE-877C-1F6C506686C9}" srcOrd="0" destOrd="0" presId="urn:microsoft.com/office/officeart/2018/2/layout/IconLabelList"/>
    <dgm:cxn modelId="{DD59259D-DF12-4F99-9E8D-B628FBA10066}" type="presParOf" srcId="{275CE9D9-56E7-45BB-8CB2-86DBE006AAE2}" destId="{775E2A32-8112-4E7E-88D7-F6D4DD2CF500}" srcOrd="1" destOrd="0" presId="urn:microsoft.com/office/officeart/2018/2/layout/IconLabelList"/>
    <dgm:cxn modelId="{BAF1B56F-4C5E-4C99-9A96-37BD919910B3}" type="presParOf" srcId="{275CE9D9-56E7-45BB-8CB2-86DBE006AAE2}" destId="{0CE6B2CE-5C63-42C8-AB97-2BD91D6255CF}" srcOrd="2" destOrd="0" presId="urn:microsoft.com/office/officeart/2018/2/layout/IconLabelList"/>
    <dgm:cxn modelId="{B371D448-7BBC-4EA4-BA4A-1E9E54DEFA9E}" type="presParOf" srcId="{FDED81C0-AD38-4337-B50C-9B43E2A72CFE}" destId="{ED7622D9-2EAF-4205-A1AF-70E071E2B8F4}" srcOrd="7" destOrd="0" presId="urn:microsoft.com/office/officeart/2018/2/layout/IconLabelList"/>
    <dgm:cxn modelId="{6301BB57-60DE-45DE-909B-748E922FFDBB}" type="presParOf" srcId="{FDED81C0-AD38-4337-B50C-9B43E2A72CFE}" destId="{50A1885E-3C13-45BE-B168-AD130D266356}" srcOrd="8" destOrd="0" presId="urn:microsoft.com/office/officeart/2018/2/layout/IconLabelList"/>
    <dgm:cxn modelId="{617FAB38-0B16-43EE-A42A-F158995701FD}" type="presParOf" srcId="{50A1885E-3C13-45BE-B168-AD130D266356}" destId="{96CFD845-DAFC-4FB3-BB8D-D7DDB2659D25}" srcOrd="0" destOrd="0" presId="urn:microsoft.com/office/officeart/2018/2/layout/IconLabelList"/>
    <dgm:cxn modelId="{C10A5DC7-532C-4935-98FB-180B8BD40B17}" type="presParOf" srcId="{50A1885E-3C13-45BE-B168-AD130D266356}" destId="{BD5FEB2A-F5FE-46A0-80FF-1DDAC9F8F940}" srcOrd="1" destOrd="0" presId="urn:microsoft.com/office/officeart/2018/2/layout/IconLabelList"/>
    <dgm:cxn modelId="{2AA4D504-F135-4D6C-9C66-65AB0FFB2FCF}" type="presParOf" srcId="{50A1885E-3C13-45BE-B168-AD130D266356}" destId="{9847FA4E-43E5-4878-91F1-1A5FDF3FE69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951726A-FF3F-419E-9A3E-CE140793AAC0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82D9FC36-07CB-46D0-BE4A-47A85B456B54}">
      <dgm:prSet/>
      <dgm:spPr/>
      <dgm:t>
        <a:bodyPr/>
        <a:lstStyle/>
        <a:p>
          <a:r>
            <a:rPr lang="fr-FR"/>
            <a:t>Early fusion</a:t>
          </a:r>
          <a:endParaRPr lang="en-US"/>
        </a:p>
      </dgm:t>
    </dgm:pt>
    <dgm:pt modelId="{B8613EC4-33D8-4EE9-8174-B0FC23AED90C}" type="parTrans" cxnId="{168957A4-4E5C-49C0-9B38-2BC44BC30F92}">
      <dgm:prSet/>
      <dgm:spPr/>
      <dgm:t>
        <a:bodyPr/>
        <a:lstStyle/>
        <a:p>
          <a:endParaRPr lang="en-US"/>
        </a:p>
      </dgm:t>
    </dgm:pt>
    <dgm:pt modelId="{45554102-6225-4A5A-90EE-C76533E13D70}" type="sibTrans" cxnId="{168957A4-4E5C-49C0-9B38-2BC44BC30F92}">
      <dgm:prSet/>
      <dgm:spPr/>
      <dgm:t>
        <a:bodyPr/>
        <a:lstStyle/>
        <a:p>
          <a:endParaRPr lang="en-US"/>
        </a:p>
      </dgm:t>
    </dgm:pt>
    <dgm:pt modelId="{84969002-9A31-4375-8385-AF986C5D94C6}">
      <dgm:prSet/>
      <dgm:spPr/>
      <dgm:t>
        <a:bodyPr/>
        <a:lstStyle/>
        <a:p>
          <a:r>
            <a:rPr lang="fr-FR"/>
            <a:t>Deep fusion</a:t>
          </a:r>
          <a:endParaRPr lang="en-US"/>
        </a:p>
      </dgm:t>
    </dgm:pt>
    <dgm:pt modelId="{DFDB667E-59F4-483C-9B0E-550B2CA94D10}" type="parTrans" cxnId="{A8EA95DD-0795-4F6D-9E76-3A00A24C44D6}">
      <dgm:prSet/>
      <dgm:spPr/>
      <dgm:t>
        <a:bodyPr/>
        <a:lstStyle/>
        <a:p>
          <a:endParaRPr lang="en-US"/>
        </a:p>
      </dgm:t>
    </dgm:pt>
    <dgm:pt modelId="{159DE00C-DF93-4DB1-A9C2-40A3C73A5A56}" type="sibTrans" cxnId="{A8EA95DD-0795-4F6D-9E76-3A00A24C44D6}">
      <dgm:prSet/>
      <dgm:spPr/>
      <dgm:t>
        <a:bodyPr/>
        <a:lstStyle/>
        <a:p>
          <a:endParaRPr lang="en-US"/>
        </a:p>
      </dgm:t>
    </dgm:pt>
    <dgm:pt modelId="{68E3D228-412F-4E8B-913F-0DCFC5CB2D3F}">
      <dgm:prSet/>
      <dgm:spPr/>
      <dgm:t>
        <a:bodyPr/>
        <a:lstStyle/>
        <a:p>
          <a:r>
            <a:rPr lang="fr-FR"/>
            <a:t>Late fusion</a:t>
          </a:r>
          <a:endParaRPr lang="en-US"/>
        </a:p>
      </dgm:t>
    </dgm:pt>
    <dgm:pt modelId="{156096D1-C6F4-4CDC-920D-4B9967DB5AB5}" type="parTrans" cxnId="{6BB0F3AF-D272-4C64-BE93-D07D2D61C789}">
      <dgm:prSet/>
      <dgm:spPr/>
      <dgm:t>
        <a:bodyPr/>
        <a:lstStyle/>
        <a:p>
          <a:endParaRPr lang="en-US"/>
        </a:p>
      </dgm:t>
    </dgm:pt>
    <dgm:pt modelId="{547E8BE8-337B-4D01-AFEC-02AF3AAEF94E}" type="sibTrans" cxnId="{6BB0F3AF-D272-4C64-BE93-D07D2D61C789}">
      <dgm:prSet/>
      <dgm:spPr/>
      <dgm:t>
        <a:bodyPr/>
        <a:lstStyle/>
        <a:p>
          <a:endParaRPr lang="en-US"/>
        </a:p>
      </dgm:t>
    </dgm:pt>
    <dgm:pt modelId="{A1F02760-E29F-48FC-99F8-5B9A5D8D1903}">
      <dgm:prSet/>
      <dgm:spPr/>
      <dgm:t>
        <a:bodyPr/>
        <a:lstStyle/>
        <a:p>
          <a:r>
            <a:rPr lang="fr-FR"/>
            <a:t>Hybrid fusion </a:t>
          </a:r>
          <a:endParaRPr lang="en-US"/>
        </a:p>
      </dgm:t>
    </dgm:pt>
    <dgm:pt modelId="{D9D37E8E-6657-4129-80F7-A13CA553BE5E}" type="parTrans" cxnId="{65825B8C-226E-434B-B363-A4038A5488DA}">
      <dgm:prSet/>
      <dgm:spPr/>
      <dgm:t>
        <a:bodyPr/>
        <a:lstStyle/>
        <a:p>
          <a:endParaRPr lang="en-US"/>
        </a:p>
      </dgm:t>
    </dgm:pt>
    <dgm:pt modelId="{DFE4193E-75BF-4E03-8650-65814CCEE3B0}" type="sibTrans" cxnId="{65825B8C-226E-434B-B363-A4038A5488DA}">
      <dgm:prSet/>
      <dgm:spPr/>
      <dgm:t>
        <a:bodyPr/>
        <a:lstStyle/>
        <a:p>
          <a:endParaRPr lang="en-US"/>
        </a:p>
      </dgm:t>
    </dgm:pt>
    <dgm:pt modelId="{37CC7249-069B-428A-826F-345CA149D792}" type="pres">
      <dgm:prSet presAssocID="{8951726A-FF3F-419E-9A3E-CE140793AAC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F5FEE07-4748-4C0A-A6AA-70B121667880}" type="pres">
      <dgm:prSet presAssocID="{82D9FC36-07CB-46D0-BE4A-47A85B456B54}" presName="hierRoot1" presStyleCnt="0"/>
      <dgm:spPr/>
    </dgm:pt>
    <dgm:pt modelId="{43F08F3E-4D65-4D4B-B9DE-6586E8C56AE5}" type="pres">
      <dgm:prSet presAssocID="{82D9FC36-07CB-46D0-BE4A-47A85B456B54}" presName="composite" presStyleCnt="0"/>
      <dgm:spPr/>
    </dgm:pt>
    <dgm:pt modelId="{804B9820-C6E7-40C3-A8A9-4077E82E1BE3}" type="pres">
      <dgm:prSet presAssocID="{82D9FC36-07CB-46D0-BE4A-47A85B456B54}" presName="background" presStyleLbl="node0" presStyleIdx="0" presStyleCnt="4"/>
      <dgm:spPr/>
    </dgm:pt>
    <dgm:pt modelId="{CF909D03-147D-4B99-A308-985C86BA825E}" type="pres">
      <dgm:prSet presAssocID="{82D9FC36-07CB-46D0-BE4A-47A85B456B54}" presName="text" presStyleLbl="fgAcc0" presStyleIdx="0" presStyleCnt="4">
        <dgm:presLayoutVars>
          <dgm:chPref val="3"/>
        </dgm:presLayoutVars>
      </dgm:prSet>
      <dgm:spPr/>
    </dgm:pt>
    <dgm:pt modelId="{02430493-D60C-44CA-BEB9-6DBBF3CAB397}" type="pres">
      <dgm:prSet presAssocID="{82D9FC36-07CB-46D0-BE4A-47A85B456B54}" presName="hierChild2" presStyleCnt="0"/>
      <dgm:spPr/>
    </dgm:pt>
    <dgm:pt modelId="{D401358E-3876-48B7-BD4D-96BECD25D888}" type="pres">
      <dgm:prSet presAssocID="{84969002-9A31-4375-8385-AF986C5D94C6}" presName="hierRoot1" presStyleCnt="0"/>
      <dgm:spPr/>
    </dgm:pt>
    <dgm:pt modelId="{0FE25ED0-5EC9-4EA8-9157-1F133C31D004}" type="pres">
      <dgm:prSet presAssocID="{84969002-9A31-4375-8385-AF986C5D94C6}" presName="composite" presStyleCnt="0"/>
      <dgm:spPr/>
    </dgm:pt>
    <dgm:pt modelId="{6E200CAE-02F4-435A-9F5F-8DF8FDD57B96}" type="pres">
      <dgm:prSet presAssocID="{84969002-9A31-4375-8385-AF986C5D94C6}" presName="background" presStyleLbl="node0" presStyleIdx="1" presStyleCnt="4"/>
      <dgm:spPr/>
    </dgm:pt>
    <dgm:pt modelId="{4E73F807-594E-445B-A3C2-798643BA863A}" type="pres">
      <dgm:prSet presAssocID="{84969002-9A31-4375-8385-AF986C5D94C6}" presName="text" presStyleLbl="fgAcc0" presStyleIdx="1" presStyleCnt="4">
        <dgm:presLayoutVars>
          <dgm:chPref val="3"/>
        </dgm:presLayoutVars>
      </dgm:prSet>
      <dgm:spPr/>
    </dgm:pt>
    <dgm:pt modelId="{5395F02F-1DFF-448D-B092-18A1E8F41156}" type="pres">
      <dgm:prSet presAssocID="{84969002-9A31-4375-8385-AF986C5D94C6}" presName="hierChild2" presStyleCnt="0"/>
      <dgm:spPr/>
    </dgm:pt>
    <dgm:pt modelId="{7500DB02-92ED-4D54-99D3-3DDD8A8D455A}" type="pres">
      <dgm:prSet presAssocID="{68E3D228-412F-4E8B-913F-0DCFC5CB2D3F}" presName="hierRoot1" presStyleCnt="0"/>
      <dgm:spPr/>
    </dgm:pt>
    <dgm:pt modelId="{1A481D06-7AD5-47E1-9C01-4E69BB071E0D}" type="pres">
      <dgm:prSet presAssocID="{68E3D228-412F-4E8B-913F-0DCFC5CB2D3F}" presName="composite" presStyleCnt="0"/>
      <dgm:spPr/>
    </dgm:pt>
    <dgm:pt modelId="{D7478AB1-966C-4088-8B4A-DB1B22BAD9AA}" type="pres">
      <dgm:prSet presAssocID="{68E3D228-412F-4E8B-913F-0DCFC5CB2D3F}" presName="background" presStyleLbl="node0" presStyleIdx="2" presStyleCnt="4"/>
      <dgm:spPr/>
    </dgm:pt>
    <dgm:pt modelId="{4401BF02-69BF-48E1-A46E-6A96A31B9220}" type="pres">
      <dgm:prSet presAssocID="{68E3D228-412F-4E8B-913F-0DCFC5CB2D3F}" presName="text" presStyleLbl="fgAcc0" presStyleIdx="2" presStyleCnt="4">
        <dgm:presLayoutVars>
          <dgm:chPref val="3"/>
        </dgm:presLayoutVars>
      </dgm:prSet>
      <dgm:spPr/>
    </dgm:pt>
    <dgm:pt modelId="{ED372F10-22DD-4A47-8B92-3E7FE41C5B63}" type="pres">
      <dgm:prSet presAssocID="{68E3D228-412F-4E8B-913F-0DCFC5CB2D3F}" presName="hierChild2" presStyleCnt="0"/>
      <dgm:spPr/>
    </dgm:pt>
    <dgm:pt modelId="{215F4B01-CE58-4182-9F3D-866AB44B7594}" type="pres">
      <dgm:prSet presAssocID="{A1F02760-E29F-48FC-99F8-5B9A5D8D1903}" presName="hierRoot1" presStyleCnt="0"/>
      <dgm:spPr/>
    </dgm:pt>
    <dgm:pt modelId="{E4A31AA2-1C74-424E-B98E-81C89EF3BDAE}" type="pres">
      <dgm:prSet presAssocID="{A1F02760-E29F-48FC-99F8-5B9A5D8D1903}" presName="composite" presStyleCnt="0"/>
      <dgm:spPr/>
    </dgm:pt>
    <dgm:pt modelId="{33D76180-5F3B-41E8-83B5-CC336F994BA3}" type="pres">
      <dgm:prSet presAssocID="{A1F02760-E29F-48FC-99F8-5B9A5D8D1903}" presName="background" presStyleLbl="node0" presStyleIdx="3" presStyleCnt="4"/>
      <dgm:spPr/>
    </dgm:pt>
    <dgm:pt modelId="{63FE338A-937A-4BAD-8783-FA5A337BD25A}" type="pres">
      <dgm:prSet presAssocID="{A1F02760-E29F-48FC-99F8-5B9A5D8D1903}" presName="text" presStyleLbl="fgAcc0" presStyleIdx="3" presStyleCnt="4">
        <dgm:presLayoutVars>
          <dgm:chPref val="3"/>
        </dgm:presLayoutVars>
      </dgm:prSet>
      <dgm:spPr/>
    </dgm:pt>
    <dgm:pt modelId="{E114AF18-A972-4534-97EA-7D3C05BB1ACF}" type="pres">
      <dgm:prSet presAssocID="{A1F02760-E29F-48FC-99F8-5B9A5D8D1903}" presName="hierChild2" presStyleCnt="0"/>
      <dgm:spPr/>
    </dgm:pt>
  </dgm:ptLst>
  <dgm:cxnLst>
    <dgm:cxn modelId="{65825B8C-226E-434B-B363-A4038A5488DA}" srcId="{8951726A-FF3F-419E-9A3E-CE140793AAC0}" destId="{A1F02760-E29F-48FC-99F8-5B9A5D8D1903}" srcOrd="3" destOrd="0" parTransId="{D9D37E8E-6657-4129-80F7-A13CA553BE5E}" sibTransId="{DFE4193E-75BF-4E03-8650-65814CCEE3B0}"/>
    <dgm:cxn modelId="{168957A4-4E5C-49C0-9B38-2BC44BC30F92}" srcId="{8951726A-FF3F-419E-9A3E-CE140793AAC0}" destId="{82D9FC36-07CB-46D0-BE4A-47A85B456B54}" srcOrd="0" destOrd="0" parTransId="{B8613EC4-33D8-4EE9-8174-B0FC23AED90C}" sibTransId="{45554102-6225-4A5A-90EE-C76533E13D70}"/>
    <dgm:cxn modelId="{6BB0F3AF-D272-4C64-BE93-D07D2D61C789}" srcId="{8951726A-FF3F-419E-9A3E-CE140793AAC0}" destId="{68E3D228-412F-4E8B-913F-0DCFC5CB2D3F}" srcOrd="2" destOrd="0" parTransId="{156096D1-C6F4-4CDC-920D-4B9967DB5AB5}" sibTransId="{547E8BE8-337B-4D01-AFEC-02AF3AAEF94E}"/>
    <dgm:cxn modelId="{10AD35BE-4C0F-4B5C-B157-DFD6C5467775}" type="presOf" srcId="{8951726A-FF3F-419E-9A3E-CE140793AAC0}" destId="{37CC7249-069B-428A-826F-345CA149D792}" srcOrd="0" destOrd="0" presId="urn:microsoft.com/office/officeart/2005/8/layout/hierarchy1"/>
    <dgm:cxn modelId="{5B37F6C4-4F9D-4AC1-BED4-A51D8BE7F081}" type="presOf" srcId="{84969002-9A31-4375-8385-AF986C5D94C6}" destId="{4E73F807-594E-445B-A3C2-798643BA863A}" srcOrd="0" destOrd="0" presId="urn:microsoft.com/office/officeart/2005/8/layout/hierarchy1"/>
    <dgm:cxn modelId="{A8EA95DD-0795-4F6D-9E76-3A00A24C44D6}" srcId="{8951726A-FF3F-419E-9A3E-CE140793AAC0}" destId="{84969002-9A31-4375-8385-AF986C5D94C6}" srcOrd="1" destOrd="0" parTransId="{DFDB667E-59F4-483C-9B0E-550B2CA94D10}" sibTransId="{159DE00C-DF93-4DB1-A9C2-40A3C73A5A56}"/>
    <dgm:cxn modelId="{C8B0D5E4-D7B6-43E3-A082-4C99057BAA89}" type="presOf" srcId="{A1F02760-E29F-48FC-99F8-5B9A5D8D1903}" destId="{63FE338A-937A-4BAD-8783-FA5A337BD25A}" srcOrd="0" destOrd="0" presId="urn:microsoft.com/office/officeart/2005/8/layout/hierarchy1"/>
    <dgm:cxn modelId="{E77BBDE9-A838-4393-BFB9-6B0B7AB38161}" type="presOf" srcId="{68E3D228-412F-4E8B-913F-0DCFC5CB2D3F}" destId="{4401BF02-69BF-48E1-A46E-6A96A31B9220}" srcOrd="0" destOrd="0" presId="urn:microsoft.com/office/officeart/2005/8/layout/hierarchy1"/>
    <dgm:cxn modelId="{CDB41FF3-2573-4B92-B2EE-6739DCB3C029}" type="presOf" srcId="{82D9FC36-07CB-46D0-BE4A-47A85B456B54}" destId="{CF909D03-147D-4B99-A308-985C86BA825E}" srcOrd="0" destOrd="0" presId="urn:microsoft.com/office/officeart/2005/8/layout/hierarchy1"/>
    <dgm:cxn modelId="{AFFC4C48-E384-418B-B0AB-02EEE41F9194}" type="presParOf" srcId="{37CC7249-069B-428A-826F-345CA149D792}" destId="{9F5FEE07-4748-4C0A-A6AA-70B121667880}" srcOrd="0" destOrd="0" presId="urn:microsoft.com/office/officeart/2005/8/layout/hierarchy1"/>
    <dgm:cxn modelId="{579CBB1D-81A4-4A5B-9F75-C6BB48103846}" type="presParOf" srcId="{9F5FEE07-4748-4C0A-A6AA-70B121667880}" destId="{43F08F3E-4D65-4D4B-B9DE-6586E8C56AE5}" srcOrd="0" destOrd="0" presId="urn:microsoft.com/office/officeart/2005/8/layout/hierarchy1"/>
    <dgm:cxn modelId="{A37A948C-5F18-48D7-90FC-47510A48BA87}" type="presParOf" srcId="{43F08F3E-4D65-4D4B-B9DE-6586E8C56AE5}" destId="{804B9820-C6E7-40C3-A8A9-4077E82E1BE3}" srcOrd="0" destOrd="0" presId="urn:microsoft.com/office/officeart/2005/8/layout/hierarchy1"/>
    <dgm:cxn modelId="{D6AF6F74-BF6E-4289-8550-2A3007A84A89}" type="presParOf" srcId="{43F08F3E-4D65-4D4B-B9DE-6586E8C56AE5}" destId="{CF909D03-147D-4B99-A308-985C86BA825E}" srcOrd="1" destOrd="0" presId="urn:microsoft.com/office/officeart/2005/8/layout/hierarchy1"/>
    <dgm:cxn modelId="{422122D5-EC0C-4676-AC84-2F8E37761AA7}" type="presParOf" srcId="{9F5FEE07-4748-4C0A-A6AA-70B121667880}" destId="{02430493-D60C-44CA-BEB9-6DBBF3CAB397}" srcOrd="1" destOrd="0" presId="urn:microsoft.com/office/officeart/2005/8/layout/hierarchy1"/>
    <dgm:cxn modelId="{BE7C6D43-843F-4687-AC0F-D5E06C9F2205}" type="presParOf" srcId="{37CC7249-069B-428A-826F-345CA149D792}" destId="{D401358E-3876-48B7-BD4D-96BECD25D888}" srcOrd="1" destOrd="0" presId="urn:microsoft.com/office/officeart/2005/8/layout/hierarchy1"/>
    <dgm:cxn modelId="{25F0A421-4503-4850-851A-80FE714C16D9}" type="presParOf" srcId="{D401358E-3876-48B7-BD4D-96BECD25D888}" destId="{0FE25ED0-5EC9-4EA8-9157-1F133C31D004}" srcOrd="0" destOrd="0" presId="urn:microsoft.com/office/officeart/2005/8/layout/hierarchy1"/>
    <dgm:cxn modelId="{F1A7C9D9-5F11-4D2B-B3F7-81955E75EEC1}" type="presParOf" srcId="{0FE25ED0-5EC9-4EA8-9157-1F133C31D004}" destId="{6E200CAE-02F4-435A-9F5F-8DF8FDD57B96}" srcOrd="0" destOrd="0" presId="urn:microsoft.com/office/officeart/2005/8/layout/hierarchy1"/>
    <dgm:cxn modelId="{5A571135-4B50-4B3A-A40D-AD5660E8D559}" type="presParOf" srcId="{0FE25ED0-5EC9-4EA8-9157-1F133C31D004}" destId="{4E73F807-594E-445B-A3C2-798643BA863A}" srcOrd="1" destOrd="0" presId="urn:microsoft.com/office/officeart/2005/8/layout/hierarchy1"/>
    <dgm:cxn modelId="{CA35A68F-9FD7-462D-8426-65BBDA1DB925}" type="presParOf" srcId="{D401358E-3876-48B7-BD4D-96BECD25D888}" destId="{5395F02F-1DFF-448D-B092-18A1E8F41156}" srcOrd="1" destOrd="0" presId="urn:microsoft.com/office/officeart/2005/8/layout/hierarchy1"/>
    <dgm:cxn modelId="{9721E189-050F-4CF1-97CB-865713DA5C69}" type="presParOf" srcId="{37CC7249-069B-428A-826F-345CA149D792}" destId="{7500DB02-92ED-4D54-99D3-3DDD8A8D455A}" srcOrd="2" destOrd="0" presId="urn:microsoft.com/office/officeart/2005/8/layout/hierarchy1"/>
    <dgm:cxn modelId="{F4BDBFCB-663E-4A34-81F9-DF5C4605DED0}" type="presParOf" srcId="{7500DB02-92ED-4D54-99D3-3DDD8A8D455A}" destId="{1A481D06-7AD5-47E1-9C01-4E69BB071E0D}" srcOrd="0" destOrd="0" presId="urn:microsoft.com/office/officeart/2005/8/layout/hierarchy1"/>
    <dgm:cxn modelId="{DB54408E-063F-4F10-A98B-0BA1AFF8FADA}" type="presParOf" srcId="{1A481D06-7AD5-47E1-9C01-4E69BB071E0D}" destId="{D7478AB1-966C-4088-8B4A-DB1B22BAD9AA}" srcOrd="0" destOrd="0" presId="urn:microsoft.com/office/officeart/2005/8/layout/hierarchy1"/>
    <dgm:cxn modelId="{6B5EC75B-719D-467B-898B-8EABAF8BC85B}" type="presParOf" srcId="{1A481D06-7AD5-47E1-9C01-4E69BB071E0D}" destId="{4401BF02-69BF-48E1-A46E-6A96A31B9220}" srcOrd="1" destOrd="0" presId="urn:microsoft.com/office/officeart/2005/8/layout/hierarchy1"/>
    <dgm:cxn modelId="{BD19CCB9-CCC4-45DE-BA90-06CFFD1F86BC}" type="presParOf" srcId="{7500DB02-92ED-4D54-99D3-3DDD8A8D455A}" destId="{ED372F10-22DD-4A47-8B92-3E7FE41C5B63}" srcOrd="1" destOrd="0" presId="urn:microsoft.com/office/officeart/2005/8/layout/hierarchy1"/>
    <dgm:cxn modelId="{C208EA98-2B0B-4CD2-B3A3-CAD439CD298C}" type="presParOf" srcId="{37CC7249-069B-428A-826F-345CA149D792}" destId="{215F4B01-CE58-4182-9F3D-866AB44B7594}" srcOrd="3" destOrd="0" presId="urn:microsoft.com/office/officeart/2005/8/layout/hierarchy1"/>
    <dgm:cxn modelId="{E2F26EC5-9D0C-413B-9D40-224B098FCF58}" type="presParOf" srcId="{215F4B01-CE58-4182-9F3D-866AB44B7594}" destId="{E4A31AA2-1C74-424E-B98E-81C89EF3BDAE}" srcOrd="0" destOrd="0" presId="urn:microsoft.com/office/officeart/2005/8/layout/hierarchy1"/>
    <dgm:cxn modelId="{B4574E7E-D96A-4CFA-B0FD-998D25D23A24}" type="presParOf" srcId="{E4A31AA2-1C74-424E-B98E-81C89EF3BDAE}" destId="{33D76180-5F3B-41E8-83B5-CC336F994BA3}" srcOrd="0" destOrd="0" presId="urn:microsoft.com/office/officeart/2005/8/layout/hierarchy1"/>
    <dgm:cxn modelId="{14DAFF4A-9F76-4BB9-8088-CC224B4D9A68}" type="presParOf" srcId="{E4A31AA2-1C74-424E-B98E-81C89EF3BDAE}" destId="{63FE338A-937A-4BAD-8783-FA5A337BD25A}" srcOrd="1" destOrd="0" presId="urn:microsoft.com/office/officeart/2005/8/layout/hierarchy1"/>
    <dgm:cxn modelId="{4B767AAC-199E-42BE-AEC5-466B0D0E1894}" type="presParOf" srcId="{215F4B01-CE58-4182-9F3D-866AB44B7594}" destId="{E114AF18-A972-4534-97EA-7D3C05BB1ACF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3F4AE40-3F90-4F8D-8D11-00CA108039E5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1CC33D17-86EB-4EC3-93C1-D0AA042FDFFF}">
      <dgm:prSet/>
      <dgm:spPr/>
      <dgm:t>
        <a:bodyPr/>
        <a:lstStyle/>
        <a:p>
          <a:r>
            <a:rPr lang="fr-FR" dirty="0"/>
            <a:t>Data représentation</a:t>
          </a:r>
          <a:endParaRPr lang="en-US" dirty="0"/>
        </a:p>
      </dgm:t>
    </dgm:pt>
    <dgm:pt modelId="{A910E5E0-CD8B-4827-9145-31C487EB93ED}" type="parTrans" cxnId="{4E00CC07-D55D-4D8F-8365-BD49793A4001}">
      <dgm:prSet/>
      <dgm:spPr/>
      <dgm:t>
        <a:bodyPr/>
        <a:lstStyle/>
        <a:p>
          <a:endParaRPr lang="en-US"/>
        </a:p>
      </dgm:t>
    </dgm:pt>
    <dgm:pt modelId="{6A537D4D-D99E-4DF8-8FE8-28795F802728}" type="sibTrans" cxnId="{4E00CC07-D55D-4D8F-8365-BD49793A4001}">
      <dgm:prSet/>
      <dgm:spPr/>
      <dgm:t>
        <a:bodyPr/>
        <a:lstStyle/>
        <a:p>
          <a:endParaRPr lang="en-US"/>
        </a:p>
      </dgm:t>
    </dgm:pt>
    <dgm:pt modelId="{C8358AFC-3E02-4C33-A361-AC9F554C40D2}">
      <dgm:prSet/>
      <dgm:spPr/>
      <dgm:t>
        <a:bodyPr/>
        <a:lstStyle/>
        <a:p>
          <a:r>
            <a:rPr lang="fr-FR"/>
            <a:t>Data translation</a:t>
          </a:r>
          <a:endParaRPr lang="en-US"/>
        </a:p>
      </dgm:t>
    </dgm:pt>
    <dgm:pt modelId="{F23B8FC8-2B48-46C6-AC47-DE503E8D9F98}" type="parTrans" cxnId="{924C9F50-B48D-4C98-B48C-4B164A68568B}">
      <dgm:prSet/>
      <dgm:spPr/>
      <dgm:t>
        <a:bodyPr/>
        <a:lstStyle/>
        <a:p>
          <a:endParaRPr lang="en-US"/>
        </a:p>
      </dgm:t>
    </dgm:pt>
    <dgm:pt modelId="{D269BFDB-D7C1-4F3A-A74B-89CDE354786C}" type="sibTrans" cxnId="{924C9F50-B48D-4C98-B48C-4B164A68568B}">
      <dgm:prSet/>
      <dgm:spPr/>
      <dgm:t>
        <a:bodyPr/>
        <a:lstStyle/>
        <a:p>
          <a:endParaRPr lang="en-US"/>
        </a:p>
      </dgm:t>
    </dgm:pt>
    <dgm:pt modelId="{1A798C19-9E88-47C9-8665-74333A327F61}">
      <dgm:prSet/>
      <dgm:spPr/>
      <dgm:t>
        <a:bodyPr/>
        <a:lstStyle/>
        <a:p>
          <a:r>
            <a:rPr lang="fr-FR" dirty="0"/>
            <a:t>Data </a:t>
          </a:r>
          <a:r>
            <a:rPr lang="fr-FR" dirty="0" err="1"/>
            <a:t>Alignment</a:t>
          </a:r>
          <a:endParaRPr lang="en-US" dirty="0"/>
        </a:p>
      </dgm:t>
    </dgm:pt>
    <dgm:pt modelId="{B4AC42FC-7065-4EBD-94F6-73BD5F903F90}" type="parTrans" cxnId="{69F9CB29-D138-45C0-B2D4-A97E22CCC6A6}">
      <dgm:prSet/>
      <dgm:spPr/>
      <dgm:t>
        <a:bodyPr/>
        <a:lstStyle/>
        <a:p>
          <a:endParaRPr lang="en-US"/>
        </a:p>
      </dgm:t>
    </dgm:pt>
    <dgm:pt modelId="{17A99CA1-4AFE-4886-873E-4B7042128C5F}" type="sibTrans" cxnId="{69F9CB29-D138-45C0-B2D4-A97E22CCC6A6}">
      <dgm:prSet/>
      <dgm:spPr/>
      <dgm:t>
        <a:bodyPr/>
        <a:lstStyle/>
        <a:p>
          <a:endParaRPr lang="en-US"/>
        </a:p>
      </dgm:t>
    </dgm:pt>
    <dgm:pt modelId="{33526A63-4989-42CF-B779-D00B71A7EF59}" type="pres">
      <dgm:prSet presAssocID="{E3F4AE40-3F90-4F8D-8D11-00CA108039E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F8153BD-25FD-471B-8267-1BE5ADDF187A}" type="pres">
      <dgm:prSet presAssocID="{1CC33D17-86EB-4EC3-93C1-D0AA042FDFFF}" presName="hierRoot1" presStyleCnt="0"/>
      <dgm:spPr/>
    </dgm:pt>
    <dgm:pt modelId="{3AB75ADC-51B3-4351-B3D4-68AB2EE58288}" type="pres">
      <dgm:prSet presAssocID="{1CC33D17-86EB-4EC3-93C1-D0AA042FDFFF}" presName="composite" presStyleCnt="0"/>
      <dgm:spPr/>
    </dgm:pt>
    <dgm:pt modelId="{FAFC9E05-6EA5-460D-AC12-599AC99C6018}" type="pres">
      <dgm:prSet presAssocID="{1CC33D17-86EB-4EC3-93C1-D0AA042FDFFF}" presName="background" presStyleLbl="node0" presStyleIdx="0" presStyleCnt="3"/>
      <dgm:spPr/>
    </dgm:pt>
    <dgm:pt modelId="{E75C9F96-14F9-4935-A54F-70E53C7DF36C}" type="pres">
      <dgm:prSet presAssocID="{1CC33D17-86EB-4EC3-93C1-D0AA042FDFFF}" presName="text" presStyleLbl="fgAcc0" presStyleIdx="0" presStyleCnt="3">
        <dgm:presLayoutVars>
          <dgm:chPref val="3"/>
        </dgm:presLayoutVars>
      </dgm:prSet>
      <dgm:spPr/>
    </dgm:pt>
    <dgm:pt modelId="{D426E975-9151-45E1-9683-4FB786883C02}" type="pres">
      <dgm:prSet presAssocID="{1CC33D17-86EB-4EC3-93C1-D0AA042FDFFF}" presName="hierChild2" presStyleCnt="0"/>
      <dgm:spPr/>
    </dgm:pt>
    <dgm:pt modelId="{5408F4CC-5166-4D59-A996-D477A69829D6}" type="pres">
      <dgm:prSet presAssocID="{C8358AFC-3E02-4C33-A361-AC9F554C40D2}" presName="hierRoot1" presStyleCnt="0"/>
      <dgm:spPr/>
    </dgm:pt>
    <dgm:pt modelId="{FD6447F1-BBA9-4944-8B04-7E08CDB4C2FA}" type="pres">
      <dgm:prSet presAssocID="{C8358AFC-3E02-4C33-A361-AC9F554C40D2}" presName="composite" presStyleCnt="0"/>
      <dgm:spPr/>
    </dgm:pt>
    <dgm:pt modelId="{ED2A4AAE-5A1C-462D-8878-09B11FC049CE}" type="pres">
      <dgm:prSet presAssocID="{C8358AFC-3E02-4C33-A361-AC9F554C40D2}" presName="background" presStyleLbl="node0" presStyleIdx="1" presStyleCnt="3"/>
      <dgm:spPr/>
    </dgm:pt>
    <dgm:pt modelId="{50A09759-FE6E-4769-AC9B-D52EFFBAF83C}" type="pres">
      <dgm:prSet presAssocID="{C8358AFC-3E02-4C33-A361-AC9F554C40D2}" presName="text" presStyleLbl="fgAcc0" presStyleIdx="1" presStyleCnt="3">
        <dgm:presLayoutVars>
          <dgm:chPref val="3"/>
        </dgm:presLayoutVars>
      </dgm:prSet>
      <dgm:spPr/>
    </dgm:pt>
    <dgm:pt modelId="{55380F03-8ACF-4F8A-A341-2E90E3022ABE}" type="pres">
      <dgm:prSet presAssocID="{C8358AFC-3E02-4C33-A361-AC9F554C40D2}" presName="hierChild2" presStyleCnt="0"/>
      <dgm:spPr/>
    </dgm:pt>
    <dgm:pt modelId="{BE9B4DC0-6C20-44A8-9C53-A2C72093C211}" type="pres">
      <dgm:prSet presAssocID="{1A798C19-9E88-47C9-8665-74333A327F61}" presName="hierRoot1" presStyleCnt="0"/>
      <dgm:spPr/>
    </dgm:pt>
    <dgm:pt modelId="{CDDAC1A1-4410-4B5A-BD8E-F02361A4C75D}" type="pres">
      <dgm:prSet presAssocID="{1A798C19-9E88-47C9-8665-74333A327F61}" presName="composite" presStyleCnt="0"/>
      <dgm:spPr/>
    </dgm:pt>
    <dgm:pt modelId="{3F40AA91-2C8C-45CE-A85F-BAC8DB16CC4D}" type="pres">
      <dgm:prSet presAssocID="{1A798C19-9E88-47C9-8665-74333A327F61}" presName="background" presStyleLbl="node0" presStyleIdx="2" presStyleCnt="3"/>
      <dgm:spPr/>
    </dgm:pt>
    <dgm:pt modelId="{A078F5CD-AED8-4A06-AB3D-A9B3055275D2}" type="pres">
      <dgm:prSet presAssocID="{1A798C19-9E88-47C9-8665-74333A327F61}" presName="text" presStyleLbl="fgAcc0" presStyleIdx="2" presStyleCnt="3">
        <dgm:presLayoutVars>
          <dgm:chPref val="3"/>
        </dgm:presLayoutVars>
      </dgm:prSet>
      <dgm:spPr/>
    </dgm:pt>
    <dgm:pt modelId="{1BACDE39-0585-4DE1-8CBC-527D4FCB3D17}" type="pres">
      <dgm:prSet presAssocID="{1A798C19-9E88-47C9-8665-74333A327F61}" presName="hierChild2" presStyleCnt="0"/>
      <dgm:spPr/>
    </dgm:pt>
  </dgm:ptLst>
  <dgm:cxnLst>
    <dgm:cxn modelId="{4E00CC07-D55D-4D8F-8365-BD49793A4001}" srcId="{E3F4AE40-3F90-4F8D-8D11-00CA108039E5}" destId="{1CC33D17-86EB-4EC3-93C1-D0AA042FDFFF}" srcOrd="0" destOrd="0" parTransId="{A910E5E0-CD8B-4827-9145-31C487EB93ED}" sibTransId="{6A537D4D-D99E-4DF8-8FE8-28795F802728}"/>
    <dgm:cxn modelId="{69F9CB29-D138-45C0-B2D4-A97E22CCC6A6}" srcId="{E3F4AE40-3F90-4F8D-8D11-00CA108039E5}" destId="{1A798C19-9E88-47C9-8665-74333A327F61}" srcOrd="2" destOrd="0" parTransId="{B4AC42FC-7065-4EBD-94F6-73BD5F903F90}" sibTransId="{17A99CA1-4AFE-4886-873E-4B7042128C5F}"/>
    <dgm:cxn modelId="{4A20762A-C797-41CA-A0C9-4F4B6FF18915}" type="presOf" srcId="{1A798C19-9E88-47C9-8665-74333A327F61}" destId="{A078F5CD-AED8-4A06-AB3D-A9B3055275D2}" srcOrd="0" destOrd="0" presId="urn:microsoft.com/office/officeart/2005/8/layout/hierarchy1"/>
    <dgm:cxn modelId="{FD201C2F-E9A6-4C9C-A96A-D76D5AA42E1F}" type="presOf" srcId="{E3F4AE40-3F90-4F8D-8D11-00CA108039E5}" destId="{33526A63-4989-42CF-B779-D00B71A7EF59}" srcOrd="0" destOrd="0" presId="urn:microsoft.com/office/officeart/2005/8/layout/hierarchy1"/>
    <dgm:cxn modelId="{23549C3A-038D-41A4-9DFD-E8AC7A8D154C}" type="presOf" srcId="{1CC33D17-86EB-4EC3-93C1-D0AA042FDFFF}" destId="{E75C9F96-14F9-4935-A54F-70E53C7DF36C}" srcOrd="0" destOrd="0" presId="urn:microsoft.com/office/officeart/2005/8/layout/hierarchy1"/>
    <dgm:cxn modelId="{924C9F50-B48D-4C98-B48C-4B164A68568B}" srcId="{E3F4AE40-3F90-4F8D-8D11-00CA108039E5}" destId="{C8358AFC-3E02-4C33-A361-AC9F554C40D2}" srcOrd="1" destOrd="0" parTransId="{F23B8FC8-2B48-46C6-AC47-DE503E8D9F98}" sibTransId="{D269BFDB-D7C1-4F3A-A74B-89CDE354786C}"/>
    <dgm:cxn modelId="{DA52DBD6-A251-4FDE-8C21-5424BFFE25BE}" type="presOf" srcId="{C8358AFC-3E02-4C33-A361-AC9F554C40D2}" destId="{50A09759-FE6E-4769-AC9B-D52EFFBAF83C}" srcOrd="0" destOrd="0" presId="urn:microsoft.com/office/officeart/2005/8/layout/hierarchy1"/>
    <dgm:cxn modelId="{D9F8E4D5-04C4-4C64-83D4-C37BA24021A6}" type="presParOf" srcId="{33526A63-4989-42CF-B779-D00B71A7EF59}" destId="{3F8153BD-25FD-471B-8267-1BE5ADDF187A}" srcOrd="0" destOrd="0" presId="urn:microsoft.com/office/officeart/2005/8/layout/hierarchy1"/>
    <dgm:cxn modelId="{A36C0123-D153-4344-9288-89984B539794}" type="presParOf" srcId="{3F8153BD-25FD-471B-8267-1BE5ADDF187A}" destId="{3AB75ADC-51B3-4351-B3D4-68AB2EE58288}" srcOrd="0" destOrd="0" presId="urn:microsoft.com/office/officeart/2005/8/layout/hierarchy1"/>
    <dgm:cxn modelId="{4AD5BE13-6A85-4231-9249-0BB287D3D140}" type="presParOf" srcId="{3AB75ADC-51B3-4351-B3D4-68AB2EE58288}" destId="{FAFC9E05-6EA5-460D-AC12-599AC99C6018}" srcOrd="0" destOrd="0" presId="urn:microsoft.com/office/officeart/2005/8/layout/hierarchy1"/>
    <dgm:cxn modelId="{A4147A99-3760-4744-B887-88ADF66DDDE4}" type="presParOf" srcId="{3AB75ADC-51B3-4351-B3D4-68AB2EE58288}" destId="{E75C9F96-14F9-4935-A54F-70E53C7DF36C}" srcOrd="1" destOrd="0" presId="urn:microsoft.com/office/officeart/2005/8/layout/hierarchy1"/>
    <dgm:cxn modelId="{061E0C0D-1F9F-4CDD-8611-B5C23CFD4C47}" type="presParOf" srcId="{3F8153BD-25FD-471B-8267-1BE5ADDF187A}" destId="{D426E975-9151-45E1-9683-4FB786883C02}" srcOrd="1" destOrd="0" presId="urn:microsoft.com/office/officeart/2005/8/layout/hierarchy1"/>
    <dgm:cxn modelId="{2563AEF3-3746-4F57-AFF1-8444B39D5880}" type="presParOf" srcId="{33526A63-4989-42CF-B779-D00B71A7EF59}" destId="{5408F4CC-5166-4D59-A996-D477A69829D6}" srcOrd="1" destOrd="0" presId="urn:microsoft.com/office/officeart/2005/8/layout/hierarchy1"/>
    <dgm:cxn modelId="{43C72610-E498-4001-B816-3846C6ED0BA2}" type="presParOf" srcId="{5408F4CC-5166-4D59-A996-D477A69829D6}" destId="{FD6447F1-BBA9-4944-8B04-7E08CDB4C2FA}" srcOrd="0" destOrd="0" presId="urn:microsoft.com/office/officeart/2005/8/layout/hierarchy1"/>
    <dgm:cxn modelId="{41DD93BE-F1E9-4512-83DD-B7735F52DA52}" type="presParOf" srcId="{FD6447F1-BBA9-4944-8B04-7E08CDB4C2FA}" destId="{ED2A4AAE-5A1C-462D-8878-09B11FC049CE}" srcOrd="0" destOrd="0" presId="urn:microsoft.com/office/officeart/2005/8/layout/hierarchy1"/>
    <dgm:cxn modelId="{667E2FA1-C933-498D-AAB0-23F9A301F228}" type="presParOf" srcId="{FD6447F1-BBA9-4944-8B04-7E08CDB4C2FA}" destId="{50A09759-FE6E-4769-AC9B-D52EFFBAF83C}" srcOrd="1" destOrd="0" presId="urn:microsoft.com/office/officeart/2005/8/layout/hierarchy1"/>
    <dgm:cxn modelId="{0A80EE8A-C47A-4149-8606-8A35F9D4AED9}" type="presParOf" srcId="{5408F4CC-5166-4D59-A996-D477A69829D6}" destId="{55380F03-8ACF-4F8A-A341-2E90E3022ABE}" srcOrd="1" destOrd="0" presId="urn:microsoft.com/office/officeart/2005/8/layout/hierarchy1"/>
    <dgm:cxn modelId="{ED2B9B44-03C1-4CCB-BE4D-175552EC8CC6}" type="presParOf" srcId="{33526A63-4989-42CF-B779-D00B71A7EF59}" destId="{BE9B4DC0-6C20-44A8-9C53-A2C72093C211}" srcOrd="2" destOrd="0" presId="urn:microsoft.com/office/officeart/2005/8/layout/hierarchy1"/>
    <dgm:cxn modelId="{C0919EE8-B513-47D5-9666-0EDAEF91FCB6}" type="presParOf" srcId="{BE9B4DC0-6C20-44A8-9C53-A2C72093C211}" destId="{CDDAC1A1-4410-4B5A-BD8E-F02361A4C75D}" srcOrd="0" destOrd="0" presId="urn:microsoft.com/office/officeart/2005/8/layout/hierarchy1"/>
    <dgm:cxn modelId="{C8302FA4-7800-4B3B-A4F0-CDF4D62E008C}" type="presParOf" srcId="{CDDAC1A1-4410-4B5A-BD8E-F02361A4C75D}" destId="{3F40AA91-2C8C-45CE-A85F-BAC8DB16CC4D}" srcOrd="0" destOrd="0" presId="urn:microsoft.com/office/officeart/2005/8/layout/hierarchy1"/>
    <dgm:cxn modelId="{DD3AAC8F-FB7B-41D5-AB61-8F75B7168FC9}" type="presParOf" srcId="{CDDAC1A1-4410-4B5A-BD8E-F02361A4C75D}" destId="{A078F5CD-AED8-4A06-AB3D-A9B3055275D2}" srcOrd="1" destOrd="0" presId="urn:microsoft.com/office/officeart/2005/8/layout/hierarchy1"/>
    <dgm:cxn modelId="{937104C1-77AF-467E-B2AB-A6BFC1CF3FCC}" type="presParOf" srcId="{BE9B4DC0-6C20-44A8-9C53-A2C72093C211}" destId="{1BACDE39-0585-4DE1-8CBC-527D4FCB3D1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5E1CAEA-2DAB-442D-9186-2C160A118086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5F4DDF3-91B9-40BD-9856-79E4BA573E5A}">
      <dgm:prSet/>
      <dgm:spPr/>
      <dgm:t>
        <a:bodyPr/>
        <a:lstStyle/>
        <a:p>
          <a:r>
            <a:rPr lang="fr-FR"/>
            <a:t>Reseau de neuonnes</a:t>
          </a:r>
          <a:endParaRPr lang="en-US"/>
        </a:p>
      </dgm:t>
    </dgm:pt>
    <dgm:pt modelId="{1417D67E-4E5C-4A4C-A885-A930BBC732A8}" type="parTrans" cxnId="{15E09ED7-8879-4F0D-A55E-D646EEA35198}">
      <dgm:prSet/>
      <dgm:spPr/>
      <dgm:t>
        <a:bodyPr/>
        <a:lstStyle/>
        <a:p>
          <a:endParaRPr lang="en-US"/>
        </a:p>
      </dgm:t>
    </dgm:pt>
    <dgm:pt modelId="{A049837E-AC39-4BF9-B1FF-8366D293733F}" type="sibTrans" cxnId="{15E09ED7-8879-4F0D-A55E-D646EEA35198}">
      <dgm:prSet/>
      <dgm:spPr/>
      <dgm:t>
        <a:bodyPr/>
        <a:lstStyle/>
        <a:p>
          <a:endParaRPr lang="en-US"/>
        </a:p>
      </dgm:t>
    </dgm:pt>
    <dgm:pt modelId="{1A7324A2-10D3-4B81-8CA3-46B24C56A3AB}">
      <dgm:prSet/>
      <dgm:spPr/>
      <dgm:t>
        <a:bodyPr/>
        <a:lstStyle/>
        <a:p>
          <a:r>
            <a:rPr lang="fr-FR"/>
            <a:t>Modéles Graphiques</a:t>
          </a:r>
          <a:endParaRPr lang="en-US"/>
        </a:p>
      </dgm:t>
    </dgm:pt>
    <dgm:pt modelId="{4451BF64-B8B9-4C1F-A989-F2632D86127E}" type="parTrans" cxnId="{D8F907F6-160A-4101-9D5D-F31BC24D18EB}">
      <dgm:prSet/>
      <dgm:spPr/>
      <dgm:t>
        <a:bodyPr/>
        <a:lstStyle/>
        <a:p>
          <a:endParaRPr lang="en-US"/>
        </a:p>
      </dgm:t>
    </dgm:pt>
    <dgm:pt modelId="{F30B0E44-27AB-4CD1-8310-C4F48278543F}" type="sibTrans" cxnId="{D8F907F6-160A-4101-9D5D-F31BC24D18EB}">
      <dgm:prSet/>
      <dgm:spPr/>
      <dgm:t>
        <a:bodyPr/>
        <a:lstStyle/>
        <a:p>
          <a:endParaRPr lang="en-US"/>
        </a:p>
      </dgm:t>
    </dgm:pt>
    <dgm:pt modelId="{8FCFB3C6-9453-433F-B579-64DD0E96DBD7}">
      <dgm:prSet/>
      <dgm:spPr/>
      <dgm:t>
        <a:bodyPr/>
        <a:lstStyle/>
        <a:p>
          <a:r>
            <a:rPr lang="fr-FR"/>
            <a:t>GAN’s</a:t>
          </a:r>
          <a:endParaRPr lang="en-US"/>
        </a:p>
      </dgm:t>
    </dgm:pt>
    <dgm:pt modelId="{5A8430E0-9ECC-46AA-84CD-EEC1433235F4}" type="parTrans" cxnId="{075162EF-9045-4665-8871-76A38965E531}">
      <dgm:prSet/>
      <dgm:spPr/>
      <dgm:t>
        <a:bodyPr/>
        <a:lstStyle/>
        <a:p>
          <a:endParaRPr lang="en-US"/>
        </a:p>
      </dgm:t>
    </dgm:pt>
    <dgm:pt modelId="{66689863-DE67-47E7-B0EC-B1596ACECD59}" type="sibTrans" cxnId="{075162EF-9045-4665-8871-76A38965E531}">
      <dgm:prSet/>
      <dgm:spPr/>
      <dgm:t>
        <a:bodyPr/>
        <a:lstStyle/>
        <a:p>
          <a:endParaRPr lang="en-US"/>
        </a:p>
      </dgm:t>
    </dgm:pt>
    <dgm:pt modelId="{EA95ECBB-D3D3-41ED-8A19-D85502BD42BA}" type="pres">
      <dgm:prSet presAssocID="{B5E1CAEA-2DAB-442D-9186-2C160A118086}" presName="linear" presStyleCnt="0">
        <dgm:presLayoutVars>
          <dgm:dir/>
          <dgm:animLvl val="lvl"/>
          <dgm:resizeHandles val="exact"/>
        </dgm:presLayoutVars>
      </dgm:prSet>
      <dgm:spPr/>
    </dgm:pt>
    <dgm:pt modelId="{127A2D4A-6804-4B63-93DD-4EA61EB375E8}" type="pres">
      <dgm:prSet presAssocID="{25F4DDF3-91B9-40BD-9856-79E4BA573E5A}" presName="parentLin" presStyleCnt="0"/>
      <dgm:spPr/>
    </dgm:pt>
    <dgm:pt modelId="{D5BD31A1-F5F2-43C2-AC4E-57C4E42D522C}" type="pres">
      <dgm:prSet presAssocID="{25F4DDF3-91B9-40BD-9856-79E4BA573E5A}" presName="parentLeftMargin" presStyleLbl="node1" presStyleIdx="0" presStyleCnt="3"/>
      <dgm:spPr/>
    </dgm:pt>
    <dgm:pt modelId="{0CDAD169-5892-404E-94A9-ED9FC6863D6A}" type="pres">
      <dgm:prSet presAssocID="{25F4DDF3-91B9-40BD-9856-79E4BA573E5A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B726A286-B0DB-4604-947F-68BB97D771A2}" type="pres">
      <dgm:prSet presAssocID="{25F4DDF3-91B9-40BD-9856-79E4BA573E5A}" presName="negativeSpace" presStyleCnt="0"/>
      <dgm:spPr/>
    </dgm:pt>
    <dgm:pt modelId="{8F4A73A1-E18C-4501-9ED2-F6E9DDB57778}" type="pres">
      <dgm:prSet presAssocID="{25F4DDF3-91B9-40BD-9856-79E4BA573E5A}" presName="childText" presStyleLbl="conFgAcc1" presStyleIdx="0" presStyleCnt="3">
        <dgm:presLayoutVars>
          <dgm:bulletEnabled val="1"/>
        </dgm:presLayoutVars>
      </dgm:prSet>
      <dgm:spPr/>
    </dgm:pt>
    <dgm:pt modelId="{BAA3BA96-22B4-43E3-A820-7CC943EFE6F5}" type="pres">
      <dgm:prSet presAssocID="{A049837E-AC39-4BF9-B1FF-8366D293733F}" presName="spaceBetweenRectangles" presStyleCnt="0"/>
      <dgm:spPr/>
    </dgm:pt>
    <dgm:pt modelId="{E27AACFF-9F61-49D8-89A6-D08E2C139DE4}" type="pres">
      <dgm:prSet presAssocID="{1A7324A2-10D3-4B81-8CA3-46B24C56A3AB}" presName="parentLin" presStyleCnt="0"/>
      <dgm:spPr/>
    </dgm:pt>
    <dgm:pt modelId="{CF97EFE1-C6FE-4E31-B251-DB03C1904749}" type="pres">
      <dgm:prSet presAssocID="{1A7324A2-10D3-4B81-8CA3-46B24C56A3AB}" presName="parentLeftMargin" presStyleLbl="node1" presStyleIdx="0" presStyleCnt="3"/>
      <dgm:spPr/>
    </dgm:pt>
    <dgm:pt modelId="{88EA6E2C-1B93-4AAC-B652-5BB847209A04}" type="pres">
      <dgm:prSet presAssocID="{1A7324A2-10D3-4B81-8CA3-46B24C56A3AB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EF68629-9955-497F-82B4-38430A3DAC29}" type="pres">
      <dgm:prSet presAssocID="{1A7324A2-10D3-4B81-8CA3-46B24C56A3AB}" presName="negativeSpace" presStyleCnt="0"/>
      <dgm:spPr/>
    </dgm:pt>
    <dgm:pt modelId="{4BA86D57-B2CD-4B01-96AE-A6759107930A}" type="pres">
      <dgm:prSet presAssocID="{1A7324A2-10D3-4B81-8CA3-46B24C56A3AB}" presName="childText" presStyleLbl="conFgAcc1" presStyleIdx="1" presStyleCnt="3">
        <dgm:presLayoutVars>
          <dgm:bulletEnabled val="1"/>
        </dgm:presLayoutVars>
      </dgm:prSet>
      <dgm:spPr/>
    </dgm:pt>
    <dgm:pt modelId="{AFEF0DE0-967B-4FB1-9BD2-E9532D5D75F1}" type="pres">
      <dgm:prSet presAssocID="{F30B0E44-27AB-4CD1-8310-C4F48278543F}" presName="spaceBetweenRectangles" presStyleCnt="0"/>
      <dgm:spPr/>
    </dgm:pt>
    <dgm:pt modelId="{D8489B99-1819-48FC-9644-F6CCB9075E20}" type="pres">
      <dgm:prSet presAssocID="{8FCFB3C6-9453-433F-B579-64DD0E96DBD7}" presName="parentLin" presStyleCnt="0"/>
      <dgm:spPr/>
    </dgm:pt>
    <dgm:pt modelId="{7F57D8D1-2315-45BB-B3B5-2B10B3A2D2A0}" type="pres">
      <dgm:prSet presAssocID="{8FCFB3C6-9453-433F-B579-64DD0E96DBD7}" presName="parentLeftMargin" presStyleLbl="node1" presStyleIdx="1" presStyleCnt="3"/>
      <dgm:spPr/>
    </dgm:pt>
    <dgm:pt modelId="{79459235-F900-4B23-9ADE-41BAA889C75E}" type="pres">
      <dgm:prSet presAssocID="{8FCFB3C6-9453-433F-B579-64DD0E96DBD7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44F99022-C7EC-4C83-B9EF-B958D2C5AD21}" type="pres">
      <dgm:prSet presAssocID="{8FCFB3C6-9453-433F-B579-64DD0E96DBD7}" presName="negativeSpace" presStyleCnt="0"/>
      <dgm:spPr/>
    </dgm:pt>
    <dgm:pt modelId="{5438BC3F-EDE1-435B-B74A-523FE71B6D62}" type="pres">
      <dgm:prSet presAssocID="{8FCFB3C6-9453-433F-B579-64DD0E96DBD7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91AEF513-8256-4DD7-89B3-0923BC6BE6EC}" type="presOf" srcId="{1A7324A2-10D3-4B81-8CA3-46B24C56A3AB}" destId="{88EA6E2C-1B93-4AAC-B652-5BB847209A04}" srcOrd="1" destOrd="0" presId="urn:microsoft.com/office/officeart/2005/8/layout/list1"/>
    <dgm:cxn modelId="{C3AA2E24-782D-4049-B34E-A1D342E5CFA9}" type="presOf" srcId="{25F4DDF3-91B9-40BD-9856-79E4BA573E5A}" destId="{0CDAD169-5892-404E-94A9-ED9FC6863D6A}" srcOrd="1" destOrd="0" presId="urn:microsoft.com/office/officeart/2005/8/layout/list1"/>
    <dgm:cxn modelId="{DBB58660-29CB-45AD-8873-02BFE491480A}" type="presOf" srcId="{B5E1CAEA-2DAB-442D-9186-2C160A118086}" destId="{EA95ECBB-D3D3-41ED-8A19-D85502BD42BA}" srcOrd="0" destOrd="0" presId="urn:microsoft.com/office/officeart/2005/8/layout/list1"/>
    <dgm:cxn modelId="{33FF51AF-D564-4F12-B9F9-0F546E3F29E2}" type="presOf" srcId="{8FCFB3C6-9453-433F-B579-64DD0E96DBD7}" destId="{7F57D8D1-2315-45BB-B3B5-2B10B3A2D2A0}" srcOrd="0" destOrd="0" presId="urn:microsoft.com/office/officeart/2005/8/layout/list1"/>
    <dgm:cxn modelId="{CEB4BEBA-5553-43E5-9DC7-79D65D69E244}" type="presOf" srcId="{8FCFB3C6-9453-433F-B579-64DD0E96DBD7}" destId="{79459235-F900-4B23-9ADE-41BAA889C75E}" srcOrd="1" destOrd="0" presId="urn:microsoft.com/office/officeart/2005/8/layout/list1"/>
    <dgm:cxn modelId="{15E09ED7-8879-4F0D-A55E-D646EEA35198}" srcId="{B5E1CAEA-2DAB-442D-9186-2C160A118086}" destId="{25F4DDF3-91B9-40BD-9856-79E4BA573E5A}" srcOrd="0" destOrd="0" parTransId="{1417D67E-4E5C-4A4C-A885-A930BBC732A8}" sibTransId="{A049837E-AC39-4BF9-B1FF-8366D293733F}"/>
    <dgm:cxn modelId="{EC0F49E2-FEA5-4D57-A0F4-39D8F0463850}" type="presOf" srcId="{25F4DDF3-91B9-40BD-9856-79E4BA573E5A}" destId="{D5BD31A1-F5F2-43C2-AC4E-57C4E42D522C}" srcOrd="0" destOrd="0" presId="urn:microsoft.com/office/officeart/2005/8/layout/list1"/>
    <dgm:cxn modelId="{075162EF-9045-4665-8871-76A38965E531}" srcId="{B5E1CAEA-2DAB-442D-9186-2C160A118086}" destId="{8FCFB3C6-9453-433F-B579-64DD0E96DBD7}" srcOrd="2" destOrd="0" parTransId="{5A8430E0-9ECC-46AA-84CD-EEC1433235F4}" sibTransId="{66689863-DE67-47E7-B0EC-B1596ACECD59}"/>
    <dgm:cxn modelId="{CFB9DEF0-86A5-4749-8F1D-25ABA5EB65F9}" type="presOf" srcId="{1A7324A2-10D3-4B81-8CA3-46B24C56A3AB}" destId="{CF97EFE1-C6FE-4E31-B251-DB03C1904749}" srcOrd="0" destOrd="0" presId="urn:microsoft.com/office/officeart/2005/8/layout/list1"/>
    <dgm:cxn modelId="{D8F907F6-160A-4101-9D5D-F31BC24D18EB}" srcId="{B5E1CAEA-2DAB-442D-9186-2C160A118086}" destId="{1A7324A2-10D3-4B81-8CA3-46B24C56A3AB}" srcOrd="1" destOrd="0" parTransId="{4451BF64-B8B9-4C1F-A989-F2632D86127E}" sibTransId="{F30B0E44-27AB-4CD1-8310-C4F48278543F}"/>
    <dgm:cxn modelId="{4CB1CFDE-F714-4D4A-952B-6C390746F76D}" type="presParOf" srcId="{EA95ECBB-D3D3-41ED-8A19-D85502BD42BA}" destId="{127A2D4A-6804-4B63-93DD-4EA61EB375E8}" srcOrd="0" destOrd="0" presId="urn:microsoft.com/office/officeart/2005/8/layout/list1"/>
    <dgm:cxn modelId="{B744FA3F-F04B-4226-AAD5-5FFDBF7528A0}" type="presParOf" srcId="{127A2D4A-6804-4B63-93DD-4EA61EB375E8}" destId="{D5BD31A1-F5F2-43C2-AC4E-57C4E42D522C}" srcOrd="0" destOrd="0" presId="urn:microsoft.com/office/officeart/2005/8/layout/list1"/>
    <dgm:cxn modelId="{21F8509E-2B97-452C-AAB9-DA663AC7E5BF}" type="presParOf" srcId="{127A2D4A-6804-4B63-93DD-4EA61EB375E8}" destId="{0CDAD169-5892-404E-94A9-ED9FC6863D6A}" srcOrd="1" destOrd="0" presId="urn:microsoft.com/office/officeart/2005/8/layout/list1"/>
    <dgm:cxn modelId="{2F48B205-D070-4BFD-A2D1-FD13837B1FC7}" type="presParOf" srcId="{EA95ECBB-D3D3-41ED-8A19-D85502BD42BA}" destId="{B726A286-B0DB-4604-947F-68BB97D771A2}" srcOrd="1" destOrd="0" presId="urn:microsoft.com/office/officeart/2005/8/layout/list1"/>
    <dgm:cxn modelId="{AAA1F22B-D9DF-4F34-8B24-21B48055B752}" type="presParOf" srcId="{EA95ECBB-D3D3-41ED-8A19-D85502BD42BA}" destId="{8F4A73A1-E18C-4501-9ED2-F6E9DDB57778}" srcOrd="2" destOrd="0" presId="urn:microsoft.com/office/officeart/2005/8/layout/list1"/>
    <dgm:cxn modelId="{5C5926F9-52ED-403C-9C28-D5A7B9FC0798}" type="presParOf" srcId="{EA95ECBB-D3D3-41ED-8A19-D85502BD42BA}" destId="{BAA3BA96-22B4-43E3-A820-7CC943EFE6F5}" srcOrd="3" destOrd="0" presId="urn:microsoft.com/office/officeart/2005/8/layout/list1"/>
    <dgm:cxn modelId="{7F700814-3B6B-4641-9078-FD522CD3D514}" type="presParOf" srcId="{EA95ECBB-D3D3-41ED-8A19-D85502BD42BA}" destId="{E27AACFF-9F61-49D8-89A6-D08E2C139DE4}" srcOrd="4" destOrd="0" presId="urn:microsoft.com/office/officeart/2005/8/layout/list1"/>
    <dgm:cxn modelId="{E9B85A60-D8E5-4738-8EDC-985E0B8D4803}" type="presParOf" srcId="{E27AACFF-9F61-49D8-89A6-D08E2C139DE4}" destId="{CF97EFE1-C6FE-4E31-B251-DB03C1904749}" srcOrd="0" destOrd="0" presId="urn:microsoft.com/office/officeart/2005/8/layout/list1"/>
    <dgm:cxn modelId="{CAF3BD69-89DB-47CF-80DF-FD0482ABA528}" type="presParOf" srcId="{E27AACFF-9F61-49D8-89A6-D08E2C139DE4}" destId="{88EA6E2C-1B93-4AAC-B652-5BB847209A04}" srcOrd="1" destOrd="0" presId="urn:microsoft.com/office/officeart/2005/8/layout/list1"/>
    <dgm:cxn modelId="{AA92DAFC-4AA1-4817-9FE6-C332561079C3}" type="presParOf" srcId="{EA95ECBB-D3D3-41ED-8A19-D85502BD42BA}" destId="{AEF68629-9955-497F-82B4-38430A3DAC29}" srcOrd="5" destOrd="0" presId="urn:microsoft.com/office/officeart/2005/8/layout/list1"/>
    <dgm:cxn modelId="{21038E60-8EDF-4502-8617-677E08FC12A2}" type="presParOf" srcId="{EA95ECBB-D3D3-41ED-8A19-D85502BD42BA}" destId="{4BA86D57-B2CD-4B01-96AE-A6759107930A}" srcOrd="6" destOrd="0" presId="urn:microsoft.com/office/officeart/2005/8/layout/list1"/>
    <dgm:cxn modelId="{1A09597C-401B-4DCC-A21D-259D200B53DF}" type="presParOf" srcId="{EA95ECBB-D3D3-41ED-8A19-D85502BD42BA}" destId="{AFEF0DE0-967B-4FB1-9BD2-E9532D5D75F1}" srcOrd="7" destOrd="0" presId="urn:microsoft.com/office/officeart/2005/8/layout/list1"/>
    <dgm:cxn modelId="{D33E2645-8B36-411A-B204-9945FE7D5341}" type="presParOf" srcId="{EA95ECBB-D3D3-41ED-8A19-D85502BD42BA}" destId="{D8489B99-1819-48FC-9644-F6CCB9075E20}" srcOrd="8" destOrd="0" presId="urn:microsoft.com/office/officeart/2005/8/layout/list1"/>
    <dgm:cxn modelId="{5286A9EC-7D98-441A-97C4-B6854E10C0F9}" type="presParOf" srcId="{D8489B99-1819-48FC-9644-F6CCB9075E20}" destId="{7F57D8D1-2315-45BB-B3B5-2B10B3A2D2A0}" srcOrd="0" destOrd="0" presId="urn:microsoft.com/office/officeart/2005/8/layout/list1"/>
    <dgm:cxn modelId="{5DF8929C-BEFB-402B-8352-0FB0C9F51162}" type="presParOf" srcId="{D8489B99-1819-48FC-9644-F6CCB9075E20}" destId="{79459235-F900-4B23-9ADE-41BAA889C75E}" srcOrd="1" destOrd="0" presId="urn:microsoft.com/office/officeart/2005/8/layout/list1"/>
    <dgm:cxn modelId="{55744E6C-E411-42F7-BCF2-D5EE6057969A}" type="presParOf" srcId="{EA95ECBB-D3D3-41ED-8A19-D85502BD42BA}" destId="{44F99022-C7EC-4C83-B9EF-B958D2C5AD21}" srcOrd="9" destOrd="0" presId="urn:microsoft.com/office/officeart/2005/8/layout/list1"/>
    <dgm:cxn modelId="{C8CE8F9A-58A0-4C66-B14A-295D55948D16}" type="presParOf" srcId="{EA95ECBB-D3D3-41ED-8A19-D85502BD42BA}" destId="{5438BC3F-EDE1-435B-B74A-523FE71B6D62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630F3BA-9CA9-4C87-9539-EE028B923D9A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4EFA65B-D4EC-4820-A833-BDEB4B6A00C4}">
      <dgm:prSet/>
      <dgm:spPr/>
      <dgm:t>
        <a:bodyPr/>
        <a:lstStyle/>
        <a:p>
          <a:r>
            <a:rPr lang="es-AR" b="1" i="0" baseline="0"/>
            <a:t>Fusion</a:t>
          </a:r>
          <a:r>
            <a:rPr lang="es-AR" b="0" i="0" baseline="0"/>
            <a:t> </a:t>
          </a:r>
          <a:endParaRPr lang="en-US"/>
        </a:p>
      </dgm:t>
    </dgm:pt>
    <dgm:pt modelId="{DCBA0F23-E670-43B4-BFE0-7B1B8F786D1A}" type="parTrans" cxnId="{A571E5CA-8B29-4C8D-A200-0BD5F4E5720D}">
      <dgm:prSet/>
      <dgm:spPr/>
      <dgm:t>
        <a:bodyPr/>
        <a:lstStyle/>
        <a:p>
          <a:endParaRPr lang="en-US"/>
        </a:p>
      </dgm:t>
    </dgm:pt>
    <dgm:pt modelId="{EC046E9F-99E7-4CC7-BD69-211C8F2301EA}" type="sibTrans" cxnId="{A571E5CA-8B29-4C8D-A200-0BD5F4E5720D}">
      <dgm:prSet/>
      <dgm:spPr/>
      <dgm:t>
        <a:bodyPr/>
        <a:lstStyle/>
        <a:p>
          <a:endParaRPr lang="en-US"/>
        </a:p>
      </dgm:t>
    </dgm:pt>
    <dgm:pt modelId="{06DBCACD-1706-4C47-AC49-555AE2C2608D}">
      <dgm:prSet/>
      <dgm:spPr/>
      <dgm:t>
        <a:bodyPr/>
        <a:lstStyle/>
        <a:p>
          <a:r>
            <a:rPr lang="es-AR" b="1" i="0" baseline="0" dirty="0" err="1"/>
            <a:t>Attention</a:t>
          </a:r>
          <a:r>
            <a:rPr lang="es-AR" b="1" i="0" baseline="0" dirty="0"/>
            <a:t> et Transformers</a:t>
          </a:r>
          <a:endParaRPr lang="en-US" dirty="0"/>
        </a:p>
      </dgm:t>
    </dgm:pt>
    <dgm:pt modelId="{CA8B646D-60E1-45F4-B516-C3EF474435A5}" type="parTrans" cxnId="{32DCEF9F-CDE7-449D-8F4D-9775ACDC515E}">
      <dgm:prSet/>
      <dgm:spPr/>
      <dgm:t>
        <a:bodyPr/>
        <a:lstStyle/>
        <a:p>
          <a:endParaRPr lang="en-US"/>
        </a:p>
      </dgm:t>
    </dgm:pt>
    <dgm:pt modelId="{C9BBDEB3-E5E6-4374-94B1-D1A6B655B996}" type="sibTrans" cxnId="{32DCEF9F-CDE7-449D-8F4D-9775ACDC515E}">
      <dgm:prSet/>
      <dgm:spPr/>
      <dgm:t>
        <a:bodyPr/>
        <a:lstStyle/>
        <a:p>
          <a:endParaRPr lang="en-US"/>
        </a:p>
      </dgm:t>
    </dgm:pt>
    <dgm:pt modelId="{D6373346-48B4-4DBA-AB19-847F07EE1FDF}">
      <dgm:prSet/>
      <dgm:spPr/>
      <dgm:t>
        <a:bodyPr/>
        <a:lstStyle/>
        <a:p>
          <a:r>
            <a:rPr lang="es-AR" b="1" dirty="0" err="1"/>
            <a:t>Encoder-decoders</a:t>
          </a:r>
          <a:endParaRPr lang="en-US" b="1" dirty="0"/>
        </a:p>
      </dgm:t>
    </dgm:pt>
    <dgm:pt modelId="{F67F1C9D-9F12-4BDD-8ECC-8626D89BAC4D}" type="parTrans" cxnId="{169F9773-C739-43E6-9938-2381A149A0E4}">
      <dgm:prSet/>
      <dgm:spPr/>
      <dgm:t>
        <a:bodyPr/>
        <a:lstStyle/>
        <a:p>
          <a:endParaRPr lang="en-US"/>
        </a:p>
      </dgm:t>
    </dgm:pt>
    <dgm:pt modelId="{EF231535-548E-4926-A545-E07C9DCC6AEA}" type="sibTrans" cxnId="{169F9773-C739-43E6-9938-2381A149A0E4}">
      <dgm:prSet/>
      <dgm:spPr/>
      <dgm:t>
        <a:bodyPr/>
        <a:lstStyle/>
        <a:p>
          <a:endParaRPr lang="en-US"/>
        </a:p>
      </dgm:t>
    </dgm:pt>
    <dgm:pt modelId="{1BC30875-0BAC-4E54-B357-A04ED0D696CC}">
      <dgm:prSet/>
      <dgm:spPr/>
      <dgm:t>
        <a:bodyPr/>
        <a:lstStyle/>
        <a:p>
          <a:r>
            <a:rPr lang="es-AR" b="1" i="0" baseline="0"/>
            <a:t>Memory Fusion Networks</a:t>
          </a:r>
          <a:r>
            <a:rPr lang="es-AR" b="0" i="0" baseline="0"/>
            <a:t> </a:t>
          </a:r>
          <a:endParaRPr lang="en-US"/>
        </a:p>
      </dgm:t>
    </dgm:pt>
    <dgm:pt modelId="{5B65C4BC-94D2-4A68-82EE-63039BAE5710}" type="parTrans" cxnId="{9AD973CB-9896-4448-8B94-6A40240D82DA}">
      <dgm:prSet/>
      <dgm:spPr/>
      <dgm:t>
        <a:bodyPr/>
        <a:lstStyle/>
        <a:p>
          <a:endParaRPr lang="en-US"/>
        </a:p>
      </dgm:t>
    </dgm:pt>
    <dgm:pt modelId="{F7A25D1C-7451-4B19-A43E-6CE859418E39}" type="sibTrans" cxnId="{9AD973CB-9896-4448-8B94-6A40240D82DA}">
      <dgm:prSet/>
      <dgm:spPr/>
      <dgm:t>
        <a:bodyPr/>
        <a:lstStyle/>
        <a:p>
          <a:endParaRPr lang="en-US"/>
        </a:p>
      </dgm:t>
    </dgm:pt>
    <dgm:pt modelId="{7E80FBC8-6E87-4688-9E34-C1E1993F49E3}">
      <dgm:prSet/>
      <dgm:spPr/>
      <dgm:t>
        <a:bodyPr/>
        <a:lstStyle/>
        <a:p>
          <a:r>
            <a:rPr lang="es-AR" b="1" i="0" baseline="0"/>
            <a:t>Multimodal Embeddings</a:t>
          </a:r>
          <a:r>
            <a:rPr lang="es-AR" b="0" i="0" baseline="0"/>
            <a:t> </a:t>
          </a:r>
          <a:endParaRPr lang="en-US"/>
        </a:p>
      </dgm:t>
    </dgm:pt>
    <dgm:pt modelId="{3FD5DEB1-A900-4EF3-A384-3B94E9E239FB}" type="parTrans" cxnId="{E2D54E8D-20B9-46B4-A3EE-C5FF595815E6}">
      <dgm:prSet/>
      <dgm:spPr/>
      <dgm:t>
        <a:bodyPr/>
        <a:lstStyle/>
        <a:p>
          <a:endParaRPr lang="en-US"/>
        </a:p>
      </dgm:t>
    </dgm:pt>
    <dgm:pt modelId="{A6E3353E-F379-4657-876C-8544A2BCFF70}" type="sibTrans" cxnId="{E2D54E8D-20B9-46B4-A3EE-C5FF595815E6}">
      <dgm:prSet/>
      <dgm:spPr/>
      <dgm:t>
        <a:bodyPr/>
        <a:lstStyle/>
        <a:p>
          <a:endParaRPr lang="en-US"/>
        </a:p>
      </dgm:t>
    </dgm:pt>
    <dgm:pt modelId="{7D715F6F-CC99-4862-BACD-1D6A0AF62656}">
      <dgm:prSet/>
      <dgm:spPr/>
      <dgm:t>
        <a:bodyPr/>
        <a:lstStyle/>
        <a:p>
          <a:r>
            <a:rPr lang="es-AR" b="1" i="0" baseline="0"/>
            <a:t>Multi-task Learning</a:t>
          </a:r>
          <a:r>
            <a:rPr lang="es-AR" b="0" i="0" baseline="0"/>
            <a:t> </a:t>
          </a:r>
          <a:endParaRPr lang="en-US"/>
        </a:p>
      </dgm:t>
    </dgm:pt>
    <dgm:pt modelId="{5CA82CF0-BD8A-4801-A72F-D1CA453D3D1C}" type="parTrans" cxnId="{DF6EA9CB-A590-4501-8595-DA14113B57D8}">
      <dgm:prSet/>
      <dgm:spPr/>
      <dgm:t>
        <a:bodyPr/>
        <a:lstStyle/>
        <a:p>
          <a:endParaRPr lang="en-US"/>
        </a:p>
      </dgm:t>
    </dgm:pt>
    <dgm:pt modelId="{0223F2A9-E2F9-4684-B0B8-9D7CAB48D7D5}" type="sibTrans" cxnId="{DF6EA9CB-A590-4501-8595-DA14113B57D8}">
      <dgm:prSet/>
      <dgm:spPr/>
      <dgm:t>
        <a:bodyPr/>
        <a:lstStyle/>
        <a:p>
          <a:endParaRPr lang="en-US"/>
        </a:p>
      </dgm:t>
    </dgm:pt>
    <dgm:pt modelId="{DEDA9F99-D0F4-4E9E-A8D5-C61F0E2AF674}">
      <dgm:prSet/>
      <dgm:spPr/>
      <dgm:t>
        <a:bodyPr/>
        <a:lstStyle/>
        <a:p>
          <a:r>
            <a:rPr lang="es-AR" b="1" i="0" baseline="0"/>
            <a:t>Transfer Learning</a:t>
          </a:r>
          <a:r>
            <a:rPr lang="es-AR" b="0" i="0" baseline="0"/>
            <a:t> </a:t>
          </a:r>
          <a:endParaRPr lang="en-US"/>
        </a:p>
      </dgm:t>
    </dgm:pt>
    <dgm:pt modelId="{7C741001-9A5B-47F2-BB18-4C2FB49FD69F}" type="parTrans" cxnId="{DD3F9EF8-8525-430D-B74C-8D2016F34C52}">
      <dgm:prSet/>
      <dgm:spPr/>
      <dgm:t>
        <a:bodyPr/>
        <a:lstStyle/>
        <a:p>
          <a:endParaRPr lang="en-US"/>
        </a:p>
      </dgm:t>
    </dgm:pt>
    <dgm:pt modelId="{262AA993-140A-4952-97D0-9A62BEAAD4D1}" type="sibTrans" cxnId="{DD3F9EF8-8525-430D-B74C-8D2016F34C52}">
      <dgm:prSet/>
      <dgm:spPr/>
      <dgm:t>
        <a:bodyPr/>
        <a:lstStyle/>
        <a:p>
          <a:endParaRPr lang="en-US"/>
        </a:p>
      </dgm:t>
    </dgm:pt>
    <dgm:pt modelId="{CEB4849D-1D84-4C28-896E-F8541C671E43}">
      <dgm:prSet/>
      <dgm:spPr/>
      <dgm:t>
        <a:bodyPr/>
        <a:lstStyle/>
        <a:p>
          <a:r>
            <a:rPr lang="es-AR" b="1" i="0" baseline="0"/>
            <a:t>GANs</a:t>
          </a:r>
          <a:r>
            <a:rPr lang="es-AR" b="0" i="0" baseline="0"/>
            <a:t> </a:t>
          </a:r>
          <a:endParaRPr lang="en-US"/>
        </a:p>
      </dgm:t>
    </dgm:pt>
    <dgm:pt modelId="{2C593723-943B-4D3A-953C-BEF149AE3CA0}" type="parTrans" cxnId="{6A234BF1-ACC0-4059-907F-5501957BBBFC}">
      <dgm:prSet/>
      <dgm:spPr/>
      <dgm:t>
        <a:bodyPr/>
        <a:lstStyle/>
        <a:p>
          <a:endParaRPr lang="en-US"/>
        </a:p>
      </dgm:t>
    </dgm:pt>
    <dgm:pt modelId="{40602580-8D8A-4014-92ED-4A073FF3123D}" type="sibTrans" cxnId="{6A234BF1-ACC0-4059-907F-5501957BBBFC}">
      <dgm:prSet/>
      <dgm:spPr/>
      <dgm:t>
        <a:bodyPr/>
        <a:lstStyle/>
        <a:p>
          <a:endParaRPr lang="en-US"/>
        </a:p>
      </dgm:t>
    </dgm:pt>
    <dgm:pt modelId="{CB6658A5-9C98-4A36-8AA0-D51A12033B59}">
      <dgm:prSet/>
      <dgm:spPr/>
      <dgm:t>
        <a:bodyPr/>
        <a:lstStyle/>
        <a:p>
          <a:r>
            <a:rPr lang="es-AR" b="1" i="0" baseline="0"/>
            <a:t>Knowledge Distillation &amp; Teacher-Student</a:t>
          </a:r>
          <a:r>
            <a:rPr lang="es-AR" b="0" i="0" baseline="0"/>
            <a:t> </a:t>
          </a:r>
          <a:endParaRPr lang="en-US"/>
        </a:p>
      </dgm:t>
    </dgm:pt>
    <dgm:pt modelId="{2C12384E-984C-423D-8F2B-F0D2DA08DE5C}" type="parTrans" cxnId="{BB8F82FE-6679-46DD-8118-35A6F3835BF5}">
      <dgm:prSet/>
      <dgm:spPr/>
      <dgm:t>
        <a:bodyPr/>
        <a:lstStyle/>
        <a:p>
          <a:endParaRPr lang="en-US"/>
        </a:p>
      </dgm:t>
    </dgm:pt>
    <dgm:pt modelId="{25A55E7B-C9A5-40D1-B6B5-7511FD914BE3}" type="sibTrans" cxnId="{BB8F82FE-6679-46DD-8118-35A6F3835BF5}">
      <dgm:prSet/>
      <dgm:spPr/>
      <dgm:t>
        <a:bodyPr/>
        <a:lstStyle/>
        <a:p>
          <a:endParaRPr lang="en-US"/>
        </a:p>
      </dgm:t>
    </dgm:pt>
    <dgm:pt modelId="{9A0F0745-0893-4382-9B7E-C8719A1954DB}">
      <dgm:prSet/>
      <dgm:spPr/>
      <dgm:t>
        <a:bodyPr/>
        <a:lstStyle/>
        <a:p>
          <a:r>
            <a:rPr lang="es-AR" b="1" i="0" baseline="0"/>
            <a:t>Contrastive Learning</a:t>
          </a:r>
          <a:r>
            <a:rPr lang="es-AR" b="0" i="0" baseline="0"/>
            <a:t> </a:t>
          </a:r>
          <a:endParaRPr lang="en-US"/>
        </a:p>
      </dgm:t>
    </dgm:pt>
    <dgm:pt modelId="{F33DEE09-C88F-429B-AC51-A966203809DF}" type="parTrans" cxnId="{4794D229-D251-49C8-A26E-A3864910F867}">
      <dgm:prSet/>
      <dgm:spPr/>
      <dgm:t>
        <a:bodyPr/>
        <a:lstStyle/>
        <a:p>
          <a:endParaRPr lang="en-US"/>
        </a:p>
      </dgm:t>
    </dgm:pt>
    <dgm:pt modelId="{8E3C9A67-690D-4D09-BB4E-9574CD591CB7}" type="sibTrans" cxnId="{4794D229-D251-49C8-A26E-A3864910F867}">
      <dgm:prSet/>
      <dgm:spPr/>
      <dgm:t>
        <a:bodyPr/>
        <a:lstStyle/>
        <a:p>
          <a:endParaRPr lang="en-US"/>
        </a:p>
      </dgm:t>
    </dgm:pt>
    <dgm:pt modelId="{AD97CC9E-3F7E-4DF2-AFD5-D0821270EAA5}">
      <dgm:prSet/>
      <dgm:spPr/>
      <dgm:t>
        <a:bodyPr/>
        <a:lstStyle/>
        <a:p>
          <a:r>
            <a:rPr lang="es-AR" b="1" i="0" baseline="0"/>
            <a:t>Disentanglement &amp; Counterfactuals</a:t>
          </a:r>
          <a:r>
            <a:rPr lang="es-AR" b="0" i="0" baseline="0"/>
            <a:t> </a:t>
          </a:r>
          <a:endParaRPr lang="en-US"/>
        </a:p>
      </dgm:t>
    </dgm:pt>
    <dgm:pt modelId="{A0768791-FFFA-4538-8F37-36F45110E5FF}" type="parTrans" cxnId="{20F7E7BA-31F0-45DC-BC8E-547FE63EFB8C}">
      <dgm:prSet/>
      <dgm:spPr/>
      <dgm:t>
        <a:bodyPr/>
        <a:lstStyle/>
        <a:p>
          <a:endParaRPr lang="en-US"/>
        </a:p>
      </dgm:t>
    </dgm:pt>
    <dgm:pt modelId="{48603FFC-9E7E-497A-8B5E-EF608744383C}" type="sibTrans" cxnId="{20F7E7BA-31F0-45DC-BC8E-547FE63EFB8C}">
      <dgm:prSet/>
      <dgm:spPr/>
      <dgm:t>
        <a:bodyPr/>
        <a:lstStyle/>
        <a:p>
          <a:endParaRPr lang="en-US"/>
        </a:p>
      </dgm:t>
    </dgm:pt>
    <dgm:pt modelId="{4C6C1EBB-3497-4D14-86D8-05E9B9003BF6}">
      <dgm:prSet/>
      <dgm:spPr/>
      <dgm:t>
        <a:bodyPr/>
        <a:lstStyle/>
        <a:p>
          <a:r>
            <a:rPr lang="es-AR" b="1" i="0" baseline="0"/>
            <a:t>Meta-learning</a:t>
          </a:r>
          <a:r>
            <a:rPr lang="es-AR" b="0" i="0" baseline="0"/>
            <a:t> </a:t>
          </a:r>
          <a:endParaRPr lang="en-US"/>
        </a:p>
      </dgm:t>
    </dgm:pt>
    <dgm:pt modelId="{2BD9011F-C5B6-4426-9951-4618D9CB7484}" type="parTrans" cxnId="{B4E3765E-8B7E-43A6-81CC-BB0AE367E916}">
      <dgm:prSet/>
      <dgm:spPr/>
      <dgm:t>
        <a:bodyPr/>
        <a:lstStyle/>
        <a:p>
          <a:endParaRPr lang="en-US"/>
        </a:p>
      </dgm:t>
    </dgm:pt>
    <dgm:pt modelId="{BF8DE6C0-3DE9-496A-86A7-F36F735E6CC7}" type="sibTrans" cxnId="{B4E3765E-8B7E-43A6-81CC-BB0AE367E916}">
      <dgm:prSet/>
      <dgm:spPr/>
      <dgm:t>
        <a:bodyPr/>
        <a:lstStyle/>
        <a:p>
          <a:endParaRPr lang="en-US"/>
        </a:p>
      </dgm:t>
    </dgm:pt>
    <dgm:pt modelId="{DD113F4E-2351-4321-811D-AF283305B423}">
      <dgm:prSet/>
      <dgm:spPr/>
      <dgm:t>
        <a:bodyPr/>
        <a:lstStyle/>
        <a:p>
          <a:r>
            <a:rPr lang="es-AR" b="1" i="0" baseline="0"/>
            <a:t>Domain Adaptation &amp; Domain Generalization</a:t>
          </a:r>
          <a:r>
            <a:rPr lang="es-AR" b="0" i="0" baseline="0"/>
            <a:t> </a:t>
          </a:r>
          <a:endParaRPr lang="en-US"/>
        </a:p>
      </dgm:t>
    </dgm:pt>
    <dgm:pt modelId="{93FF0C47-C194-491B-A369-7CF48DCE9852}" type="parTrans" cxnId="{E929EF98-2184-41D3-926B-EBD39F06B967}">
      <dgm:prSet/>
      <dgm:spPr/>
      <dgm:t>
        <a:bodyPr/>
        <a:lstStyle/>
        <a:p>
          <a:endParaRPr lang="en-US"/>
        </a:p>
      </dgm:t>
    </dgm:pt>
    <dgm:pt modelId="{D373D9D5-339E-4E67-962A-36757B564411}" type="sibTrans" cxnId="{E929EF98-2184-41D3-926B-EBD39F06B967}">
      <dgm:prSet/>
      <dgm:spPr/>
      <dgm:t>
        <a:bodyPr/>
        <a:lstStyle/>
        <a:p>
          <a:endParaRPr lang="en-US"/>
        </a:p>
      </dgm:t>
    </dgm:pt>
    <dgm:pt modelId="{8EF017A5-FF20-4710-A549-791CDEB19C1B}" type="pres">
      <dgm:prSet presAssocID="{6630F3BA-9CA9-4C87-9539-EE028B923D9A}" presName="vert0" presStyleCnt="0">
        <dgm:presLayoutVars>
          <dgm:dir/>
          <dgm:animOne val="branch"/>
          <dgm:animLvl val="lvl"/>
        </dgm:presLayoutVars>
      </dgm:prSet>
      <dgm:spPr/>
    </dgm:pt>
    <dgm:pt modelId="{0E0321D4-01DB-4F7D-83EE-281D208D8A39}" type="pres">
      <dgm:prSet presAssocID="{C4EFA65B-D4EC-4820-A833-BDEB4B6A00C4}" presName="thickLine" presStyleLbl="alignNode1" presStyleIdx="0" presStyleCnt="13"/>
      <dgm:spPr/>
    </dgm:pt>
    <dgm:pt modelId="{C5FBD572-55F1-41C1-91EC-3756B071420D}" type="pres">
      <dgm:prSet presAssocID="{C4EFA65B-D4EC-4820-A833-BDEB4B6A00C4}" presName="horz1" presStyleCnt="0"/>
      <dgm:spPr/>
    </dgm:pt>
    <dgm:pt modelId="{BC05AFF0-8AA7-4D69-8C04-CFBB9FD1A1AB}" type="pres">
      <dgm:prSet presAssocID="{C4EFA65B-D4EC-4820-A833-BDEB4B6A00C4}" presName="tx1" presStyleLbl="revTx" presStyleIdx="0" presStyleCnt="13"/>
      <dgm:spPr/>
    </dgm:pt>
    <dgm:pt modelId="{2ADEFE98-144C-4579-86CD-E22DB2E0FF82}" type="pres">
      <dgm:prSet presAssocID="{C4EFA65B-D4EC-4820-A833-BDEB4B6A00C4}" presName="vert1" presStyleCnt="0"/>
      <dgm:spPr/>
    </dgm:pt>
    <dgm:pt modelId="{837E4518-1493-4068-861A-F00A5F98F63B}" type="pres">
      <dgm:prSet presAssocID="{06DBCACD-1706-4C47-AC49-555AE2C2608D}" presName="thickLine" presStyleLbl="alignNode1" presStyleIdx="1" presStyleCnt="13"/>
      <dgm:spPr/>
    </dgm:pt>
    <dgm:pt modelId="{8E594614-24A5-427E-9FF4-507C8715393B}" type="pres">
      <dgm:prSet presAssocID="{06DBCACD-1706-4C47-AC49-555AE2C2608D}" presName="horz1" presStyleCnt="0"/>
      <dgm:spPr/>
    </dgm:pt>
    <dgm:pt modelId="{612DF10C-21B5-4000-AAD2-49E119AAB11E}" type="pres">
      <dgm:prSet presAssocID="{06DBCACD-1706-4C47-AC49-555AE2C2608D}" presName="tx1" presStyleLbl="revTx" presStyleIdx="1" presStyleCnt="13"/>
      <dgm:spPr/>
    </dgm:pt>
    <dgm:pt modelId="{4E2C4BE9-8A55-428D-961E-CFA5199F0C93}" type="pres">
      <dgm:prSet presAssocID="{06DBCACD-1706-4C47-AC49-555AE2C2608D}" presName="vert1" presStyleCnt="0"/>
      <dgm:spPr/>
    </dgm:pt>
    <dgm:pt modelId="{F2324790-1731-405E-85F4-F094CFB7916E}" type="pres">
      <dgm:prSet presAssocID="{D6373346-48B4-4DBA-AB19-847F07EE1FDF}" presName="thickLine" presStyleLbl="alignNode1" presStyleIdx="2" presStyleCnt="13"/>
      <dgm:spPr/>
    </dgm:pt>
    <dgm:pt modelId="{70B7C1D9-C0E3-4496-A9A4-17497BE0CA22}" type="pres">
      <dgm:prSet presAssocID="{D6373346-48B4-4DBA-AB19-847F07EE1FDF}" presName="horz1" presStyleCnt="0"/>
      <dgm:spPr/>
    </dgm:pt>
    <dgm:pt modelId="{7EE93AC6-E6C3-4741-A402-D0533B4F7F05}" type="pres">
      <dgm:prSet presAssocID="{D6373346-48B4-4DBA-AB19-847F07EE1FDF}" presName="tx1" presStyleLbl="revTx" presStyleIdx="2" presStyleCnt="13"/>
      <dgm:spPr/>
    </dgm:pt>
    <dgm:pt modelId="{CCCBBB9D-7A98-4BC1-A8C0-31963B58EF1E}" type="pres">
      <dgm:prSet presAssocID="{D6373346-48B4-4DBA-AB19-847F07EE1FDF}" presName="vert1" presStyleCnt="0"/>
      <dgm:spPr/>
    </dgm:pt>
    <dgm:pt modelId="{0FC393A3-6FF5-4E12-A33F-86B109DF76D1}" type="pres">
      <dgm:prSet presAssocID="{1BC30875-0BAC-4E54-B357-A04ED0D696CC}" presName="thickLine" presStyleLbl="alignNode1" presStyleIdx="3" presStyleCnt="13"/>
      <dgm:spPr/>
    </dgm:pt>
    <dgm:pt modelId="{F9AD5FE9-30A2-4D66-93D2-7BCB53AE01AB}" type="pres">
      <dgm:prSet presAssocID="{1BC30875-0BAC-4E54-B357-A04ED0D696CC}" presName="horz1" presStyleCnt="0"/>
      <dgm:spPr/>
    </dgm:pt>
    <dgm:pt modelId="{E5B58463-28CA-4B17-8014-D48B7DDBEB80}" type="pres">
      <dgm:prSet presAssocID="{1BC30875-0BAC-4E54-B357-A04ED0D696CC}" presName="tx1" presStyleLbl="revTx" presStyleIdx="3" presStyleCnt="13"/>
      <dgm:spPr/>
    </dgm:pt>
    <dgm:pt modelId="{6674B861-F4AE-4678-BD60-3C97D21BC2A6}" type="pres">
      <dgm:prSet presAssocID="{1BC30875-0BAC-4E54-B357-A04ED0D696CC}" presName="vert1" presStyleCnt="0"/>
      <dgm:spPr/>
    </dgm:pt>
    <dgm:pt modelId="{D015C2F1-88BB-4511-B5D6-FA4F31AABB7F}" type="pres">
      <dgm:prSet presAssocID="{7E80FBC8-6E87-4688-9E34-C1E1993F49E3}" presName="thickLine" presStyleLbl="alignNode1" presStyleIdx="4" presStyleCnt="13"/>
      <dgm:spPr/>
    </dgm:pt>
    <dgm:pt modelId="{F1BB149A-E2E5-453D-BCC1-33D585B39FD2}" type="pres">
      <dgm:prSet presAssocID="{7E80FBC8-6E87-4688-9E34-C1E1993F49E3}" presName="horz1" presStyleCnt="0"/>
      <dgm:spPr/>
    </dgm:pt>
    <dgm:pt modelId="{30918583-2611-4836-8236-AAC76AC57749}" type="pres">
      <dgm:prSet presAssocID="{7E80FBC8-6E87-4688-9E34-C1E1993F49E3}" presName="tx1" presStyleLbl="revTx" presStyleIdx="4" presStyleCnt="13"/>
      <dgm:spPr/>
    </dgm:pt>
    <dgm:pt modelId="{5B55EEEB-676F-433A-BEB9-723562051DE6}" type="pres">
      <dgm:prSet presAssocID="{7E80FBC8-6E87-4688-9E34-C1E1993F49E3}" presName="vert1" presStyleCnt="0"/>
      <dgm:spPr/>
    </dgm:pt>
    <dgm:pt modelId="{7BD1B36D-9762-4049-85DF-37A80B2C388D}" type="pres">
      <dgm:prSet presAssocID="{7D715F6F-CC99-4862-BACD-1D6A0AF62656}" presName="thickLine" presStyleLbl="alignNode1" presStyleIdx="5" presStyleCnt="13"/>
      <dgm:spPr/>
    </dgm:pt>
    <dgm:pt modelId="{F12D9F9F-C451-41CE-BF58-0FA117EC849C}" type="pres">
      <dgm:prSet presAssocID="{7D715F6F-CC99-4862-BACD-1D6A0AF62656}" presName="horz1" presStyleCnt="0"/>
      <dgm:spPr/>
    </dgm:pt>
    <dgm:pt modelId="{FBBCC3E4-2F6A-4FE6-ACFA-52E3B7307912}" type="pres">
      <dgm:prSet presAssocID="{7D715F6F-CC99-4862-BACD-1D6A0AF62656}" presName="tx1" presStyleLbl="revTx" presStyleIdx="5" presStyleCnt="13"/>
      <dgm:spPr/>
    </dgm:pt>
    <dgm:pt modelId="{60933CBC-885C-4558-B2C8-DC9656DFE697}" type="pres">
      <dgm:prSet presAssocID="{7D715F6F-CC99-4862-BACD-1D6A0AF62656}" presName="vert1" presStyleCnt="0"/>
      <dgm:spPr/>
    </dgm:pt>
    <dgm:pt modelId="{31040092-A021-423F-AAB4-C5C4927BBE42}" type="pres">
      <dgm:prSet presAssocID="{DEDA9F99-D0F4-4E9E-A8D5-C61F0E2AF674}" presName="thickLine" presStyleLbl="alignNode1" presStyleIdx="6" presStyleCnt="13"/>
      <dgm:spPr/>
    </dgm:pt>
    <dgm:pt modelId="{FE51EEE0-0464-4E0F-B6FF-CCBE63B5BC2A}" type="pres">
      <dgm:prSet presAssocID="{DEDA9F99-D0F4-4E9E-A8D5-C61F0E2AF674}" presName="horz1" presStyleCnt="0"/>
      <dgm:spPr/>
    </dgm:pt>
    <dgm:pt modelId="{E375AB87-E398-4B0C-B3CA-9D8E1B93C93A}" type="pres">
      <dgm:prSet presAssocID="{DEDA9F99-D0F4-4E9E-A8D5-C61F0E2AF674}" presName="tx1" presStyleLbl="revTx" presStyleIdx="6" presStyleCnt="13"/>
      <dgm:spPr/>
    </dgm:pt>
    <dgm:pt modelId="{4D298525-E367-4F1F-B231-6EE562B793B2}" type="pres">
      <dgm:prSet presAssocID="{DEDA9F99-D0F4-4E9E-A8D5-C61F0E2AF674}" presName="vert1" presStyleCnt="0"/>
      <dgm:spPr/>
    </dgm:pt>
    <dgm:pt modelId="{D1BCE2B6-6C09-4C4F-BFD7-B57DC025ACAE}" type="pres">
      <dgm:prSet presAssocID="{CEB4849D-1D84-4C28-896E-F8541C671E43}" presName="thickLine" presStyleLbl="alignNode1" presStyleIdx="7" presStyleCnt="13"/>
      <dgm:spPr/>
    </dgm:pt>
    <dgm:pt modelId="{8266BE20-0708-4985-8819-FF568BC3512B}" type="pres">
      <dgm:prSet presAssocID="{CEB4849D-1D84-4C28-896E-F8541C671E43}" presName="horz1" presStyleCnt="0"/>
      <dgm:spPr/>
    </dgm:pt>
    <dgm:pt modelId="{9DEA022C-33B1-4158-A60A-784CB4C48D5E}" type="pres">
      <dgm:prSet presAssocID="{CEB4849D-1D84-4C28-896E-F8541C671E43}" presName="tx1" presStyleLbl="revTx" presStyleIdx="7" presStyleCnt="13"/>
      <dgm:spPr/>
    </dgm:pt>
    <dgm:pt modelId="{0FDC1E2B-5846-4DFE-9696-0C62A8FEF2F0}" type="pres">
      <dgm:prSet presAssocID="{CEB4849D-1D84-4C28-896E-F8541C671E43}" presName="vert1" presStyleCnt="0"/>
      <dgm:spPr/>
    </dgm:pt>
    <dgm:pt modelId="{98F4F4F7-FD73-453B-A28B-B35241F86076}" type="pres">
      <dgm:prSet presAssocID="{CB6658A5-9C98-4A36-8AA0-D51A12033B59}" presName="thickLine" presStyleLbl="alignNode1" presStyleIdx="8" presStyleCnt="13"/>
      <dgm:spPr/>
    </dgm:pt>
    <dgm:pt modelId="{2D7436A1-3949-4186-9F38-44DD44D1910D}" type="pres">
      <dgm:prSet presAssocID="{CB6658A5-9C98-4A36-8AA0-D51A12033B59}" presName="horz1" presStyleCnt="0"/>
      <dgm:spPr/>
    </dgm:pt>
    <dgm:pt modelId="{F7D1D9BC-3731-4D2F-9C05-1F432805AC48}" type="pres">
      <dgm:prSet presAssocID="{CB6658A5-9C98-4A36-8AA0-D51A12033B59}" presName="tx1" presStyleLbl="revTx" presStyleIdx="8" presStyleCnt="13"/>
      <dgm:spPr/>
    </dgm:pt>
    <dgm:pt modelId="{50348AEC-51B8-464A-B3B6-5AAB6BAC1C22}" type="pres">
      <dgm:prSet presAssocID="{CB6658A5-9C98-4A36-8AA0-D51A12033B59}" presName="vert1" presStyleCnt="0"/>
      <dgm:spPr/>
    </dgm:pt>
    <dgm:pt modelId="{9A36A6DD-A53D-484E-BA0C-AF7549CEA236}" type="pres">
      <dgm:prSet presAssocID="{9A0F0745-0893-4382-9B7E-C8719A1954DB}" presName="thickLine" presStyleLbl="alignNode1" presStyleIdx="9" presStyleCnt="13"/>
      <dgm:spPr/>
    </dgm:pt>
    <dgm:pt modelId="{C7692372-D26E-46A7-BB00-B3A3603BD947}" type="pres">
      <dgm:prSet presAssocID="{9A0F0745-0893-4382-9B7E-C8719A1954DB}" presName="horz1" presStyleCnt="0"/>
      <dgm:spPr/>
    </dgm:pt>
    <dgm:pt modelId="{B8960DCC-6446-4CE9-8372-BBE9C20DC336}" type="pres">
      <dgm:prSet presAssocID="{9A0F0745-0893-4382-9B7E-C8719A1954DB}" presName="tx1" presStyleLbl="revTx" presStyleIdx="9" presStyleCnt="13"/>
      <dgm:spPr/>
    </dgm:pt>
    <dgm:pt modelId="{9251E907-33B9-45E4-97FE-C2FDBE54ACD7}" type="pres">
      <dgm:prSet presAssocID="{9A0F0745-0893-4382-9B7E-C8719A1954DB}" presName="vert1" presStyleCnt="0"/>
      <dgm:spPr/>
    </dgm:pt>
    <dgm:pt modelId="{DF0BBC0C-D4FE-43C2-8F95-27A1D8ECAFE6}" type="pres">
      <dgm:prSet presAssocID="{AD97CC9E-3F7E-4DF2-AFD5-D0821270EAA5}" presName="thickLine" presStyleLbl="alignNode1" presStyleIdx="10" presStyleCnt="13"/>
      <dgm:spPr/>
    </dgm:pt>
    <dgm:pt modelId="{852A382D-BAB5-4CE1-A7D0-C8807BCF6436}" type="pres">
      <dgm:prSet presAssocID="{AD97CC9E-3F7E-4DF2-AFD5-D0821270EAA5}" presName="horz1" presStyleCnt="0"/>
      <dgm:spPr/>
    </dgm:pt>
    <dgm:pt modelId="{820E1F79-4D39-4E20-9A72-1F45E0ACABAD}" type="pres">
      <dgm:prSet presAssocID="{AD97CC9E-3F7E-4DF2-AFD5-D0821270EAA5}" presName="tx1" presStyleLbl="revTx" presStyleIdx="10" presStyleCnt="13"/>
      <dgm:spPr/>
    </dgm:pt>
    <dgm:pt modelId="{12E2DE60-B101-4024-97A8-1B242F285E9B}" type="pres">
      <dgm:prSet presAssocID="{AD97CC9E-3F7E-4DF2-AFD5-D0821270EAA5}" presName="vert1" presStyleCnt="0"/>
      <dgm:spPr/>
    </dgm:pt>
    <dgm:pt modelId="{A1B35CF8-2ECA-4ECA-B20E-B55AC600809F}" type="pres">
      <dgm:prSet presAssocID="{4C6C1EBB-3497-4D14-86D8-05E9B9003BF6}" presName="thickLine" presStyleLbl="alignNode1" presStyleIdx="11" presStyleCnt="13"/>
      <dgm:spPr/>
    </dgm:pt>
    <dgm:pt modelId="{D8F43D9D-46CB-4C70-8968-B2BE3A40AA2A}" type="pres">
      <dgm:prSet presAssocID="{4C6C1EBB-3497-4D14-86D8-05E9B9003BF6}" presName="horz1" presStyleCnt="0"/>
      <dgm:spPr/>
    </dgm:pt>
    <dgm:pt modelId="{FE4B9FAB-257A-47B8-9EF5-57D07BE4DC21}" type="pres">
      <dgm:prSet presAssocID="{4C6C1EBB-3497-4D14-86D8-05E9B9003BF6}" presName="tx1" presStyleLbl="revTx" presStyleIdx="11" presStyleCnt="13"/>
      <dgm:spPr/>
    </dgm:pt>
    <dgm:pt modelId="{0AE5046A-40A5-42D5-9F15-8647F04AB9D5}" type="pres">
      <dgm:prSet presAssocID="{4C6C1EBB-3497-4D14-86D8-05E9B9003BF6}" presName="vert1" presStyleCnt="0"/>
      <dgm:spPr/>
    </dgm:pt>
    <dgm:pt modelId="{B952452E-E14D-4C52-B34B-12F71203FF6C}" type="pres">
      <dgm:prSet presAssocID="{DD113F4E-2351-4321-811D-AF283305B423}" presName="thickLine" presStyleLbl="alignNode1" presStyleIdx="12" presStyleCnt="13"/>
      <dgm:spPr/>
    </dgm:pt>
    <dgm:pt modelId="{B37E85CC-281B-4977-A5E5-B3AFAAFAE34E}" type="pres">
      <dgm:prSet presAssocID="{DD113F4E-2351-4321-811D-AF283305B423}" presName="horz1" presStyleCnt="0"/>
      <dgm:spPr/>
    </dgm:pt>
    <dgm:pt modelId="{22E7461E-0358-4C98-8175-84A4417E0179}" type="pres">
      <dgm:prSet presAssocID="{DD113F4E-2351-4321-811D-AF283305B423}" presName="tx1" presStyleLbl="revTx" presStyleIdx="12" presStyleCnt="13"/>
      <dgm:spPr/>
    </dgm:pt>
    <dgm:pt modelId="{12B4CC45-3DBC-4289-B126-A02A324A7954}" type="pres">
      <dgm:prSet presAssocID="{DD113F4E-2351-4321-811D-AF283305B423}" presName="vert1" presStyleCnt="0"/>
      <dgm:spPr/>
    </dgm:pt>
  </dgm:ptLst>
  <dgm:cxnLst>
    <dgm:cxn modelId="{02953A12-C5A1-4F3A-B25C-F90CA456E44C}" type="presOf" srcId="{DD113F4E-2351-4321-811D-AF283305B423}" destId="{22E7461E-0358-4C98-8175-84A4417E0179}" srcOrd="0" destOrd="0" presId="urn:microsoft.com/office/officeart/2008/layout/LinedList"/>
    <dgm:cxn modelId="{A630261E-9DD9-4BF9-87F9-FB4BEBEBE1F0}" type="presOf" srcId="{06DBCACD-1706-4C47-AC49-555AE2C2608D}" destId="{612DF10C-21B5-4000-AAD2-49E119AAB11E}" srcOrd="0" destOrd="0" presId="urn:microsoft.com/office/officeart/2008/layout/LinedList"/>
    <dgm:cxn modelId="{4794D229-D251-49C8-A26E-A3864910F867}" srcId="{6630F3BA-9CA9-4C87-9539-EE028B923D9A}" destId="{9A0F0745-0893-4382-9B7E-C8719A1954DB}" srcOrd="9" destOrd="0" parTransId="{F33DEE09-C88F-429B-AC51-A966203809DF}" sibTransId="{8E3C9A67-690D-4D09-BB4E-9574CD591CB7}"/>
    <dgm:cxn modelId="{B4E3765E-8B7E-43A6-81CC-BB0AE367E916}" srcId="{6630F3BA-9CA9-4C87-9539-EE028B923D9A}" destId="{4C6C1EBB-3497-4D14-86D8-05E9B9003BF6}" srcOrd="11" destOrd="0" parTransId="{2BD9011F-C5B6-4426-9951-4618D9CB7484}" sibTransId="{BF8DE6C0-3DE9-496A-86A7-F36F735E6CC7}"/>
    <dgm:cxn modelId="{44B45D48-C238-498E-9162-39BFB3BE8F6D}" type="presOf" srcId="{CEB4849D-1D84-4C28-896E-F8541C671E43}" destId="{9DEA022C-33B1-4158-A60A-784CB4C48D5E}" srcOrd="0" destOrd="0" presId="urn:microsoft.com/office/officeart/2008/layout/LinedList"/>
    <dgm:cxn modelId="{B2BA2952-12D4-43E8-8C0A-E42142ED51A4}" type="presOf" srcId="{6630F3BA-9CA9-4C87-9539-EE028B923D9A}" destId="{8EF017A5-FF20-4710-A549-791CDEB19C1B}" srcOrd="0" destOrd="0" presId="urn:microsoft.com/office/officeart/2008/layout/LinedList"/>
    <dgm:cxn modelId="{52723B52-8371-433D-85F5-401C70615EDE}" type="presOf" srcId="{9A0F0745-0893-4382-9B7E-C8719A1954DB}" destId="{B8960DCC-6446-4CE9-8372-BBE9C20DC336}" srcOrd="0" destOrd="0" presId="urn:microsoft.com/office/officeart/2008/layout/LinedList"/>
    <dgm:cxn modelId="{B84CA952-A1CF-49CF-8203-B38B6E1C02A3}" type="presOf" srcId="{D6373346-48B4-4DBA-AB19-847F07EE1FDF}" destId="{7EE93AC6-E6C3-4741-A402-D0533B4F7F05}" srcOrd="0" destOrd="0" presId="urn:microsoft.com/office/officeart/2008/layout/LinedList"/>
    <dgm:cxn modelId="{169F9773-C739-43E6-9938-2381A149A0E4}" srcId="{6630F3BA-9CA9-4C87-9539-EE028B923D9A}" destId="{D6373346-48B4-4DBA-AB19-847F07EE1FDF}" srcOrd="2" destOrd="0" parTransId="{F67F1C9D-9F12-4BDD-8ECC-8626D89BAC4D}" sibTransId="{EF231535-548E-4926-A545-E07C9DCC6AEA}"/>
    <dgm:cxn modelId="{8007FC57-3C54-4CC1-A683-A426C6A54B7B}" type="presOf" srcId="{DEDA9F99-D0F4-4E9E-A8D5-C61F0E2AF674}" destId="{E375AB87-E398-4B0C-B3CA-9D8E1B93C93A}" srcOrd="0" destOrd="0" presId="urn:microsoft.com/office/officeart/2008/layout/LinedList"/>
    <dgm:cxn modelId="{998D5B88-B486-4F5F-8395-CB98A50E033A}" type="presOf" srcId="{7D715F6F-CC99-4862-BACD-1D6A0AF62656}" destId="{FBBCC3E4-2F6A-4FE6-ACFA-52E3B7307912}" srcOrd="0" destOrd="0" presId="urn:microsoft.com/office/officeart/2008/layout/LinedList"/>
    <dgm:cxn modelId="{E2D54E8D-20B9-46B4-A3EE-C5FF595815E6}" srcId="{6630F3BA-9CA9-4C87-9539-EE028B923D9A}" destId="{7E80FBC8-6E87-4688-9E34-C1E1993F49E3}" srcOrd="4" destOrd="0" parTransId="{3FD5DEB1-A900-4EF3-A384-3B94E9E239FB}" sibTransId="{A6E3353E-F379-4657-876C-8544A2BCFF70}"/>
    <dgm:cxn modelId="{E929EF98-2184-41D3-926B-EBD39F06B967}" srcId="{6630F3BA-9CA9-4C87-9539-EE028B923D9A}" destId="{DD113F4E-2351-4321-811D-AF283305B423}" srcOrd="12" destOrd="0" parTransId="{93FF0C47-C194-491B-A369-7CF48DCE9852}" sibTransId="{D373D9D5-339E-4E67-962A-36757B564411}"/>
    <dgm:cxn modelId="{32DCEF9F-CDE7-449D-8F4D-9775ACDC515E}" srcId="{6630F3BA-9CA9-4C87-9539-EE028B923D9A}" destId="{06DBCACD-1706-4C47-AC49-555AE2C2608D}" srcOrd="1" destOrd="0" parTransId="{CA8B646D-60E1-45F4-B516-C3EF474435A5}" sibTransId="{C9BBDEB3-E5E6-4374-94B1-D1A6B655B996}"/>
    <dgm:cxn modelId="{EE2FECA9-7E33-43A5-8BDC-09454BF6A8E6}" type="presOf" srcId="{7E80FBC8-6E87-4688-9E34-C1E1993F49E3}" destId="{30918583-2611-4836-8236-AAC76AC57749}" srcOrd="0" destOrd="0" presId="urn:microsoft.com/office/officeart/2008/layout/LinedList"/>
    <dgm:cxn modelId="{C02CF3AC-76ED-4745-9082-6D002D81DBAE}" type="presOf" srcId="{AD97CC9E-3F7E-4DF2-AFD5-D0821270EAA5}" destId="{820E1F79-4D39-4E20-9A72-1F45E0ACABAD}" srcOrd="0" destOrd="0" presId="urn:microsoft.com/office/officeart/2008/layout/LinedList"/>
    <dgm:cxn modelId="{4551E7B3-67F3-48CE-929E-CBE1526C6C84}" type="presOf" srcId="{C4EFA65B-D4EC-4820-A833-BDEB4B6A00C4}" destId="{BC05AFF0-8AA7-4D69-8C04-CFBB9FD1A1AB}" srcOrd="0" destOrd="0" presId="urn:microsoft.com/office/officeart/2008/layout/LinedList"/>
    <dgm:cxn modelId="{383ABEB8-420E-495C-9E13-C28C73EC2D7B}" type="presOf" srcId="{1BC30875-0BAC-4E54-B357-A04ED0D696CC}" destId="{E5B58463-28CA-4B17-8014-D48B7DDBEB80}" srcOrd="0" destOrd="0" presId="urn:microsoft.com/office/officeart/2008/layout/LinedList"/>
    <dgm:cxn modelId="{2B6FC4B8-61F8-4C2D-9265-CB44723A1EC2}" type="presOf" srcId="{CB6658A5-9C98-4A36-8AA0-D51A12033B59}" destId="{F7D1D9BC-3731-4D2F-9C05-1F432805AC48}" srcOrd="0" destOrd="0" presId="urn:microsoft.com/office/officeart/2008/layout/LinedList"/>
    <dgm:cxn modelId="{20F7E7BA-31F0-45DC-BC8E-547FE63EFB8C}" srcId="{6630F3BA-9CA9-4C87-9539-EE028B923D9A}" destId="{AD97CC9E-3F7E-4DF2-AFD5-D0821270EAA5}" srcOrd="10" destOrd="0" parTransId="{A0768791-FFFA-4538-8F37-36F45110E5FF}" sibTransId="{48603FFC-9E7E-497A-8B5E-EF608744383C}"/>
    <dgm:cxn modelId="{A571E5CA-8B29-4C8D-A200-0BD5F4E5720D}" srcId="{6630F3BA-9CA9-4C87-9539-EE028B923D9A}" destId="{C4EFA65B-D4EC-4820-A833-BDEB4B6A00C4}" srcOrd="0" destOrd="0" parTransId="{DCBA0F23-E670-43B4-BFE0-7B1B8F786D1A}" sibTransId="{EC046E9F-99E7-4CC7-BD69-211C8F2301EA}"/>
    <dgm:cxn modelId="{9AD973CB-9896-4448-8B94-6A40240D82DA}" srcId="{6630F3BA-9CA9-4C87-9539-EE028B923D9A}" destId="{1BC30875-0BAC-4E54-B357-A04ED0D696CC}" srcOrd="3" destOrd="0" parTransId="{5B65C4BC-94D2-4A68-82EE-63039BAE5710}" sibTransId="{F7A25D1C-7451-4B19-A43E-6CE859418E39}"/>
    <dgm:cxn modelId="{DF6EA9CB-A590-4501-8595-DA14113B57D8}" srcId="{6630F3BA-9CA9-4C87-9539-EE028B923D9A}" destId="{7D715F6F-CC99-4862-BACD-1D6A0AF62656}" srcOrd="5" destOrd="0" parTransId="{5CA82CF0-BD8A-4801-A72F-D1CA453D3D1C}" sibTransId="{0223F2A9-E2F9-4684-B0B8-9D7CAB48D7D5}"/>
    <dgm:cxn modelId="{D2C2E0F0-C575-4F2C-89B4-7172E6BECD31}" type="presOf" srcId="{4C6C1EBB-3497-4D14-86D8-05E9B9003BF6}" destId="{FE4B9FAB-257A-47B8-9EF5-57D07BE4DC21}" srcOrd="0" destOrd="0" presId="urn:microsoft.com/office/officeart/2008/layout/LinedList"/>
    <dgm:cxn modelId="{6A234BF1-ACC0-4059-907F-5501957BBBFC}" srcId="{6630F3BA-9CA9-4C87-9539-EE028B923D9A}" destId="{CEB4849D-1D84-4C28-896E-F8541C671E43}" srcOrd="7" destOrd="0" parTransId="{2C593723-943B-4D3A-953C-BEF149AE3CA0}" sibTransId="{40602580-8D8A-4014-92ED-4A073FF3123D}"/>
    <dgm:cxn modelId="{DD3F9EF8-8525-430D-B74C-8D2016F34C52}" srcId="{6630F3BA-9CA9-4C87-9539-EE028B923D9A}" destId="{DEDA9F99-D0F4-4E9E-A8D5-C61F0E2AF674}" srcOrd="6" destOrd="0" parTransId="{7C741001-9A5B-47F2-BB18-4C2FB49FD69F}" sibTransId="{262AA993-140A-4952-97D0-9A62BEAAD4D1}"/>
    <dgm:cxn modelId="{BB8F82FE-6679-46DD-8118-35A6F3835BF5}" srcId="{6630F3BA-9CA9-4C87-9539-EE028B923D9A}" destId="{CB6658A5-9C98-4A36-8AA0-D51A12033B59}" srcOrd="8" destOrd="0" parTransId="{2C12384E-984C-423D-8F2B-F0D2DA08DE5C}" sibTransId="{25A55E7B-C9A5-40D1-B6B5-7511FD914BE3}"/>
    <dgm:cxn modelId="{F8A46526-AC99-4336-B0CD-BCEE824DDB97}" type="presParOf" srcId="{8EF017A5-FF20-4710-A549-791CDEB19C1B}" destId="{0E0321D4-01DB-4F7D-83EE-281D208D8A39}" srcOrd="0" destOrd="0" presId="urn:microsoft.com/office/officeart/2008/layout/LinedList"/>
    <dgm:cxn modelId="{80AF52E1-8A1E-4FEB-8766-AC51C7666D0B}" type="presParOf" srcId="{8EF017A5-FF20-4710-A549-791CDEB19C1B}" destId="{C5FBD572-55F1-41C1-91EC-3756B071420D}" srcOrd="1" destOrd="0" presId="urn:microsoft.com/office/officeart/2008/layout/LinedList"/>
    <dgm:cxn modelId="{DC83945A-D65D-4CDA-919A-88406CB49539}" type="presParOf" srcId="{C5FBD572-55F1-41C1-91EC-3756B071420D}" destId="{BC05AFF0-8AA7-4D69-8C04-CFBB9FD1A1AB}" srcOrd="0" destOrd="0" presId="urn:microsoft.com/office/officeart/2008/layout/LinedList"/>
    <dgm:cxn modelId="{28A65A9E-0B5E-4B4B-B344-F7DE171E48CD}" type="presParOf" srcId="{C5FBD572-55F1-41C1-91EC-3756B071420D}" destId="{2ADEFE98-144C-4579-86CD-E22DB2E0FF82}" srcOrd="1" destOrd="0" presId="urn:microsoft.com/office/officeart/2008/layout/LinedList"/>
    <dgm:cxn modelId="{FD3FA2BE-038C-4418-831F-5CC041874956}" type="presParOf" srcId="{8EF017A5-FF20-4710-A549-791CDEB19C1B}" destId="{837E4518-1493-4068-861A-F00A5F98F63B}" srcOrd="2" destOrd="0" presId="urn:microsoft.com/office/officeart/2008/layout/LinedList"/>
    <dgm:cxn modelId="{D9AA5245-09A4-4409-B506-93F09C02670E}" type="presParOf" srcId="{8EF017A5-FF20-4710-A549-791CDEB19C1B}" destId="{8E594614-24A5-427E-9FF4-507C8715393B}" srcOrd="3" destOrd="0" presId="urn:microsoft.com/office/officeart/2008/layout/LinedList"/>
    <dgm:cxn modelId="{7787A452-D5DE-4CD3-ACA8-A8A66F9266FE}" type="presParOf" srcId="{8E594614-24A5-427E-9FF4-507C8715393B}" destId="{612DF10C-21B5-4000-AAD2-49E119AAB11E}" srcOrd="0" destOrd="0" presId="urn:microsoft.com/office/officeart/2008/layout/LinedList"/>
    <dgm:cxn modelId="{E8275214-C00E-4B6F-BC21-691922BDDE73}" type="presParOf" srcId="{8E594614-24A5-427E-9FF4-507C8715393B}" destId="{4E2C4BE9-8A55-428D-961E-CFA5199F0C93}" srcOrd="1" destOrd="0" presId="urn:microsoft.com/office/officeart/2008/layout/LinedList"/>
    <dgm:cxn modelId="{9AD864CA-39B6-4C5E-AD70-B4EFC09FD3C2}" type="presParOf" srcId="{8EF017A5-FF20-4710-A549-791CDEB19C1B}" destId="{F2324790-1731-405E-85F4-F094CFB7916E}" srcOrd="4" destOrd="0" presId="urn:microsoft.com/office/officeart/2008/layout/LinedList"/>
    <dgm:cxn modelId="{3BC520E7-B711-402E-9832-68E98EC2D2A1}" type="presParOf" srcId="{8EF017A5-FF20-4710-A549-791CDEB19C1B}" destId="{70B7C1D9-C0E3-4496-A9A4-17497BE0CA22}" srcOrd="5" destOrd="0" presId="urn:microsoft.com/office/officeart/2008/layout/LinedList"/>
    <dgm:cxn modelId="{5D2C6284-327E-4D93-A1CD-E93A67F92E1D}" type="presParOf" srcId="{70B7C1D9-C0E3-4496-A9A4-17497BE0CA22}" destId="{7EE93AC6-E6C3-4741-A402-D0533B4F7F05}" srcOrd="0" destOrd="0" presId="urn:microsoft.com/office/officeart/2008/layout/LinedList"/>
    <dgm:cxn modelId="{55A00BCF-9645-4DA3-9AF1-DD72DE5295DF}" type="presParOf" srcId="{70B7C1D9-C0E3-4496-A9A4-17497BE0CA22}" destId="{CCCBBB9D-7A98-4BC1-A8C0-31963B58EF1E}" srcOrd="1" destOrd="0" presId="urn:microsoft.com/office/officeart/2008/layout/LinedList"/>
    <dgm:cxn modelId="{CDEE0412-4D38-42F5-AD49-846D96D5C640}" type="presParOf" srcId="{8EF017A5-FF20-4710-A549-791CDEB19C1B}" destId="{0FC393A3-6FF5-4E12-A33F-86B109DF76D1}" srcOrd="6" destOrd="0" presId="urn:microsoft.com/office/officeart/2008/layout/LinedList"/>
    <dgm:cxn modelId="{37FC84F5-DF94-4E69-BED9-695349745EAB}" type="presParOf" srcId="{8EF017A5-FF20-4710-A549-791CDEB19C1B}" destId="{F9AD5FE9-30A2-4D66-93D2-7BCB53AE01AB}" srcOrd="7" destOrd="0" presId="urn:microsoft.com/office/officeart/2008/layout/LinedList"/>
    <dgm:cxn modelId="{1DA8FFAB-31D1-43D1-BF76-C8AFAEF06234}" type="presParOf" srcId="{F9AD5FE9-30A2-4D66-93D2-7BCB53AE01AB}" destId="{E5B58463-28CA-4B17-8014-D48B7DDBEB80}" srcOrd="0" destOrd="0" presId="urn:microsoft.com/office/officeart/2008/layout/LinedList"/>
    <dgm:cxn modelId="{882D3F02-E6F4-413E-9691-71132E68A7AD}" type="presParOf" srcId="{F9AD5FE9-30A2-4D66-93D2-7BCB53AE01AB}" destId="{6674B861-F4AE-4678-BD60-3C97D21BC2A6}" srcOrd="1" destOrd="0" presId="urn:microsoft.com/office/officeart/2008/layout/LinedList"/>
    <dgm:cxn modelId="{6E100013-D00E-4674-B326-CEEDC86B33D3}" type="presParOf" srcId="{8EF017A5-FF20-4710-A549-791CDEB19C1B}" destId="{D015C2F1-88BB-4511-B5D6-FA4F31AABB7F}" srcOrd="8" destOrd="0" presId="urn:microsoft.com/office/officeart/2008/layout/LinedList"/>
    <dgm:cxn modelId="{7626144F-32B2-400E-8B59-E60089462489}" type="presParOf" srcId="{8EF017A5-FF20-4710-A549-791CDEB19C1B}" destId="{F1BB149A-E2E5-453D-BCC1-33D585B39FD2}" srcOrd="9" destOrd="0" presId="urn:microsoft.com/office/officeart/2008/layout/LinedList"/>
    <dgm:cxn modelId="{1A0A6E1D-C04E-4BFC-94F7-A1F0239DFB78}" type="presParOf" srcId="{F1BB149A-E2E5-453D-BCC1-33D585B39FD2}" destId="{30918583-2611-4836-8236-AAC76AC57749}" srcOrd="0" destOrd="0" presId="urn:microsoft.com/office/officeart/2008/layout/LinedList"/>
    <dgm:cxn modelId="{5984168F-6CAA-4C0C-85B6-6208C3BFF37D}" type="presParOf" srcId="{F1BB149A-E2E5-453D-BCC1-33D585B39FD2}" destId="{5B55EEEB-676F-433A-BEB9-723562051DE6}" srcOrd="1" destOrd="0" presId="urn:microsoft.com/office/officeart/2008/layout/LinedList"/>
    <dgm:cxn modelId="{6F331130-BEEE-4DF6-B5EE-1B08D810364A}" type="presParOf" srcId="{8EF017A5-FF20-4710-A549-791CDEB19C1B}" destId="{7BD1B36D-9762-4049-85DF-37A80B2C388D}" srcOrd="10" destOrd="0" presId="urn:microsoft.com/office/officeart/2008/layout/LinedList"/>
    <dgm:cxn modelId="{F00B8157-349E-4DF1-9BAB-5C53F9FC9F80}" type="presParOf" srcId="{8EF017A5-FF20-4710-A549-791CDEB19C1B}" destId="{F12D9F9F-C451-41CE-BF58-0FA117EC849C}" srcOrd="11" destOrd="0" presId="urn:microsoft.com/office/officeart/2008/layout/LinedList"/>
    <dgm:cxn modelId="{CD8F2B13-43AB-4B42-A938-47FCD116008F}" type="presParOf" srcId="{F12D9F9F-C451-41CE-BF58-0FA117EC849C}" destId="{FBBCC3E4-2F6A-4FE6-ACFA-52E3B7307912}" srcOrd="0" destOrd="0" presId="urn:microsoft.com/office/officeart/2008/layout/LinedList"/>
    <dgm:cxn modelId="{F935E446-3872-4CD3-AB9B-D0E403B6D5B5}" type="presParOf" srcId="{F12D9F9F-C451-41CE-BF58-0FA117EC849C}" destId="{60933CBC-885C-4558-B2C8-DC9656DFE697}" srcOrd="1" destOrd="0" presId="urn:microsoft.com/office/officeart/2008/layout/LinedList"/>
    <dgm:cxn modelId="{C7590071-9770-4F50-826D-76FADC502165}" type="presParOf" srcId="{8EF017A5-FF20-4710-A549-791CDEB19C1B}" destId="{31040092-A021-423F-AAB4-C5C4927BBE42}" srcOrd="12" destOrd="0" presId="urn:microsoft.com/office/officeart/2008/layout/LinedList"/>
    <dgm:cxn modelId="{4DE067EF-4FEA-4F9C-9679-5959895E733F}" type="presParOf" srcId="{8EF017A5-FF20-4710-A549-791CDEB19C1B}" destId="{FE51EEE0-0464-4E0F-B6FF-CCBE63B5BC2A}" srcOrd="13" destOrd="0" presId="urn:microsoft.com/office/officeart/2008/layout/LinedList"/>
    <dgm:cxn modelId="{330BBFB7-C3F9-4BF0-9B00-5E1E1FF5A4EF}" type="presParOf" srcId="{FE51EEE0-0464-4E0F-B6FF-CCBE63B5BC2A}" destId="{E375AB87-E398-4B0C-B3CA-9D8E1B93C93A}" srcOrd="0" destOrd="0" presId="urn:microsoft.com/office/officeart/2008/layout/LinedList"/>
    <dgm:cxn modelId="{9CF25F44-18F0-4F95-8C1A-07F5277C968A}" type="presParOf" srcId="{FE51EEE0-0464-4E0F-B6FF-CCBE63B5BC2A}" destId="{4D298525-E367-4F1F-B231-6EE562B793B2}" srcOrd="1" destOrd="0" presId="urn:microsoft.com/office/officeart/2008/layout/LinedList"/>
    <dgm:cxn modelId="{1E79E140-4F89-4FB0-98F1-4A3E073E2C30}" type="presParOf" srcId="{8EF017A5-FF20-4710-A549-791CDEB19C1B}" destId="{D1BCE2B6-6C09-4C4F-BFD7-B57DC025ACAE}" srcOrd="14" destOrd="0" presId="urn:microsoft.com/office/officeart/2008/layout/LinedList"/>
    <dgm:cxn modelId="{B17E7698-A5EE-439E-9347-CA8072D4875A}" type="presParOf" srcId="{8EF017A5-FF20-4710-A549-791CDEB19C1B}" destId="{8266BE20-0708-4985-8819-FF568BC3512B}" srcOrd="15" destOrd="0" presId="urn:microsoft.com/office/officeart/2008/layout/LinedList"/>
    <dgm:cxn modelId="{E77E7956-9791-4B1F-8379-144478133758}" type="presParOf" srcId="{8266BE20-0708-4985-8819-FF568BC3512B}" destId="{9DEA022C-33B1-4158-A60A-784CB4C48D5E}" srcOrd="0" destOrd="0" presId="urn:microsoft.com/office/officeart/2008/layout/LinedList"/>
    <dgm:cxn modelId="{62C19DFA-6E0D-417C-8AC4-DC084DF3EAFD}" type="presParOf" srcId="{8266BE20-0708-4985-8819-FF568BC3512B}" destId="{0FDC1E2B-5846-4DFE-9696-0C62A8FEF2F0}" srcOrd="1" destOrd="0" presId="urn:microsoft.com/office/officeart/2008/layout/LinedList"/>
    <dgm:cxn modelId="{D0444711-52C7-47C9-9026-1EE61F50A4FB}" type="presParOf" srcId="{8EF017A5-FF20-4710-A549-791CDEB19C1B}" destId="{98F4F4F7-FD73-453B-A28B-B35241F86076}" srcOrd="16" destOrd="0" presId="urn:microsoft.com/office/officeart/2008/layout/LinedList"/>
    <dgm:cxn modelId="{95B4A2AC-9F36-4EDB-B014-3C5BF7657721}" type="presParOf" srcId="{8EF017A5-FF20-4710-A549-791CDEB19C1B}" destId="{2D7436A1-3949-4186-9F38-44DD44D1910D}" srcOrd="17" destOrd="0" presId="urn:microsoft.com/office/officeart/2008/layout/LinedList"/>
    <dgm:cxn modelId="{40367A5D-4ABD-484C-B5FE-13DE42CDE40B}" type="presParOf" srcId="{2D7436A1-3949-4186-9F38-44DD44D1910D}" destId="{F7D1D9BC-3731-4D2F-9C05-1F432805AC48}" srcOrd="0" destOrd="0" presId="urn:microsoft.com/office/officeart/2008/layout/LinedList"/>
    <dgm:cxn modelId="{D974B687-5518-436F-ABB3-40FDDBEB1062}" type="presParOf" srcId="{2D7436A1-3949-4186-9F38-44DD44D1910D}" destId="{50348AEC-51B8-464A-B3B6-5AAB6BAC1C22}" srcOrd="1" destOrd="0" presId="urn:microsoft.com/office/officeart/2008/layout/LinedList"/>
    <dgm:cxn modelId="{9C4D9A0A-086C-42BB-82DF-73847CDF8B94}" type="presParOf" srcId="{8EF017A5-FF20-4710-A549-791CDEB19C1B}" destId="{9A36A6DD-A53D-484E-BA0C-AF7549CEA236}" srcOrd="18" destOrd="0" presId="urn:microsoft.com/office/officeart/2008/layout/LinedList"/>
    <dgm:cxn modelId="{41C34623-47C2-4A58-A5DB-B00471D2032C}" type="presParOf" srcId="{8EF017A5-FF20-4710-A549-791CDEB19C1B}" destId="{C7692372-D26E-46A7-BB00-B3A3603BD947}" srcOrd="19" destOrd="0" presId="urn:microsoft.com/office/officeart/2008/layout/LinedList"/>
    <dgm:cxn modelId="{9E7AE1E1-5971-4AC6-9622-10B2D9F35A88}" type="presParOf" srcId="{C7692372-D26E-46A7-BB00-B3A3603BD947}" destId="{B8960DCC-6446-4CE9-8372-BBE9C20DC336}" srcOrd="0" destOrd="0" presId="urn:microsoft.com/office/officeart/2008/layout/LinedList"/>
    <dgm:cxn modelId="{0B4EF427-C8BB-459F-B74E-3C093C554244}" type="presParOf" srcId="{C7692372-D26E-46A7-BB00-B3A3603BD947}" destId="{9251E907-33B9-45E4-97FE-C2FDBE54ACD7}" srcOrd="1" destOrd="0" presId="urn:microsoft.com/office/officeart/2008/layout/LinedList"/>
    <dgm:cxn modelId="{16497B8E-6326-4662-BD0A-58F0B9C4A242}" type="presParOf" srcId="{8EF017A5-FF20-4710-A549-791CDEB19C1B}" destId="{DF0BBC0C-D4FE-43C2-8F95-27A1D8ECAFE6}" srcOrd="20" destOrd="0" presId="urn:microsoft.com/office/officeart/2008/layout/LinedList"/>
    <dgm:cxn modelId="{EFE7ADB9-3B76-4017-80ED-8D3ADC6E642E}" type="presParOf" srcId="{8EF017A5-FF20-4710-A549-791CDEB19C1B}" destId="{852A382D-BAB5-4CE1-A7D0-C8807BCF6436}" srcOrd="21" destOrd="0" presId="urn:microsoft.com/office/officeart/2008/layout/LinedList"/>
    <dgm:cxn modelId="{1AA355D2-486F-4FA1-9357-25D4995D7013}" type="presParOf" srcId="{852A382D-BAB5-4CE1-A7D0-C8807BCF6436}" destId="{820E1F79-4D39-4E20-9A72-1F45E0ACABAD}" srcOrd="0" destOrd="0" presId="urn:microsoft.com/office/officeart/2008/layout/LinedList"/>
    <dgm:cxn modelId="{80256C1C-6976-4772-A0E5-31F05DEDD953}" type="presParOf" srcId="{852A382D-BAB5-4CE1-A7D0-C8807BCF6436}" destId="{12E2DE60-B101-4024-97A8-1B242F285E9B}" srcOrd="1" destOrd="0" presId="urn:microsoft.com/office/officeart/2008/layout/LinedList"/>
    <dgm:cxn modelId="{5F809C5D-4594-4A9E-BFF0-FCB7E6C1DBBD}" type="presParOf" srcId="{8EF017A5-FF20-4710-A549-791CDEB19C1B}" destId="{A1B35CF8-2ECA-4ECA-B20E-B55AC600809F}" srcOrd="22" destOrd="0" presId="urn:microsoft.com/office/officeart/2008/layout/LinedList"/>
    <dgm:cxn modelId="{6E22F44B-633E-421C-A4D0-AD3972C42959}" type="presParOf" srcId="{8EF017A5-FF20-4710-A549-791CDEB19C1B}" destId="{D8F43D9D-46CB-4C70-8968-B2BE3A40AA2A}" srcOrd="23" destOrd="0" presId="urn:microsoft.com/office/officeart/2008/layout/LinedList"/>
    <dgm:cxn modelId="{AAAAE19E-5C89-41F4-AE2F-DBA198158F47}" type="presParOf" srcId="{D8F43D9D-46CB-4C70-8968-B2BE3A40AA2A}" destId="{FE4B9FAB-257A-47B8-9EF5-57D07BE4DC21}" srcOrd="0" destOrd="0" presId="urn:microsoft.com/office/officeart/2008/layout/LinedList"/>
    <dgm:cxn modelId="{2EA45292-9E97-467A-A59C-FE534C126BEE}" type="presParOf" srcId="{D8F43D9D-46CB-4C70-8968-B2BE3A40AA2A}" destId="{0AE5046A-40A5-42D5-9F15-8647F04AB9D5}" srcOrd="1" destOrd="0" presId="urn:microsoft.com/office/officeart/2008/layout/LinedList"/>
    <dgm:cxn modelId="{6D68C7DB-BE29-44BE-9369-A4EB6DBAF94C}" type="presParOf" srcId="{8EF017A5-FF20-4710-A549-791CDEB19C1B}" destId="{B952452E-E14D-4C52-B34B-12F71203FF6C}" srcOrd="24" destOrd="0" presId="urn:microsoft.com/office/officeart/2008/layout/LinedList"/>
    <dgm:cxn modelId="{00185606-3819-4947-8374-805A3020C49D}" type="presParOf" srcId="{8EF017A5-FF20-4710-A549-791CDEB19C1B}" destId="{B37E85CC-281B-4977-A5E5-B3AFAAFAE34E}" srcOrd="25" destOrd="0" presId="urn:microsoft.com/office/officeart/2008/layout/LinedList"/>
    <dgm:cxn modelId="{62CF46C3-93B0-47A1-95AA-0307C865576D}" type="presParOf" srcId="{B37E85CC-281B-4977-A5E5-B3AFAAFAE34E}" destId="{22E7461E-0358-4C98-8175-84A4417E0179}" srcOrd="0" destOrd="0" presId="urn:microsoft.com/office/officeart/2008/layout/LinedList"/>
    <dgm:cxn modelId="{1BFB7F7C-94A0-407C-9B87-FDF2747F40C6}" type="presParOf" srcId="{B37E85CC-281B-4977-A5E5-B3AFAAFAE34E}" destId="{12B4CC45-3DBC-4289-B126-A02A324A7954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AECE2B-2273-4143-8305-E4D351ED2994}">
      <dsp:nvSpPr>
        <dsp:cNvPr id="0" name=""/>
        <dsp:cNvSpPr/>
      </dsp:nvSpPr>
      <dsp:spPr>
        <a:xfrm>
          <a:off x="82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09DBD9-5D6D-4237-B6C8-B66DBCEBA4AF}">
      <dsp:nvSpPr>
        <dsp:cNvPr id="0" name=""/>
        <dsp:cNvSpPr/>
      </dsp:nvSpPr>
      <dsp:spPr>
        <a:xfrm>
          <a:off x="33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kern="1200"/>
            <a:t>Fusion</a:t>
          </a:r>
          <a:r>
            <a:rPr lang="fr-FR" sz="2000" kern="1200"/>
            <a:t> </a:t>
          </a:r>
          <a:endParaRPr lang="en-US" sz="2000" kern="1200"/>
        </a:p>
      </dsp:txBody>
      <dsp:txXfrm>
        <a:off x="333914" y="2024704"/>
        <a:ext cx="1800000" cy="720000"/>
      </dsp:txXfrm>
    </dsp:sp>
    <dsp:sp modelId="{EDD65A80-8423-4DF1-8E79-6EDF70057F8A}">
      <dsp:nvSpPr>
        <dsp:cNvPr id="0" name=""/>
        <dsp:cNvSpPr/>
      </dsp:nvSpPr>
      <dsp:spPr>
        <a:xfrm>
          <a:off x="2943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99234B-9CF4-4102-A132-90645053C218}">
      <dsp:nvSpPr>
        <dsp:cNvPr id="0" name=""/>
        <dsp:cNvSpPr/>
      </dsp:nvSpPr>
      <dsp:spPr>
        <a:xfrm>
          <a:off x="2448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Représentation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2448914" y="2024704"/>
        <a:ext cx="1800000" cy="720000"/>
      </dsp:txXfrm>
    </dsp:sp>
    <dsp:sp modelId="{3EF79444-47EA-47DA-AE09-DD57D8E9623F}">
      <dsp:nvSpPr>
        <dsp:cNvPr id="0" name=""/>
        <dsp:cNvSpPr/>
      </dsp:nvSpPr>
      <dsp:spPr>
        <a:xfrm>
          <a:off x="505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2143A5-8353-4652-BB68-409B3B0CE23D}">
      <dsp:nvSpPr>
        <dsp:cNvPr id="0" name=""/>
        <dsp:cNvSpPr/>
      </dsp:nvSpPr>
      <dsp:spPr>
        <a:xfrm>
          <a:off x="456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Traduction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4563914" y="2024704"/>
        <a:ext cx="1800000" cy="720000"/>
      </dsp:txXfrm>
    </dsp:sp>
    <dsp:sp modelId="{7FA499EB-A690-47AE-877C-1F6C506686C9}">
      <dsp:nvSpPr>
        <dsp:cNvPr id="0" name=""/>
        <dsp:cNvSpPr/>
      </dsp:nvSpPr>
      <dsp:spPr>
        <a:xfrm>
          <a:off x="7173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E6B2CE-5C63-42C8-AB97-2BD91D6255CF}">
      <dsp:nvSpPr>
        <dsp:cNvPr id="0" name=""/>
        <dsp:cNvSpPr/>
      </dsp:nvSpPr>
      <dsp:spPr>
        <a:xfrm>
          <a:off x="6678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Alignement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6678914" y="2024704"/>
        <a:ext cx="1800000" cy="720000"/>
      </dsp:txXfrm>
    </dsp:sp>
    <dsp:sp modelId="{96CFD845-DAFC-4FB3-BB8D-D7DDB2659D25}">
      <dsp:nvSpPr>
        <dsp:cNvPr id="0" name=""/>
        <dsp:cNvSpPr/>
      </dsp:nvSpPr>
      <dsp:spPr>
        <a:xfrm>
          <a:off x="9288914" y="944700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47FA4E-43E5-4878-91F1-1A5FDF3FE69D}">
      <dsp:nvSpPr>
        <dsp:cNvPr id="0" name=""/>
        <dsp:cNvSpPr/>
      </dsp:nvSpPr>
      <dsp:spPr>
        <a:xfrm>
          <a:off x="8793914" y="2024704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 dirty="0"/>
            <a:t>Co-Learning</a:t>
          </a:r>
          <a:endParaRPr lang="en-US" sz="2000" kern="1200" dirty="0"/>
        </a:p>
      </dsp:txBody>
      <dsp:txXfrm>
        <a:off x="8793914" y="2024704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4B9820-C6E7-40C3-A8A9-4077E82E1BE3}">
      <dsp:nvSpPr>
        <dsp:cNvPr id="0" name=""/>
        <dsp:cNvSpPr/>
      </dsp:nvSpPr>
      <dsp:spPr>
        <a:xfrm>
          <a:off x="3201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909D03-147D-4B99-A308-985C86BA825E}">
      <dsp:nvSpPr>
        <dsp:cNvPr id="0" name=""/>
        <dsp:cNvSpPr/>
      </dsp:nvSpPr>
      <dsp:spPr>
        <a:xfrm>
          <a:off x="257188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Early fusion</a:t>
          </a:r>
          <a:endParaRPr lang="en-US" sz="3800" kern="1200"/>
        </a:p>
      </dsp:txBody>
      <dsp:txXfrm>
        <a:off x="299702" y="1282093"/>
        <a:ext cx="2200851" cy="1366505"/>
      </dsp:txXfrm>
    </dsp:sp>
    <dsp:sp modelId="{6E200CAE-02F4-435A-9F5F-8DF8FDD57B96}">
      <dsp:nvSpPr>
        <dsp:cNvPr id="0" name=""/>
        <dsp:cNvSpPr/>
      </dsp:nvSpPr>
      <dsp:spPr>
        <a:xfrm>
          <a:off x="2797054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73F807-594E-445B-A3C2-798643BA863A}">
      <dsp:nvSpPr>
        <dsp:cNvPr id="0" name=""/>
        <dsp:cNvSpPr/>
      </dsp:nvSpPr>
      <dsp:spPr>
        <a:xfrm>
          <a:off x="3051041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Deep fusion</a:t>
          </a:r>
          <a:endParaRPr lang="en-US" sz="3800" kern="1200"/>
        </a:p>
      </dsp:txBody>
      <dsp:txXfrm>
        <a:off x="3093555" y="1282093"/>
        <a:ext cx="2200851" cy="1366505"/>
      </dsp:txXfrm>
    </dsp:sp>
    <dsp:sp modelId="{D7478AB1-966C-4088-8B4A-DB1B22BAD9AA}">
      <dsp:nvSpPr>
        <dsp:cNvPr id="0" name=""/>
        <dsp:cNvSpPr/>
      </dsp:nvSpPr>
      <dsp:spPr>
        <a:xfrm>
          <a:off x="5590907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01BF02-69BF-48E1-A46E-6A96A31B9220}">
      <dsp:nvSpPr>
        <dsp:cNvPr id="0" name=""/>
        <dsp:cNvSpPr/>
      </dsp:nvSpPr>
      <dsp:spPr>
        <a:xfrm>
          <a:off x="5844894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Late fusion</a:t>
          </a:r>
          <a:endParaRPr lang="en-US" sz="3800" kern="1200"/>
        </a:p>
      </dsp:txBody>
      <dsp:txXfrm>
        <a:off x="5887408" y="1282093"/>
        <a:ext cx="2200851" cy="1366505"/>
      </dsp:txXfrm>
    </dsp:sp>
    <dsp:sp modelId="{33D76180-5F3B-41E8-83B5-CC336F994BA3}">
      <dsp:nvSpPr>
        <dsp:cNvPr id="0" name=""/>
        <dsp:cNvSpPr/>
      </dsp:nvSpPr>
      <dsp:spPr>
        <a:xfrm>
          <a:off x="8384760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FE338A-937A-4BAD-8783-FA5A337BD25A}">
      <dsp:nvSpPr>
        <dsp:cNvPr id="0" name=""/>
        <dsp:cNvSpPr/>
      </dsp:nvSpPr>
      <dsp:spPr>
        <a:xfrm>
          <a:off x="8638747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Hybrid fusion </a:t>
          </a:r>
          <a:endParaRPr lang="en-US" sz="3800" kern="1200"/>
        </a:p>
      </dsp:txBody>
      <dsp:txXfrm>
        <a:off x="8681261" y="1282093"/>
        <a:ext cx="2200851" cy="13665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FC9E05-6EA5-460D-AC12-599AC99C6018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5C9F96-14F9-4935-A54F-70E53C7DF36C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représentation</a:t>
          </a:r>
          <a:endParaRPr lang="en-US" sz="3300" kern="1200" dirty="0"/>
        </a:p>
      </dsp:txBody>
      <dsp:txXfrm>
        <a:off x="398656" y="1088253"/>
        <a:ext cx="2959127" cy="1837317"/>
      </dsp:txXfrm>
    </dsp:sp>
    <dsp:sp modelId="{ED2A4AAE-5A1C-462D-8878-09B11FC049CE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A09759-FE6E-4769-AC9B-D52EFFBAF83C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/>
            <a:t>Data translation</a:t>
          </a:r>
          <a:endParaRPr lang="en-US" sz="3300" kern="1200"/>
        </a:p>
      </dsp:txBody>
      <dsp:txXfrm>
        <a:off x="4155097" y="1088253"/>
        <a:ext cx="2959127" cy="1837317"/>
      </dsp:txXfrm>
    </dsp:sp>
    <dsp:sp modelId="{3F40AA91-2C8C-45CE-A85F-BAC8DB16CC4D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78F5CD-AED8-4A06-AB3D-A9B3055275D2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</a:t>
          </a:r>
          <a:r>
            <a:rPr lang="fr-FR" sz="3300" kern="1200" dirty="0" err="1"/>
            <a:t>Alignment</a:t>
          </a:r>
          <a:endParaRPr lang="en-US" sz="3300" kern="1200" dirty="0"/>
        </a:p>
      </dsp:txBody>
      <dsp:txXfrm>
        <a:off x="7911539" y="1088253"/>
        <a:ext cx="2959127" cy="183731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4A73A1-E18C-4501-9ED2-F6E9DDB57778}">
      <dsp:nvSpPr>
        <dsp:cNvPr id="0" name=""/>
        <dsp:cNvSpPr/>
      </dsp:nvSpPr>
      <dsp:spPr>
        <a:xfrm>
          <a:off x="0" y="906079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DAD169-5892-404E-94A9-ED9FC6863D6A}">
      <dsp:nvSpPr>
        <dsp:cNvPr id="0" name=""/>
        <dsp:cNvSpPr/>
      </dsp:nvSpPr>
      <dsp:spPr>
        <a:xfrm>
          <a:off x="333341" y="374719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/>
            <a:t>Reseau de neuonnes</a:t>
          </a:r>
          <a:endParaRPr lang="en-US" sz="3600" kern="1200"/>
        </a:p>
      </dsp:txBody>
      <dsp:txXfrm>
        <a:off x="385219" y="426597"/>
        <a:ext cx="4563027" cy="958964"/>
      </dsp:txXfrm>
    </dsp:sp>
    <dsp:sp modelId="{4BA86D57-B2CD-4B01-96AE-A6759107930A}">
      <dsp:nvSpPr>
        <dsp:cNvPr id="0" name=""/>
        <dsp:cNvSpPr/>
      </dsp:nvSpPr>
      <dsp:spPr>
        <a:xfrm>
          <a:off x="0" y="2539040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EA6E2C-1B93-4AAC-B652-5BB847209A04}">
      <dsp:nvSpPr>
        <dsp:cNvPr id="0" name=""/>
        <dsp:cNvSpPr/>
      </dsp:nvSpPr>
      <dsp:spPr>
        <a:xfrm>
          <a:off x="333341" y="2007680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/>
            <a:t>Modéles Graphiques</a:t>
          </a:r>
          <a:endParaRPr lang="en-US" sz="3600" kern="1200"/>
        </a:p>
      </dsp:txBody>
      <dsp:txXfrm>
        <a:off x="385219" y="2059558"/>
        <a:ext cx="4563027" cy="958964"/>
      </dsp:txXfrm>
    </dsp:sp>
    <dsp:sp modelId="{5438BC3F-EDE1-435B-B74A-523FE71B6D62}">
      <dsp:nvSpPr>
        <dsp:cNvPr id="0" name=""/>
        <dsp:cNvSpPr/>
      </dsp:nvSpPr>
      <dsp:spPr>
        <a:xfrm>
          <a:off x="0" y="4172000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459235-F900-4B23-9ADE-41BAA889C75E}">
      <dsp:nvSpPr>
        <dsp:cNvPr id="0" name=""/>
        <dsp:cNvSpPr/>
      </dsp:nvSpPr>
      <dsp:spPr>
        <a:xfrm>
          <a:off x="333341" y="3640640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/>
            <a:t>GAN’s</a:t>
          </a:r>
          <a:endParaRPr lang="en-US" sz="3600" kern="1200"/>
        </a:p>
      </dsp:txBody>
      <dsp:txXfrm>
        <a:off x="385219" y="3692518"/>
        <a:ext cx="4563027" cy="95896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0321D4-01DB-4F7D-83EE-281D208D8A39}">
      <dsp:nvSpPr>
        <dsp:cNvPr id="0" name=""/>
        <dsp:cNvSpPr/>
      </dsp:nvSpPr>
      <dsp:spPr>
        <a:xfrm>
          <a:off x="0" y="450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05AFF0-8AA7-4D69-8C04-CFBB9FD1A1AB}">
      <dsp:nvSpPr>
        <dsp:cNvPr id="0" name=""/>
        <dsp:cNvSpPr/>
      </dsp:nvSpPr>
      <dsp:spPr>
        <a:xfrm>
          <a:off x="0" y="450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Fusion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450"/>
        <a:ext cx="6097604" cy="284032"/>
      </dsp:txXfrm>
    </dsp:sp>
    <dsp:sp modelId="{837E4518-1493-4068-861A-F00A5F98F63B}">
      <dsp:nvSpPr>
        <dsp:cNvPr id="0" name=""/>
        <dsp:cNvSpPr/>
      </dsp:nvSpPr>
      <dsp:spPr>
        <a:xfrm>
          <a:off x="0" y="284482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2DF10C-21B5-4000-AAD2-49E119AAB11E}">
      <dsp:nvSpPr>
        <dsp:cNvPr id="0" name=""/>
        <dsp:cNvSpPr/>
      </dsp:nvSpPr>
      <dsp:spPr>
        <a:xfrm>
          <a:off x="0" y="284482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 dirty="0" err="1"/>
            <a:t>Attention</a:t>
          </a:r>
          <a:r>
            <a:rPr lang="es-AR" sz="1300" b="1" i="0" kern="1200" baseline="0" dirty="0"/>
            <a:t> et Transformers</a:t>
          </a:r>
          <a:endParaRPr lang="en-US" sz="1300" kern="1200" dirty="0"/>
        </a:p>
      </dsp:txBody>
      <dsp:txXfrm>
        <a:off x="0" y="284482"/>
        <a:ext cx="6097604" cy="284032"/>
      </dsp:txXfrm>
    </dsp:sp>
    <dsp:sp modelId="{F2324790-1731-405E-85F4-F094CFB7916E}">
      <dsp:nvSpPr>
        <dsp:cNvPr id="0" name=""/>
        <dsp:cNvSpPr/>
      </dsp:nvSpPr>
      <dsp:spPr>
        <a:xfrm>
          <a:off x="0" y="568515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E93AC6-E6C3-4741-A402-D0533B4F7F05}">
      <dsp:nvSpPr>
        <dsp:cNvPr id="0" name=""/>
        <dsp:cNvSpPr/>
      </dsp:nvSpPr>
      <dsp:spPr>
        <a:xfrm>
          <a:off x="0" y="568515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kern="1200" dirty="0" err="1"/>
            <a:t>Encoder-decoders</a:t>
          </a:r>
          <a:endParaRPr lang="en-US" sz="1300" b="1" kern="1200" dirty="0"/>
        </a:p>
      </dsp:txBody>
      <dsp:txXfrm>
        <a:off x="0" y="568515"/>
        <a:ext cx="6097604" cy="284032"/>
      </dsp:txXfrm>
    </dsp:sp>
    <dsp:sp modelId="{0FC393A3-6FF5-4E12-A33F-86B109DF76D1}">
      <dsp:nvSpPr>
        <dsp:cNvPr id="0" name=""/>
        <dsp:cNvSpPr/>
      </dsp:nvSpPr>
      <dsp:spPr>
        <a:xfrm>
          <a:off x="0" y="852547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B58463-28CA-4B17-8014-D48B7DDBEB80}">
      <dsp:nvSpPr>
        <dsp:cNvPr id="0" name=""/>
        <dsp:cNvSpPr/>
      </dsp:nvSpPr>
      <dsp:spPr>
        <a:xfrm>
          <a:off x="0" y="852547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Memory Fusion Networks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852547"/>
        <a:ext cx="6097604" cy="284032"/>
      </dsp:txXfrm>
    </dsp:sp>
    <dsp:sp modelId="{D015C2F1-88BB-4511-B5D6-FA4F31AABB7F}">
      <dsp:nvSpPr>
        <dsp:cNvPr id="0" name=""/>
        <dsp:cNvSpPr/>
      </dsp:nvSpPr>
      <dsp:spPr>
        <a:xfrm>
          <a:off x="0" y="1136579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918583-2611-4836-8236-AAC76AC57749}">
      <dsp:nvSpPr>
        <dsp:cNvPr id="0" name=""/>
        <dsp:cNvSpPr/>
      </dsp:nvSpPr>
      <dsp:spPr>
        <a:xfrm>
          <a:off x="0" y="1136579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Multimodal Embeddings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1136579"/>
        <a:ext cx="6097604" cy="284032"/>
      </dsp:txXfrm>
    </dsp:sp>
    <dsp:sp modelId="{7BD1B36D-9762-4049-85DF-37A80B2C388D}">
      <dsp:nvSpPr>
        <dsp:cNvPr id="0" name=""/>
        <dsp:cNvSpPr/>
      </dsp:nvSpPr>
      <dsp:spPr>
        <a:xfrm>
          <a:off x="0" y="1420611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BCC3E4-2F6A-4FE6-ACFA-52E3B7307912}">
      <dsp:nvSpPr>
        <dsp:cNvPr id="0" name=""/>
        <dsp:cNvSpPr/>
      </dsp:nvSpPr>
      <dsp:spPr>
        <a:xfrm>
          <a:off x="0" y="1420611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Multi-task Learning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1420611"/>
        <a:ext cx="6097604" cy="284032"/>
      </dsp:txXfrm>
    </dsp:sp>
    <dsp:sp modelId="{31040092-A021-423F-AAB4-C5C4927BBE42}">
      <dsp:nvSpPr>
        <dsp:cNvPr id="0" name=""/>
        <dsp:cNvSpPr/>
      </dsp:nvSpPr>
      <dsp:spPr>
        <a:xfrm>
          <a:off x="0" y="1704643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75AB87-E398-4B0C-B3CA-9D8E1B93C93A}">
      <dsp:nvSpPr>
        <dsp:cNvPr id="0" name=""/>
        <dsp:cNvSpPr/>
      </dsp:nvSpPr>
      <dsp:spPr>
        <a:xfrm>
          <a:off x="0" y="1704643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Transfer Learning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1704643"/>
        <a:ext cx="6097604" cy="284032"/>
      </dsp:txXfrm>
    </dsp:sp>
    <dsp:sp modelId="{D1BCE2B6-6C09-4C4F-BFD7-B57DC025ACAE}">
      <dsp:nvSpPr>
        <dsp:cNvPr id="0" name=""/>
        <dsp:cNvSpPr/>
      </dsp:nvSpPr>
      <dsp:spPr>
        <a:xfrm>
          <a:off x="0" y="1988675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EA022C-33B1-4158-A60A-784CB4C48D5E}">
      <dsp:nvSpPr>
        <dsp:cNvPr id="0" name=""/>
        <dsp:cNvSpPr/>
      </dsp:nvSpPr>
      <dsp:spPr>
        <a:xfrm>
          <a:off x="0" y="1988675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GANs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1988675"/>
        <a:ext cx="6097604" cy="284032"/>
      </dsp:txXfrm>
    </dsp:sp>
    <dsp:sp modelId="{98F4F4F7-FD73-453B-A28B-B35241F86076}">
      <dsp:nvSpPr>
        <dsp:cNvPr id="0" name=""/>
        <dsp:cNvSpPr/>
      </dsp:nvSpPr>
      <dsp:spPr>
        <a:xfrm>
          <a:off x="0" y="2272707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D1D9BC-3731-4D2F-9C05-1F432805AC48}">
      <dsp:nvSpPr>
        <dsp:cNvPr id="0" name=""/>
        <dsp:cNvSpPr/>
      </dsp:nvSpPr>
      <dsp:spPr>
        <a:xfrm>
          <a:off x="0" y="2272707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Knowledge Distillation &amp; Teacher-Student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2272707"/>
        <a:ext cx="6097604" cy="284032"/>
      </dsp:txXfrm>
    </dsp:sp>
    <dsp:sp modelId="{9A36A6DD-A53D-484E-BA0C-AF7549CEA236}">
      <dsp:nvSpPr>
        <dsp:cNvPr id="0" name=""/>
        <dsp:cNvSpPr/>
      </dsp:nvSpPr>
      <dsp:spPr>
        <a:xfrm>
          <a:off x="0" y="2556739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960DCC-6446-4CE9-8372-BBE9C20DC336}">
      <dsp:nvSpPr>
        <dsp:cNvPr id="0" name=""/>
        <dsp:cNvSpPr/>
      </dsp:nvSpPr>
      <dsp:spPr>
        <a:xfrm>
          <a:off x="0" y="2556739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Contrastive Learning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2556739"/>
        <a:ext cx="6097604" cy="284032"/>
      </dsp:txXfrm>
    </dsp:sp>
    <dsp:sp modelId="{DF0BBC0C-D4FE-43C2-8F95-27A1D8ECAFE6}">
      <dsp:nvSpPr>
        <dsp:cNvPr id="0" name=""/>
        <dsp:cNvSpPr/>
      </dsp:nvSpPr>
      <dsp:spPr>
        <a:xfrm>
          <a:off x="0" y="2840771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0E1F79-4D39-4E20-9A72-1F45E0ACABAD}">
      <dsp:nvSpPr>
        <dsp:cNvPr id="0" name=""/>
        <dsp:cNvSpPr/>
      </dsp:nvSpPr>
      <dsp:spPr>
        <a:xfrm>
          <a:off x="0" y="2840771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Disentanglement &amp; Counterfactuals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2840771"/>
        <a:ext cx="6097604" cy="284032"/>
      </dsp:txXfrm>
    </dsp:sp>
    <dsp:sp modelId="{A1B35CF8-2ECA-4ECA-B20E-B55AC600809F}">
      <dsp:nvSpPr>
        <dsp:cNvPr id="0" name=""/>
        <dsp:cNvSpPr/>
      </dsp:nvSpPr>
      <dsp:spPr>
        <a:xfrm>
          <a:off x="0" y="3124803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4B9FAB-257A-47B8-9EF5-57D07BE4DC21}">
      <dsp:nvSpPr>
        <dsp:cNvPr id="0" name=""/>
        <dsp:cNvSpPr/>
      </dsp:nvSpPr>
      <dsp:spPr>
        <a:xfrm>
          <a:off x="0" y="3124803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Meta-learning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3124803"/>
        <a:ext cx="6097604" cy="284032"/>
      </dsp:txXfrm>
    </dsp:sp>
    <dsp:sp modelId="{B952452E-E14D-4C52-B34B-12F71203FF6C}">
      <dsp:nvSpPr>
        <dsp:cNvPr id="0" name=""/>
        <dsp:cNvSpPr/>
      </dsp:nvSpPr>
      <dsp:spPr>
        <a:xfrm>
          <a:off x="0" y="3408836"/>
          <a:ext cx="609760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E7461E-0358-4C98-8175-84A4417E0179}">
      <dsp:nvSpPr>
        <dsp:cNvPr id="0" name=""/>
        <dsp:cNvSpPr/>
      </dsp:nvSpPr>
      <dsp:spPr>
        <a:xfrm>
          <a:off x="0" y="3408836"/>
          <a:ext cx="6097604" cy="284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300" b="1" i="0" kern="1200" baseline="0"/>
            <a:t>Domain Adaptation &amp; Domain Generalization</a:t>
          </a:r>
          <a:r>
            <a:rPr lang="es-AR" sz="1300" b="0" i="0" kern="1200" baseline="0"/>
            <a:t> </a:t>
          </a:r>
          <a:endParaRPr lang="en-US" sz="1300" kern="1200"/>
        </a:p>
      </dsp:txBody>
      <dsp:txXfrm>
        <a:off x="0" y="3408836"/>
        <a:ext cx="6097604" cy="2840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2FEF21-BE07-C767-6D06-CA7AC7F61F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B6A65D8-4228-BBC1-C68B-B7438AA50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81885A-1A2C-3C19-7326-77E968DF8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23/09/2025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137D759-0697-C512-8DB1-6F74DB5F1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06B875-45CF-958A-E98F-D899BE5DA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9255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4731ED-D666-E47F-6968-876ED8682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7484E6-C068-F46C-C254-EE9DEA616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8AE677-3ADC-2392-6A8A-9291FD113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23/09/2025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739F935-51D3-7B5E-860F-FE0FD0DE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56D72D-B83D-8F15-0917-19DF133B9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0156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495BD6-4F5A-47DF-00A5-BCFE842B2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33194D-A5A5-7F53-E6BB-10ABC19FC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285A67-7AE2-096A-5849-0B2C8DDF8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23/09/2025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D2372D-4AB3-7667-452B-2AE5087D8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9139E3-1049-FA9B-1312-C56D5D1DE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56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DEE8B1-49F8-B7C7-D323-150DCDCDA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D31B1F-AC0F-7891-4034-0A65583709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FF2C907-CD58-FFD9-B1CF-A5A67B7D6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62277E3-BC90-29E6-8592-24A5098AD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23/09/2025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547F5B8-788B-26CD-F07F-B5D322702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426BD32-5FFD-C238-F0E0-E0CB1580E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5093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555028-61BB-4707-4BF2-DB1C33DF2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381BCD-72BE-027A-B773-747AC020F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379EBCB-D800-8B45-9515-D356BCB3C5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D26BCCF-1628-A962-4A05-F4E794F198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F91449E-A6EA-42E9-1133-ECAA092C3F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BC8F80D-B5B7-5163-C849-C07CAA28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23/09/2025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B575822-4A04-C0C2-44DE-22C30D84F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E6E4F87-6DDC-93D7-A2B3-3CA8A6647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1284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50798F-34EA-C7AF-C7E8-2ACE51151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B3AEEC2-CDC1-942E-AE90-35C538304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23/09/2025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1A28256-6E06-B150-0AE9-3E664B4B2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5F77DEC-5C15-A48B-F1B9-B1956FE6B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776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77E66B2-7B3A-B9F5-80DA-A1B3989AE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23/09/2025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A890969-6C25-7E22-D1D2-C08850453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5E38297-A3C8-FB90-D231-95F2E0DD2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37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0F2BF0-E471-2BF8-795E-87D6AFD03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810BBD-9A55-AD92-1453-C33D9916E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42DDD96-CF79-65BA-1588-C8B405C275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CD88BF7-2719-FCAD-13B7-4B5492A1A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23/09/2025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D550B3B-6EED-4C5A-11BF-A10057F0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C65A815-A939-069E-9B43-22718216D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1735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92DE17-34A0-0FAA-C27F-9ACB82962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79FB5BC-2203-BE1A-83F2-AC126DE4B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82EDC98-2130-1FD8-5624-C090E19632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47D0A9-F84A-00B4-7130-4D8BF5C04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23/09/2025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0ADC480-639E-252B-C8C5-AE86E77F2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7E4955-EEE0-04A6-0E28-9EABCCC7F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3994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75A681-4CA9-BB0C-4BFC-542EB03BA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1771ADB-7713-8915-9C2B-8CB7EC089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885611-0EC6-1147-0D66-131556F43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23/09/2025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9864813-959F-EF55-E4A4-F78010EB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E24510-22FB-000E-E129-9DE2E8EA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4116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CC24598-E7BA-754B-486F-BEB67379AB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2E47A81-FC0C-D5A1-5C5A-E069BAE668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977DE5-ACC5-43E7-3EA3-1D9A3EEF1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23/09/2025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618474-730F-7697-0270-51726F234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AF35F53-8A2B-16A4-DF94-5CC890888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715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188544-5627-BEB8-E1A9-9F258A773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D1928C-0617-D19F-6634-73737EF6AB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054FEFD-22C9-B210-98A1-EBB5ABFC8C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467743-7149-468D-8631-B8D9925B4116}" type="datetimeFigureOut">
              <a:rPr lang="fr-FR" smtClean="0"/>
              <a:t>23/09/2025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4CB006-5F5C-3788-892E-0936FBD520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1FDBCB-0611-9C7D-2E28-A6D54D7C5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5626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C3A421D-0DC3-6210-0A5E-7F1ADAE612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fr-FR" sz="4800">
                <a:solidFill>
                  <a:srgbClr val="FFFFFF"/>
                </a:solidFill>
              </a:rPr>
              <a:t>Présentation du  projet: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09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C4515DB-31FB-564F-DB33-A449B217F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fr-FR" sz="5400"/>
              <a:t>Les plans 2D </a:t>
            </a:r>
          </a:p>
        </p:txBody>
      </p:sp>
      <p:sp>
        <p:nvSpPr>
          <p:cNvPr id="34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0F54695-5744-B7B5-7078-22F57AA1C4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200" dirty="0"/>
              <a:t>Formats : </a:t>
            </a:r>
          </a:p>
          <a:p>
            <a:r>
              <a:rPr lang="fr-FR" sz="2200" dirty="0"/>
              <a:t>image</a:t>
            </a:r>
          </a:p>
          <a:p>
            <a:r>
              <a:rPr lang="fr-FR" sz="2200" dirty="0" err="1"/>
              <a:t>pdf</a:t>
            </a:r>
            <a:r>
              <a:rPr lang="fr-FR" sz="2200" dirty="0"/>
              <a:t> </a:t>
            </a:r>
          </a:p>
          <a:p>
            <a:r>
              <a:rPr lang="fr-FR" sz="2200" dirty="0" err="1"/>
              <a:t>dwg</a:t>
            </a:r>
            <a:r>
              <a:rPr lang="fr-FR" sz="2200" dirty="0"/>
              <a:t>/DXF</a:t>
            </a:r>
          </a:p>
          <a:p>
            <a:r>
              <a:rPr lang="fr-FR" sz="2200" dirty="0"/>
              <a:t>SVG</a:t>
            </a:r>
          </a:p>
          <a:p>
            <a:r>
              <a:rPr lang="fr-FR" sz="2200" dirty="0"/>
              <a:t>…</a:t>
            </a:r>
          </a:p>
          <a:p>
            <a:pPr marL="0" indent="0">
              <a:buNone/>
            </a:pPr>
            <a:endParaRPr lang="fr-FR" sz="2200" dirty="0"/>
          </a:p>
        </p:txBody>
      </p:sp>
      <p:pic>
        <p:nvPicPr>
          <p:cNvPr id="7" name="Image 6" descr="Une image contenant texte, carte, diagramme, Plan&#10;&#10;Le contenu généré par l’IA peut être incorrect.">
            <a:extLst>
              <a:ext uri="{FF2B5EF4-FFF2-40B4-BE49-F238E27FC236}">
                <a16:creationId xmlns:a16="http://schemas.microsoft.com/office/drawing/2014/main" id="{CBC09184-B023-F262-EA3E-F4C3FDB52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71" r="12257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114256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D7D1B4-A55E-58B3-AC4E-9B99A42C3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1397AE8-A67B-82AA-0F74-AF093486D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fr-FR" sz="5400" dirty="0"/>
              <a:t>Les plans 3D </a:t>
            </a:r>
          </a:p>
        </p:txBody>
      </p:sp>
      <p:sp>
        <p:nvSpPr>
          <p:cNvPr id="48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7B81BD-6C00-8E19-9CA5-D651F10C6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200" b="1"/>
              <a:t>Formats natifs de logiciels CAO/BIM/DAO:</a:t>
            </a:r>
          </a:p>
          <a:p>
            <a:r>
              <a:rPr lang="fr-FR" sz="1200" b="1" dirty="0"/>
              <a:t>BLEND</a:t>
            </a:r>
            <a:r>
              <a:rPr lang="fr-FR" sz="1200" dirty="0"/>
              <a:t> (Blender)</a:t>
            </a:r>
          </a:p>
          <a:p>
            <a:r>
              <a:rPr lang="fr-FR" sz="1200" b="1" dirty="0"/>
              <a:t>RVT</a:t>
            </a:r>
            <a:r>
              <a:rPr lang="fr-FR" sz="1200" dirty="0"/>
              <a:t> (Revit) – modèles BIM complets avec vues 2D/3D</a:t>
            </a:r>
          </a:p>
          <a:p>
            <a:pPr marL="0" indent="0">
              <a:buNone/>
            </a:pPr>
            <a:r>
              <a:rPr lang="fr-FR" sz="1200" b="1"/>
              <a:t>Formats standards et d’échange</a:t>
            </a:r>
          </a:p>
          <a:p>
            <a:r>
              <a:rPr lang="fr-FR" sz="1200" b="1" dirty="0"/>
              <a:t>IFC</a:t>
            </a:r>
            <a:r>
              <a:rPr lang="fr-FR" sz="1200" dirty="0"/>
              <a:t> (</a:t>
            </a:r>
            <a:r>
              <a:rPr lang="fr-FR" sz="1200"/>
              <a:t>Industry</a:t>
            </a:r>
            <a:r>
              <a:rPr lang="fr-FR" sz="1200" dirty="0"/>
              <a:t> </a:t>
            </a:r>
            <a:r>
              <a:rPr lang="fr-FR" sz="1200"/>
              <a:t>Foundation</a:t>
            </a:r>
            <a:r>
              <a:rPr lang="fr-FR" sz="1200" dirty="0"/>
              <a:t> Classes) – standard BIM interopérable.</a:t>
            </a:r>
          </a:p>
          <a:p>
            <a:r>
              <a:rPr lang="fr-FR" sz="1200" b="1" dirty="0"/>
              <a:t>FBX</a:t>
            </a:r>
            <a:r>
              <a:rPr lang="fr-FR" sz="1200" dirty="0"/>
              <a:t> (Autodesk) – utilisé pour 3D + animations (compatible </a:t>
            </a:r>
            <a:r>
              <a:rPr lang="fr-FR" sz="1200"/>
              <a:t>Unity</a:t>
            </a:r>
            <a:r>
              <a:rPr lang="fr-FR" sz="1200" dirty="0"/>
              <a:t>, </a:t>
            </a:r>
            <a:r>
              <a:rPr lang="fr-FR" sz="1200"/>
              <a:t>Unreal</a:t>
            </a:r>
            <a:r>
              <a:rPr lang="fr-FR" sz="1200" dirty="0"/>
              <a:t>).</a:t>
            </a:r>
          </a:p>
          <a:p>
            <a:pPr marL="0" indent="0">
              <a:buNone/>
            </a:pPr>
            <a:r>
              <a:rPr lang="fr-FR" sz="1200" b="1"/>
              <a:t>Formats hybrides / orientés projet</a:t>
            </a:r>
          </a:p>
          <a:p>
            <a:r>
              <a:rPr lang="fr-FR" sz="1200" b="1" dirty="0"/>
              <a:t>DWG 3D</a:t>
            </a:r>
            <a:r>
              <a:rPr lang="fr-FR" sz="1200" dirty="0"/>
              <a:t> (AutoCAD) – peut contenir des volumes et surfaces 3D.</a:t>
            </a:r>
          </a:p>
          <a:p>
            <a:r>
              <a:rPr lang="fr-FR" sz="1200" b="1" dirty="0"/>
              <a:t>DGN</a:t>
            </a:r>
            <a:r>
              <a:rPr lang="fr-FR" sz="1200" dirty="0"/>
              <a:t> (</a:t>
            </a:r>
            <a:r>
              <a:rPr lang="fr-FR" sz="1200"/>
              <a:t>MicroStation</a:t>
            </a:r>
            <a:r>
              <a:rPr lang="fr-FR" sz="1200" dirty="0"/>
              <a:t>) – supporte aussi la 3D.</a:t>
            </a:r>
          </a:p>
          <a:p>
            <a:pPr marL="0" indent="0">
              <a:buNone/>
            </a:pPr>
            <a:endParaRPr lang="fr-FR" sz="1200" dirty="0"/>
          </a:p>
        </p:txBody>
      </p:sp>
      <p:pic>
        <p:nvPicPr>
          <p:cNvPr id="5" name="Image 4" descr="Une image contenant capture d’écran, Logiciel multimédia&#10;&#10;Le contenu généré par l’IA peut être incorrect.">
            <a:extLst>
              <a:ext uri="{FF2B5EF4-FFF2-40B4-BE49-F238E27FC236}">
                <a16:creationId xmlns:a16="http://schemas.microsoft.com/office/drawing/2014/main" id="{6F11F3AA-BF0C-CF0C-06FE-6157A550E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29" r="24051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299079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01F62601-603F-F3A9-B794-0AAFB20B30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452" b="10115"/>
          <a:stretch>
            <a:fillRect/>
          </a:stretch>
        </p:blipFill>
        <p:spPr>
          <a:xfrm>
            <a:off x="2522356" y="10"/>
            <a:ext cx="9669642" cy="6857990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0109F35-9407-301C-3DFF-C98BEBF62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fr-FR" sz="4000" dirty="0"/>
              <a:t>Un métré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3E1C267-B050-B8BF-D21F-D0A64EFEB59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434201"/>
            <a:ext cx="3822189" cy="374276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Relever les dimensions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Quantifier les matériaux</a:t>
            </a:r>
            <a:endParaRPr kumimoji="0" lang="fr-FR" altLang="fr-FR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Lister les ouvrages</a:t>
            </a:r>
            <a:endParaRPr kumimoji="0" lang="fr-FR" altLang="fr-FR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Préparer le devis et estimer le coût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04765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4" name="Freeform: Shape 33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6E6E6"/>
            </a:solidFill>
          </a:ln>
          <a:effectLst>
            <a:outerShdw blurRad="762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6" name="Freeform: Shape 35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7AA2787-DF12-B504-D550-5DF90335F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 multimodalité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D1F2D0B-B7ED-1589-EC62-5E02DE4CA9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356" y="1430723"/>
            <a:ext cx="6408836" cy="3845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1950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9259912-2B72-B1D7-8A2E-C593972E6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5 défis de la multimodalité</a:t>
            </a:r>
          </a:p>
        </p:txBody>
      </p:sp>
      <p:graphicFrame>
        <p:nvGraphicFramePr>
          <p:cNvPr id="25" name="Rectangle 1">
            <a:extLst>
              <a:ext uri="{FF2B5EF4-FFF2-40B4-BE49-F238E27FC236}">
                <a16:creationId xmlns:a16="http://schemas.microsoft.com/office/drawing/2014/main" id="{B0752E3E-493A-A3E9-E38E-46AEC92DA9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5317907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91168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1E5815-D54C-487F-A054-6D4930ADE3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02DE967A-A94F-D21C-ED78-39945CAD8C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30316" y="461981"/>
            <a:ext cx="3885296" cy="6241440"/>
          </a:xfrm>
          <a:prstGeom prst="rect">
            <a:avLst/>
          </a:prstGeom>
        </p:spPr>
      </p:pic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36F0DFD-0954-464F-BF12-DD2E6F6E0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208496" y="0"/>
            <a:ext cx="1983504" cy="6858000"/>
          </a:xfrm>
          <a:custGeom>
            <a:avLst/>
            <a:gdLst>
              <a:gd name="connsiteX0" fmla="*/ 0 w 1983504"/>
              <a:gd name="connsiteY0" fmla="*/ 0 h 6858000"/>
              <a:gd name="connsiteX1" fmla="*/ 1376658 w 1983504"/>
              <a:gd name="connsiteY1" fmla="*/ 0 h 6858000"/>
              <a:gd name="connsiteX2" fmla="*/ 1690650 w 1983504"/>
              <a:gd name="connsiteY2" fmla="*/ 110269 h 6858000"/>
              <a:gd name="connsiteX3" fmla="*/ 1645361 w 1983504"/>
              <a:gd name="connsiteY3" fmla="*/ 135168 h 6858000"/>
              <a:gd name="connsiteX4" fmla="*/ 1373640 w 1983504"/>
              <a:gd name="connsiteY4" fmla="*/ 71141 h 6858000"/>
              <a:gd name="connsiteX5" fmla="*/ 1319295 w 1983504"/>
              <a:gd name="connsiteY5" fmla="*/ 88927 h 6858000"/>
              <a:gd name="connsiteX6" fmla="*/ 1346468 w 1983504"/>
              <a:gd name="connsiteY6" fmla="*/ 163625 h 6858000"/>
              <a:gd name="connsiteX7" fmla="*/ 1464213 w 1983504"/>
              <a:gd name="connsiteY7" fmla="*/ 192082 h 6858000"/>
              <a:gd name="connsiteX8" fmla="*/ 1648381 w 1983504"/>
              <a:gd name="connsiteY8" fmla="*/ 373491 h 6858000"/>
              <a:gd name="connsiteX9" fmla="*/ 1370620 w 1983504"/>
              <a:gd name="connsiteY9" fmla="*/ 352148 h 6858000"/>
              <a:gd name="connsiteX10" fmla="*/ 1322314 w 1983504"/>
              <a:gd name="connsiteY10" fmla="*/ 394834 h 6858000"/>
              <a:gd name="connsiteX11" fmla="*/ 1304199 w 1983504"/>
              <a:gd name="connsiteY11" fmla="*/ 451747 h 6858000"/>
              <a:gd name="connsiteX12" fmla="*/ 1222682 w 1983504"/>
              <a:gd name="connsiteY12" fmla="*/ 359262 h 6858000"/>
              <a:gd name="connsiteX13" fmla="*/ 1153242 w 1983504"/>
              <a:gd name="connsiteY13" fmla="*/ 334364 h 6858000"/>
              <a:gd name="connsiteX14" fmla="*/ 1132108 w 1983504"/>
              <a:gd name="connsiteY14" fmla="*/ 416176 h 6858000"/>
              <a:gd name="connsiteX15" fmla="*/ 1195509 w 1983504"/>
              <a:gd name="connsiteY15" fmla="*/ 505101 h 6858000"/>
              <a:gd name="connsiteX16" fmla="*/ 1364582 w 1983504"/>
              <a:gd name="connsiteY16" fmla="*/ 558458 h 6858000"/>
              <a:gd name="connsiteX17" fmla="*/ 1183434 w 1983504"/>
              <a:gd name="connsiteY17" fmla="*/ 558458 h 6858000"/>
              <a:gd name="connsiteX18" fmla="*/ 975114 w 1983504"/>
              <a:gd name="connsiteY18" fmla="*/ 522887 h 6858000"/>
              <a:gd name="connsiteX19" fmla="*/ 754716 w 1983504"/>
              <a:gd name="connsiteY19" fmla="*/ 533558 h 6858000"/>
              <a:gd name="connsiteX20" fmla="*/ 546395 w 1983504"/>
              <a:gd name="connsiteY20" fmla="*/ 462417 h 6858000"/>
              <a:gd name="connsiteX21" fmla="*/ 335056 w 1983504"/>
              <a:gd name="connsiteY21" fmla="*/ 465975 h 6858000"/>
              <a:gd name="connsiteX22" fmla="*/ 1270988 w 1983504"/>
              <a:gd name="connsiteY22" fmla="*/ 910606 h 6858000"/>
              <a:gd name="connsiteX23" fmla="*/ 1225701 w 1983504"/>
              <a:gd name="connsiteY23" fmla="*/ 921277 h 6858000"/>
              <a:gd name="connsiteX24" fmla="*/ 1165318 w 1983504"/>
              <a:gd name="connsiteY24" fmla="*/ 949734 h 6858000"/>
              <a:gd name="connsiteX25" fmla="*/ 1210606 w 1983504"/>
              <a:gd name="connsiteY25" fmla="*/ 1006647 h 6858000"/>
              <a:gd name="connsiteX26" fmla="*/ 1455156 w 1983504"/>
              <a:gd name="connsiteY26" fmla="*/ 1113358 h 6858000"/>
              <a:gd name="connsiteX27" fmla="*/ 1515538 w 1983504"/>
              <a:gd name="connsiteY27" fmla="*/ 1220069 h 6858000"/>
              <a:gd name="connsiteX28" fmla="*/ 1440060 w 1983504"/>
              <a:gd name="connsiteY28" fmla="*/ 1209399 h 6858000"/>
              <a:gd name="connsiteX29" fmla="*/ 1373640 w 1983504"/>
              <a:gd name="connsiteY29" fmla="*/ 1230741 h 6858000"/>
              <a:gd name="connsiteX30" fmla="*/ 1400810 w 1983504"/>
              <a:gd name="connsiteY30" fmla="*/ 1365909 h 6858000"/>
              <a:gd name="connsiteX31" fmla="*/ 1748012 w 1983504"/>
              <a:gd name="connsiteY31" fmla="*/ 1540204 h 6858000"/>
              <a:gd name="connsiteX32" fmla="*/ 1778203 w 1983504"/>
              <a:gd name="connsiteY32" fmla="*/ 1597117 h 6858000"/>
              <a:gd name="connsiteX33" fmla="*/ 1735936 w 1983504"/>
              <a:gd name="connsiteY33" fmla="*/ 1636245 h 6858000"/>
              <a:gd name="connsiteX34" fmla="*/ 1624228 w 1983504"/>
              <a:gd name="connsiteY34" fmla="*/ 1657587 h 6858000"/>
              <a:gd name="connsiteX35" fmla="*/ 1781223 w 1983504"/>
              <a:gd name="connsiteY35" fmla="*/ 1849668 h 6858000"/>
              <a:gd name="connsiteX36" fmla="*/ 1838587 w 1983504"/>
              <a:gd name="connsiteY36" fmla="*/ 1903025 h 6858000"/>
              <a:gd name="connsiteX37" fmla="*/ 1938218 w 1983504"/>
              <a:gd name="connsiteY37" fmla="*/ 1984836 h 6858000"/>
              <a:gd name="connsiteX38" fmla="*/ 1938218 w 1983504"/>
              <a:gd name="connsiteY38" fmla="*/ 2013292 h 6858000"/>
              <a:gd name="connsiteX39" fmla="*/ 1805376 w 1983504"/>
              <a:gd name="connsiteY39" fmla="*/ 2102219 h 6858000"/>
              <a:gd name="connsiteX40" fmla="*/ 1563844 w 1983504"/>
              <a:gd name="connsiteY40" fmla="*/ 2077320 h 6858000"/>
              <a:gd name="connsiteX41" fmla="*/ 1920104 w 1983504"/>
              <a:gd name="connsiteY41" fmla="*/ 2208931 h 6858000"/>
              <a:gd name="connsiteX42" fmla="*/ 766792 w 1983504"/>
              <a:gd name="connsiteY42" fmla="*/ 1892353 h 6858000"/>
              <a:gd name="connsiteX43" fmla="*/ 839252 w 1983504"/>
              <a:gd name="connsiteY43" fmla="*/ 1974165 h 6858000"/>
              <a:gd name="connsiteX44" fmla="*/ 1243816 w 1983504"/>
              <a:gd name="connsiteY44" fmla="*/ 2191146 h 6858000"/>
              <a:gd name="connsiteX45" fmla="*/ 1358543 w 1983504"/>
              <a:gd name="connsiteY45" fmla="*/ 2326314 h 6858000"/>
              <a:gd name="connsiteX46" fmla="*/ 1479310 w 1983504"/>
              <a:gd name="connsiteY46" fmla="*/ 2401012 h 6858000"/>
              <a:gd name="connsiteX47" fmla="*/ 1648381 w 1983504"/>
              <a:gd name="connsiteY47" fmla="*/ 2401012 h 6858000"/>
              <a:gd name="connsiteX48" fmla="*/ 1769146 w 1983504"/>
              <a:gd name="connsiteY48" fmla="*/ 2518395 h 6858000"/>
              <a:gd name="connsiteX49" fmla="*/ 1645361 w 1983504"/>
              <a:gd name="connsiteY49" fmla="*/ 2543294 h 6858000"/>
              <a:gd name="connsiteX50" fmla="*/ 1500444 w 1983504"/>
              <a:gd name="connsiteY50" fmla="*/ 2525509 h 6858000"/>
              <a:gd name="connsiteX51" fmla="*/ 1337410 w 1983504"/>
              <a:gd name="connsiteY51" fmla="*/ 2564636 h 6858000"/>
              <a:gd name="connsiteX52" fmla="*/ 1186452 w 1983504"/>
              <a:gd name="connsiteY52" fmla="*/ 2532623 h 6858000"/>
              <a:gd name="connsiteX53" fmla="*/ 1005304 w 1983504"/>
              <a:gd name="connsiteY53" fmla="*/ 2553965 h 6858000"/>
              <a:gd name="connsiteX54" fmla="*/ 947940 w 1983504"/>
              <a:gd name="connsiteY54" fmla="*/ 2692689 h 6858000"/>
              <a:gd name="connsiteX55" fmla="*/ 929826 w 1983504"/>
              <a:gd name="connsiteY55" fmla="*/ 2703362 h 6858000"/>
              <a:gd name="connsiteX56" fmla="*/ 594701 w 1983504"/>
              <a:gd name="connsiteY56" fmla="*/ 2923898 h 6858000"/>
              <a:gd name="connsiteX57" fmla="*/ 501108 w 1983504"/>
              <a:gd name="connsiteY57" fmla="*/ 2941684 h 6858000"/>
              <a:gd name="connsiteX58" fmla="*/ 1053610 w 1983504"/>
              <a:gd name="connsiteY58" fmla="*/ 3329402 h 6858000"/>
              <a:gd name="connsiteX59" fmla="*/ 682256 w 1983504"/>
              <a:gd name="connsiteY59" fmla="*/ 3229805 h 6858000"/>
              <a:gd name="connsiteX60" fmla="*/ 630932 w 1983504"/>
              <a:gd name="connsiteY60" fmla="*/ 3393429 h 6858000"/>
              <a:gd name="connsiteX61" fmla="*/ 806041 w 1983504"/>
              <a:gd name="connsiteY61" fmla="*/ 3539269 h 6858000"/>
              <a:gd name="connsiteX62" fmla="*/ 869444 w 1983504"/>
              <a:gd name="connsiteY62" fmla="*/ 3827390 h 6858000"/>
              <a:gd name="connsiteX63" fmla="*/ 839252 w 1983504"/>
              <a:gd name="connsiteY63" fmla="*/ 4090612 h 6858000"/>
              <a:gd name="connsiteX64" fmla="*/ 763774 w 1983504"/>
              <a:gd name="connsiteY64" fmla="*/ 4172424 h 6858000"/>
              <a:gd name="connsiteX65" fmla="*/ 655085 w 1983504"/>
              <a:gd name="connsiteY65" fmla="*/ 4321821 h 6858000"/>
              <a:gd name="connsiteX66" fmla="*/ 588662 w 1983504"/>
              <a:gd name="connsiteY66" fmla="*/ 4414305 h 6858000"/>
              <a:gd name="connsiteX67" fmla="*/ 356189 w 1983504"/>
              <a:gd name="connsiteY67" fmla="*/ 4378734 h 6858000"/>
              <a:gd name="connsiteX68" fmla="*/ 667160 w 1983504"/>
              <a:gd name="connsiteY68" fmla="*/ 4613499 h 6858000"/>
              <a:gd name="connsiteX69" fmla="*/ 416573 w 1983504"/>
              <a:gd name="connsiteY69" fmla="*/ 4585042 h 6858000"/>
              <a:gd name="connsiteX70" fmla="*/ 335056 w 1983504"/>
              <a:gd name="connsiteY70" fmla="*/ 4602828 h 6858000"/>
              <a:gd name="connsiteX71" fmla="*/ 380342 w 1983504"/>
              <a:gd name="connsiteY71" fmla="*/ 4677526 h 6858000"/>
              <a:gd name="connsiteX72" fmla="*/ 564510 w 1983504"/>
              <a:gd name="connsiteY72" fmla="*/ 4805580 h 6858000"/>
              <a:gd name="connsiteX73" fmla="*/ 944922 w 1983504"/>
              <a:gd name="connsiteY73" fmla="*/ 5154171 h 6858000"/>
              <a:gd name="connsiteX74" fmla="*/ 576586 w 1983504"/>
              <a:gd name="connsiteY74" fmla="*/ 4994104 h 6858000"/>
              <a:gd name="connsiteX75" fmla="*/ 963036 w 1983504"/>
              <a:gd name="connsiteY75" fmla="*/ 5353367 h 6858000"/>
              <a:gd name="connsiteX76" fmla="*/ 1047572 w 1983504"/>
              <a:gd name="connsiteY76" fmla="*/ 5474306 h 6858000"/>
              <a:gd name="connsiteX77" fmla="*/ 1222682 w 1983504"/>
              <a:gd name="connsiteY77" fmla="*/ 5769542 h 6858000"/>
              <a:gd name="connsiteX78" fmla="*/ 1213626 w 1983504"/>
              <a:gd name="connsiteY78" fmla="*/ 5801555 h 6858000"/>
              <a:gd name="connsiteX79" fmla="*/ 1014361 w 1983504"/>
              <a:gd name="connsiteY79" fmla="*/ 5755314 h 6858000"/>
              <a:gd name="connsiteX80" fmla="*/ 1274008 w 1983504"/>
              <a:gd name="connsiteY80" fmla="*/ 6004307 h 6858000"/>
              <a:gd name="connsiteX81" fmla="*/ 1542711 w 1983504"/>
              <a:gd name="connsiteY81" fmla="*/ 6196388 h 6858000"/>
              <a:gd name="connsiteX82" fmla="*/ 1352504 w 1983504"/>
              <a:gd name="connsiteY82" fmla="*/ 6167932 h 6858000"/>
              <a:gd name="connsiteX83" fmla="*/ 1089840 w 1983504"/>
              <a:gd name="connsiteY83" fmla="*/ 6057663 h 6858000"/>
              <a:gd name="connsiteX84" fmla="*/ 999266 w 1983504"/>
              <a:gd name="connsiteY84" fmla="*/ 6100347 h 6858000"/>
              <a:gd name="connsiteX85" fmla="*/ 1246836 w 1983504"/>
              <a:gd name="connsiteY85" fmla="*/ 6281757 h 6858000"/>
              <a:gd name="connsiteX86" fmla="*/ 1388735 w 1983504"/>
              <a:gd name="connsiteY86" fmla="*/ 6367127 h 6858000"/>
              <a:gd name="connsiteX87" fmla="*/ 1446099 w 1983504"/>
              <a:gd name="connsiteY87" fmla="*/ 6431153 h 6858000"/>
              <a:gd name="connsiteX88" fmla="*/ 1609132 w 1983504"/>
              <a:gd name="connsiteY88" fmla="*/ 6658805 h 6858000"/>
              <a:gd name="connsiteX89" fmla="*/ 1983504 w 1983504"/>
              <a:gd name="connsiteY89" fmla="*/ 6858000 h 6858000"/>
              <a:gd name="connsiteX90" fmla="*/ 0 w 1983504"/>
              <a:gd name="connsiteY9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983504" h="6858000">
                <a:moveTo>
                  <a:pt x="0" y="0"/>
                </a:moveTo>
                <a:lnTo>
                  <a:pt x="1376658" y="0"/>
                </a:lnTo>
                <a:cubicBezTo>
                  <a:pt x="1482328" y="35571"/>
                  <a:pt x="1584980" y="78255"/>
                  <a:pt x="1690650" y="110269"/>
                </a:cubicBezTo>
                <a:cubicBezTo>
                  <a:pt x="1675553" y="145839"/>
                  <a:pt x="1660458" y="138725"/>
                  <a:pt x="1645361" y="135168"/>
                </a:cubicBezTo>
                <a:cubicBezTo>
                  <a:pt x="1554788" y="120941"/>
                  <a:pt x="1461194" y="110269"/>
                  <a:pt x="1373640" y="71141"/>
                </a:cubicBezTo>
                <a:cubicBezTo>
                  <a:pt x="1352504" y="64027"/>
                  <a:pt x="1328352" y="64027"/>
                  <a:pt x="1319295" y="88927"/>
                </a:cubicBezTo>
                <a:cubicBezTo>
                  <a:pt x="1304199" y="124497"/>
                  <a:pt x="1325332" y="145839"/>
                  <a:pt x="1346468" y="163625"/>
                </a:cubicBezTo>
                <a:cubicBezTo>
                  <a:pt x="1382696" y="195638"/>
                  <a:pt x="1424964" y="188525"/>
                  <a:pt x="1464213" y="192082"/>
                </a:cubicBezTo>
                <a:cubicBezTo>
                  <a:pt x="1572902" y="209867"/>
                  <a:pt x="1624228" y="259665"/>
                  <a:pt x="1648381" y="373491"/>
                </a:cubicBezTo>
                <a:cubicBezTo>
                  <a:pt x="1554788" y="327250"/>
                  <a:pt x="1461194" y="384162"/>
                  <a:pt x="1370620" y="352148"/>
                </a:cubicBezTo>
                <a:cubicBezTo>
                  <a:pt x="1346468" y="345034"/>
                  <a:pt x="1310237" y="355706"/>
                  <a:pt x="1322314" y="394834"/>
                </a:cubicBezTo>
                <a:cubicBezTo>
                  <a:pt x="1334390" y="430405"/>
                  <a:pt x="1373640" y="458860"/>
                  <a:pt x="1304199" y="451747"/>
                </a:cubicBezTo>
                <a:cubicBezTo>
                  <a:pt x="1252873" y="448189"/>
                  <a:pt x="1237778" y="405504"/>
                  <a:pt x="1222682" y="359262"/>
                </a:cubicBezTo>
                <a:cubicBezTo>
                  <a:pt x="1210606" y="334364"/>
                  <a:pt x="1177395" y="320135"/>
                  <a:pt x="1153242" y="334364"/>
                </a:cubicBezTo>
                <a:cubicBezTo>
                  <a:pt x="1123051" y="348592"/>
                  <a:pt x="1132108" y="387720"/>
                  <a:pt x="1132108" y="416176"/>
                </a:cubicBezTo>
                <a:cubicBezTo>
                  <a:pt x="1129088" y="469532"/>
                  <a:pt x="1153242" y="494431"/>
                  <a:pt x="1195509" y="505101"/>
                </a:cubicBezTo>
                <a:cubicBezTo>
                  <a:pt x="1246836" y="519330"/>
                  <a:pt x="1298160" y="537116"/>
                  <a:pt x="1364582" y="558458"/>
                </a:cubicBezTo>
                <a:cubicBezTo>
                  <a:pt x="1292122" y="594028"/>
                  <a:pt x="1237778" y="586915"/>
                  <a:pt x="1183434" y="558458"/>
                </a:cubicBezTo>
                <a:cubicBezTo>
                  <a:pt x="1117012" y="526444"/>
                  <a:pt x="1029458" y="483759"/>
                  <a:pt x="975114" y="522887"/>
                </a:cubicBezTo>
                <a:cubicBezTo>
                  <a:pt x="893597" y="579800"/>
                  <a:pt x="827176" y="544229"/>
                  <a:pt x="754716" y="533558"/>
                </a:cubicBezTo>
                <a:cubicBezTo>
                  <a:pt x="603758" y="512216"/>
                  <a:pt x="697352" y="480203"/>
                  <a:pt x="546395" y="462417"/>
                </a:cubicBezTo>
                <a:cubicBezTo>
                  <a:pt x="486012" y="455303"/>
                  <a:pt x="422610" y="426847"/>
                  <a:pt x="335056" y="465975"/>
                </a:cubicBezTo>
                <a:cubicBezTo>
                  <a:pt x="730563" y="672284"/>
                  <a:pt x="917750" y="658055"/>
                  <a:pt x="1270988" y="910606"/>
                </a:cubicBezTo>
                <a:cubicBezTo>
                  <a:pt x="1255893" y="935506"/>
                  <a:pt x="1240798" y="924835"/>
                  <a:pt x="1225701" y="921277"/>
                </a:cubicBezTo>
                <a:cubicBezTo>
                  <a:pt x="1201548" y="917720"/>
                  <a:pt x="1171356" y="903491"/>
                  <a:pt x="1165318" y="949734"/>
                </a:cubicBezTo>
                <a:cubicBezTo>
                  <a:pt x="1162298" y="985305"/>
                  <a:pt x="1180415" y="1003089"/>
                  <a:pt x="1210606" y="1006647"/>
                </a:cubicBezTo>
                <a:cubicBezTo>
                  <a:pt x="1298160" y="1020875"/>
                  <a:pt x="1376658" y="1070674"/>
                  <a:pt x="1455156" y="1113358"/>
                </a:cubicBezTo>
                <a:cubicBezTo>
                  <a:pt x="1491385" y="1131144"/>
                  <a:pt x="1530634" y="1156043"/>
                  <a:pt x="1515538" y="1220069"/>
                </a:cubicBezTo>
                <a:cubicBezTo>
                  <a:pt x="1485348" y="1237855"/>
                  <a:pt x="1464213" y="1212955"/>
                  <a:pt x="1440060" y="1209399"/>
                </a:cubicBezTo>
                <a:cubicBezTo>
                  <a:pt x="1415907" y="1205842"/>
                  <a:pt x="1358543" y="1220069"/>
                  <a:pt x="1373640" y="1230741"/>
                </a:cubicBezTo>
                <a:cubicBezTo>
                  <a:pt x="1443080" y="1269868"/>
                  <a:pt x="1316276" y="1365909"/>
                  <a:pt x="1400810" y="1365909"/>
                </a:cubicBezTo>
                <a:cubicBezTo>
                  <a:pt x="1539691" y="1365909"/>
                  <a:pt x="1615170" y="1536647"/>
                  <a:pt x="1748012" y="1540204"/>
                </a:cubicBezTo>
                <a:cubicBezTo>
                  <a:pt x="1769146" y="1540204"/>
                  <a:pt x="1778203" y="1572219"/>
                  <a:pt x="1778203" y="1597117"/>
                </a:cubicBezTo>
                <a:cubicBezTo>
                  <a:pt x="1778203" y="1629132"/>
                  <a:pt x="1757070" y="1632688"/>
                  <a:pt x="1735936" y="1636245"/>
                </a:cubicBezTo>
                <a:cubicBezTo>
                  <a:pt x="1702725" y="1639802"/>
                  <a:pt x="1666496" y="1597117"/>
                  <a:pt x="1624228" y="1657587"/>
                </a:cubicBezTo>
                <a:cubicBezTo>
                  <a:pt x="1702725" y="1693158"/>
                  <a:pt x="1784242" y="1728729"/>
                  <a:pt x="1781223" y="1849668"/>
                </a:cubicBezTo>
                <a:cubicBezTo>
                  <a:pt x="1781223" y="1881683"/>
                  <a:pt x="1814434" y="1895910"/>
                  <a:pt x="1838587" y="1903025"/>
                </a:cubicBezTo>
                <a:cubicBezTo>
                  <a:pt x="1880854" y="1917252"/>
                  <a:pt x="1914065" y="1938595"/>
                  <a:pt x="1938218" y="1984836"/>
                </a:cubicBezTo>
                <a:cubicBezTo>
                  <a:pt x="1938218" y="1995507"/>
                  <a:pt x="1938218" y="2002622"/>
                  <a:pt x="1938218" y="2013292"/>
                </a:cubicBezTo>
                <a:cubicBezTo>
                  <a:pt x="1932180" y="2123562"/>
                  <a:pt x="1871798" y="2120004"/>
                  <a:pt x="1805376" y="2102219"/>
                </a:cubicBezTo>
                <a:cubicBezTo>
                  <a:pt x="1726878" y="2080877"/>
                  <a:pt x="1648381" y="2038192"/>
                  <a:pt x="1563844" y="2077320"/>
                </a:cubicBezTo>
                <a:cubicBezTo>
                  <a:pt x="1681592" y="2130676"/>
                  <a:pt x="1811414" y="2134233"/>
                  <a:pt x="1920104" y="2208931"/>
                </a:cubicBezTo>
                <a:cubicBezTo>
                  <a:pt x="1515538" y="2223159"/>
                  <a:pt x="1159280" y="1984836"/>
                  <a:pt x="766792" y="1892353"/>
                </a:cubicBezTo>
                <a:cubicBezTo>
                  <a:pt x="778869" y="1952823"/>
                  <a:pt x="812080" y="1967051"/>
                  <a:pt x="839252" y="1974165"/>
                </a:cubicBezTo>
                <a:cubicBezTo>
                  <a:pt x="984170" y="2020407"/>
                  <a:pt x="1110974" y="2112891"/>
                  <a:pt x="1243816" y="2191146"/>
                </a:cubicBezTo>
                <a:cubicBezTo>
                  <a:pt x="1298160" y="2223159"/>
                  <a:pt x="1337410" y="2258731"/>
                  <a:pt x="1358543" y="2326314"/>
                </a:cubicBezTo>
                <a:cubicBezTo>
                  <a:pt x="1376658" y="2390340"/>
                  <a:pt x="1412888" y="2418796"/>
                  <a:pt x="1479310" y="2401012"/>
                </a:cubicBezTo>
                <a:cubicBezTo>
                  <a:pt x="1533654" y="2386784"/>
                  <a:pt x="1591018" y="2393898"/>
                  <a:pt x="1648381" y="2401012"/>
                </a:cubicBezTo>
                <a:cubicBezTo>
                  <a:pt x="1711782" y="2408126"/>
                  <a:pt x="1784242" y="2479267"/>
                  <a:pt x="1769146" y="2518395"/>
                </a:cubicBezTo>
                <a:cubicBezTo>
                  <a:pt x="1738956" y="2582422"/>
                  <a:pt x="1687630" y="2550408"/>
                  <a:pt x="1645361" y="2543294"/>
                </a:cubicBezTo>
                <a:cubicBezTo>
                  <a:pt x="1594036" y="2536181"/>
                  <a:pt x="1500444" y="2518395"/>
                  <a:pt x="1500444" y="2525509"/>
                </a:cubicBezTo>
                <a:cubicBezTo>
                  <a:pt x="1467232" y="2685576"/>
                  <a:pt x="1391754" y="2564636"/>
                  <a:pt x="1337410" y="2564636"/>
                </a:cubicBezTo>
                <a:cubicBezTo>
                  <a:pt x="1286084" y="2564636"/>
                  <a:pt x="1234759" y="2546851"/>
                  <a:pt x="1186452" y="2532623"/>
                </a:cubicBezTo>
                <a:cubicBezTo>
                  <a:pt x="1123051" y="2514837"/>
                  <a:pt x="1065688" y="2546851"/>
                  <a:pt x="1005304" y="2553965"/>
                </a:cubicBezTo>
                <a:cubicBezTo>
                  <a:pt x="950960" y="2561080"/>
                  <a:pt x="981150" y="2653563"/>
                  <a:pt x="947940" y="2692689"/>
                </a:cubicBezTo>
                <a:cubicBezTo>
                  <a:pt x="941903" y="2703362"/>
                  <a:pt x="935864" y="2703362"/>
                  <a:pt x="929826" y="2703362"/>
                </a:cubicBezTo>
                <a:cubicBezTo>
                  <a:pt x="911711" y="2980812"/>
                  <a:pt x="594701" y="2913227"/>
                  <a:pt x="594701" y="2923898"/>
                </a:cubicBezTo>
                <a:cubicBezTo>
                  <a:pt x="567529" y="2941684"/>
                  <a:pt x="534318" y="2899000"/>
                  <a:pt x="501108" y="2941684"/>
                </a:cubicBezTo>
                <a:cubicBezTo>
                  <a:pt x="643007" y="3137322"/>
                  <a:pt x="860386" y="3183563"/>
                  <a:pt x="1053610" y="3329402"/>
                </a:cubicBezTo>
                <a:cubicBezTo>
                  <a:pt x="893597" y="3379202"/>
                  <a:pt x="800002" y="3208463"/>
                  <a:pt x="682256" y="3229805"/>
                </a:cubicBezTo>
                <a:cubicBezTo>
                  <a:pt x="624893" y="3283162"/>
                  <a:pt x="796984" y="3368530"/>
                  <a:pt x="630932" y="3393429"/>
                </a:cubicBezTo>
                <a:cubicBezTo>
                  <a:pt x="703390" y="3439672"/>
                  <a:pt x="754716" y="3485914"/>
                  <a:pt x="806041" y="3539269"/>
                </a:cubicBezTo>
                <a:cubicBezTo>
                  <a:pt x="893597" y="3635309"/>
                  <a:pt x="911711" y="3699337"/>
                  <a:pt x="869444" y="3827390"/>
                </a:cubicBezTo>
                <a:cubicBezTo>
                  <a:pt x="842270" y="3912759"/>
                  <a:pt x="803022" y="3991015"/>
                  <a:pt x="839252" y="4090612"/>
                </a:cubicBezTo>
                <a:cubicBezTo>
                  <a:pt x="863405" y="4158196"/>
                  <a:pt x="854347" y="4204438"/>
                  <a:pt x="763774" y="4172424"/>
                </a:cubicBezTo>
                <a:cubicBezTo>
                  <a:pt x="667160" y="4140411"/>
                  <a:pt x="630932" y="4200882"/>
                  <a:pt x="655085" y="4321821"/>
                </a:cubicBezTo>
                <a:cubicBezTo>
                  <a:pt x="670179" y="4400076"/>
                  <a:pt x="655085" y="4424975"/>
                  <a:pt x="588662" y="4414305"/>
                </a:cubicBezTo>
                <a:cubicBezTo>
                  <a:pt x="516204" y="4403633"/>
                  <a:pt x="446764" y="4353835"/>
                  <a:pt x="356189" y="4378734"/>
                </a:cubicBezTo>
                <a:cubicBezTo>
                  <a:pt x="428648" y="4521016"/>
                  <a:pt x="582626" y="4478331"/>
                  <a:pt x="667160" y="4613499"/>
                </a:cubicBezTo>
                <a:cubicBezTo>
                  <a:pt x="567529" y="4613499"/>
                  <a:pt x="489031" y="4613499"/>
                  <a:pt x="416573" y="4585042"/>
                </a:cubicBezTo>
                <a:cubicBezTo>
                  <a:pt x="386381" y="4574373"/>
                  <a:pt x="353170" y="4560144"/>
                  <a:pt x="335056" y="4602828"/>
                </a:cubicBezTo>
                <a:cubicBezTo>
                  <a:pt x="313920" y="4652628"/>
                  <a:pt x="356189" y="4670412"/>
                  <a:pt x="380342" y="4677526"/>
                </a:cubicBezTo>
                <a:cubicBezTo>
                  <a:pt x="449784" y="4702425"/>
                  <a:pt x="504126" y="4759339"/>
                  <a:pt x="564510" y="4805580"/>
                </a:cubicBezTo>
                <a:cubicBezTo>
                  <a:pt x="694332" y="4905177"/>
                  <a:pt x="836233" y="4990547"/>
                  <a:pt x="944922" y="5154171"/>
                </a:cubicBezTo>
                <a:cubicBezTo>
                  <a:pt x="809060" y="5111487"/>
                  <a:pt x="706410" y="5011889"/>
                  <a:pt x="576586" y="4994104"/>
                </a:cubicBezTo>
                <a:cubicBezTo>
                  <a:pt x="688296" y="5143500"/>
                  <a:pt x="830194" y="5243097"/>
                  <a:pt x="963036" y="5353367"/>
                </a:cubicBezTo>
                <a:cubicBezTo>
                  <a:pt x="1002286" y="5385379"/>
                  <a:pt x="1041534" y="5406721"/>
                  <a:pt x="1047572" y="5474306"/>
                </a:cubicBezTo>
                <a:cubicBezTo>
                  <a:pt x="1065688" y="5605917"/>
                  <a:pt x="1113992" y="5712629"/>
                  <a:pt x="1222682" y="5769542"/>
                </a:cubicBezTo>
                <a:cubicBezTo>
                  <a:pt x="1222682" y="5769542"/>
                  <a:pt x="1216644" y="5790884"/>
                  <a:pt x="1213626" y="5801555"/>
                </a:cubicBezTo>
                <a:cubicBezTo>
                  <a:pt x="1147203" y="5805112"/>
                  <a:pt x="1095878" y="5726858"/>
                  <a:pt x="1014361" y="5755314"/>
                </a:cubicBezTo>
                <a:cubicBezTo>
                  <a:pt x="1095878" y="5862025"/>
                  <a:pt x="1162298" y="5954508"/>
                  <a:pt x="1274008" y="6004307"/>
                </a:cubicBezTo>
                <a:cubicBezTo>
                  <a:pt x="1364582" y="6043434"/>
                  <a:pt x="1476290" y="6068335"/>
                  <a:pt x="1542711" y="6196388"/>
                </a:cubicBezTo>
                <a:cubicBezTo>
                  <a:pt x="1467232" y="6221287"/>
                  <a:pt x="1409868" y="6189274"/>
                  <a:pt x="1352504" y="6167932"/>
                </a:cubicBezTo>
                <a:cubicBezTo>
                  <a:pt x="1264950" y="6132361"/>
                  <a:pt x="1177395" y="6093234"/>
                  <a:pt x="1089840" y="6057663"/>
                </a:cubicBezTo>
                <a:cubicBezTo>
                  <a:pt x="1056628" y="6043434"/>
                  <a:pt x="1020400" y="6036320"/>
                  <a:pt x="999266" y="6100347"/>
                </a:cubicBezTo>
                <a:cubicBezTo>
                  <a:pt x="1110974" y="6114575"/>
                  <a:pt x="1177395" y="6199945"/>
                  <a:pt x="1246836" y="6281757"/>
                </a:cubicBezTo>
                <a:cubicBezTo>
                  <a:pt x="1286084" y="6327999"/>
                  <a:pt x="1319295" y="6388469"/>
                  <a:pt x="1388735" y="6367127"/>
                </a:cubicBezTo>
                <a:cubicBezTo>
                  <a:pt x="1424964" y="6356456"/>
                  <a:pt x="1449118" y="6388469"/>
                  <a:pt x="1446099" y="6431153"/>
                </a:cubicBezTo>
                <a:cubicBezTo>
                  <a:pt x="1431002" y="6580550"/>
                  <a:pt x="1518558" y="6630349"/>
                  <a:pt x="1609132" y="6658805"/>
                </a:cubicBezTo>
                <a:cubicBezTo>
                  <a:pt x="1741974" y="6701489"/>
                  <a:pt x="1859720" y="6786859"/>
                  <a:pt x="1983504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7258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A5FD2-2F28-9B11-54FF-5A2FEAC21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 fusion</a:t>
            </a:r>
          </a:p>
        </p:txBody>
      </p:sp>
      <p:pic>
        <p:nvPicPr>
          <p:cNvPr id="4" name="Espace réservé du contenu 3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3C426D4D-4EF8-38AC-8A00-672CE547FB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02428" y="1396759"/>
            <a:ext cx="7225748" cy="406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646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72AF66E-B9AA-06A7-9A7D-EA6E5CCDE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méthodes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890679FC-A84E-3CDA-DCFD-B7F6B4E2C3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49588440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578255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5ED729F-41EA-8387-A66D-AD9D5E5D5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Early  Fusion</a:t>
            </a:r>
          </a:p>
        </p:txBody>
      </p:sp>
      <p:pic>
        <p:nvPicPr>
          <p:cNvPr id="4" name="Espace réservé du contenu 3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F94531B6-79B7-B3D2-CE20-23BBAF42F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93" y="1966293"/>
            <a:ext cx="10294012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821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6F12F2-5CD7-B8F4-91DB-A78DB2DEE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FA296A9-3C03-C0D4-9712-0FB73BB85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Deep  Fusion</a:t>
            </a:r>
          </a:p>
        </p:txBody>
      </p:sp>
      <p:pic>
        <p:nvPicPr>
          <p:cNvPr id="3" name="Image 2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6369C8F-EFA3-4912-DD3D-2588DF2AC1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250" y="1966293"/>
            <a:ext cx="9731499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6888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BD2A36-0FDB-AD4C-283E-66EFC3BC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A9CA998-3388-00F8-6082-DC640591A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Late  Fusion</a:t>
            </a:r>
          </a:p>
        </p:txBody>
      </p:sp>
      <p:pic>
        <p:nvPicPr>
          <p:cNvPr id="3" name="Image 2" descr="Une image contenant texte, capture d’écran, chien&#10;&#10;Le contenu généré par l’IA peut être incorrect.">
            <a:extLst>
              <a:ext uri="{FF2B5EF4-FFF2-40B4-BE49-F238E27FC236}">
                <a16:creationId xmlns:a16="http://schemas.microsoft.com/office/drawing/2014/main" id="{807A9FC9-3410-1BE4-99DB-99BD0A50F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1468" y="1966293"/>
            <a:ext cx="8949063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706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ADB575-138F-05A5-1719-D03AD3D0A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EDD3ADE-A832-94C0-CD21-41C726C36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Hybrid  Fusion</a:t>
            </a:r>
          </a:p>
        </p:txBody>
      </p:sp>
      <p:pic>
        <p:nvPicPr>
          <p:cNvPr id="3" name="Image 2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109F16BB-73FC-5C98-A794-F9FBAC973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980" y="1966293"/>
            <a:ext cx="9086039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9814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EF3DD86-2D5A-9894-9452-C530E6394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Technologies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FFC0724E-F78B-1599-0BE3-7BFA9B85D9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199672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830895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CD6DD8F-A0FA-BAE5-E36D-E2E238B0F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Représentation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DDC4E616-B944-E50B-DE25-D9491B703713}"/>
              </a:ext>
            </a:extLst>
          </p:cNvPr>
          <p:cNvSpPr txBox="1">
            <a:spLocks/>
          </p:cNvSpPr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Représentation conjointe</a:t>
            </a:r>
          </a:p>
          <a:p>
            <a:pPr lvl="1"/>
            <a:r>
              <a:rPr lang="en-US" sz="2000"/>
              <a:t>fusionne les modalités en une seule représentation, ce qui simplifie le traitement mais fait perdre la granularité par modalité.</a:t>
            </a:r>
          </a:p>
          <a:p>
            <a:r>
              <a:rPr lang="en-US" sz="2000"/>
              <a:t>Représentation coordonnée</a:t>
            </a:r>
          </a:p>
          <a:p>
            <a:pPr lvl="1"/>
            <a:r>
              <a:rPr lang="en-US" sz="2000"/>
              <a:t>garde une représentation par modalité, mieux contextualisée, mais devient plus lourde et dépendante du nombre de modalités.</a:t>
            </a:r>
          </a:p>
          <a:p>
            <a:pPr lvl="1"/>
            <a:endParaRPr lang="en-US" sz="20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diagramme&#10;&#10;Le contenu généré par l’IA peut être incorrect.">
            <a:extLst>
              <a:ext uri="{FF2B5EF4-FFF2-40B4-BE49-F238E27FC236}">
                <a16:creationId xmlns:a16="http://schemas.microsoft.com/office/drawing/2014/main" id="{11813ADE-20EC-6029-93DD-56F927D45B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4688" r="1" b="10121"/>
          <a:stretch>
            <a:fillRect/>
          </a:stretch>
        </p:blipFill>
        <p:spPr>
          <a:xfrm>
            <a:off x="6466139" y="2499476"/>
            <a:ext cx="5749715" cy="1859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592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DC6D9FA-C277-77E7-D65A-B17143F45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fr-FR" sz="4000" dirty="0">
                <a:solidFill>
                  <a:srgbClr val="FFFFFF"/>
                </a:solidFill>
              </a:rPr>
              <a:t>Data Translation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E3B087EC-B4A8-DD98-1E37-D03E1ABE2E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5851729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364356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52D1D10-957D-152C-376D-4F64001B4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FR" sz="4000">
                <a:solidFill>
                  <a:srgbClr val="FFFFFF"/>
                </a:solidFill>
              </a:rPr>
              <a:t>Les réseaux de neurones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405056-B8B9-1A17-5408-48D859244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FR" sz="2000"/>
              <a:t>Les réseaux de neurones sont plus largement utilisés dû à leurs facultés d’apprentissage. Cette méthode prend les données multimodales en entrée dans le réseau de neurones et projette les différentes modalités dans un même espace sémantique. </a:t>
            </a:r>
          </a:p>
        </p:txBody>
      </p:sp>
    </p:spTree>
    <p:extLst>
      <p:ext uri="{BB962C8B-B14F-4D97-AF65-F5344CB8AC3E}">
        <p14:creationId xmlns:p14="http://schemas.microsoft.com/office/powerpoint/2010/main" val="16143792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CEEB529-7112-BB0D-BDE5-C3ABEF8B9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Generative Adversarial Networks</a:t>
            </a:r>
            <a:b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GAN’s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EF85F1C-8BB0-1D8F-F3D1-2C08DB6EE3D0}"/>
              </a:ext>
            </a:extLst>
          </p:cNvPr>
          <p:cNvSpPr txBox="1"/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</a:rPr>
              <a:t>le </a:t>
            </a:r>
            <a:r>
              <a:rPr lang="en-US" sz="2000">
                <a:effectLst/>
              </a:rPr>
              <a:t>générateur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est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responsable</a:t>
            </a:r>
            <a:r>
              <a:rPr lang="en-US" sz="2000" dirty="0">
                <a:effectLst/>
              </a:rPr>
              <a:t> de la </a:t>
            </a:r>
            <a:r>
              <a:rPr lang="en-US" sz="2000">
                <a:effectLst/>
              </a:rPr>
              <a:t>représentation</a:t>
            </a:r>
            <a:r>
              <a:rPr lang="en-US" sz="2000" dirty="0">
                <a:effectLst/>
              </a:rPr>
              <a:t> des </a:t>
            </a:r>
            <a:r>
              <a:rPr lang="en-US" sz="2000">
                <a:effectLst/>
              </a:rPr>
              <a:t>différentes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modalités</a:t>
            </a:r>
            <a:r>
              <a:rPr lang="en-US" sz="2000" dirty="0"/>
              <a:t>.</a:t>
            </a:r>
          </a:p>
          <a:p>
            <a:pPr marL="1143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>
              <a:effectLst/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Le discriminant quant à </a:t>
            </a:r>
            <a:r>
              <a:rPr lang="en-US" sz="2000"/>
              <a:t>lui</a:t>
            </a:r>
            <a:r>
              <a:rPr lang="en-US" sz="2000" dirty="0"/>
              <a:t> </a:t>
            </a:r>
            <a:r>
              <a:rPr lang="en-US" sz="2000"/>
              <a:t>va</a:t>
            </a:r>
            <a:r>
              <a:rPr lang="en-US" sz="2000" dirty="0"/>
              <a:t> juger du </a:t>
            </a:r>
            <a:r>
              <a:rPr lang="en-US" sz="2000"/>
              <a:t>niveau</a:t>
            </a:r>
            <a:r>
              <a:rPr lang="en-US" sz="2000" dirty="0"/>
              <a:t> de </a:t>
            </a:r>
            <a:r>
              <a:rPr lang="en-US" sz="2000"/>
              <a:t>précision</a:t>
            </a:r>
            <a:r>
              <a:rPr lang="en-US" sz="2000" dirty="0"/>
              <a:t> des données </a:t>
            </a:r>
            <a:r>
              <a:rPr lang="en-US" sz="2000"/>
              <a:t>généré</a:t>
            </a:r>
            <a:r>
              <a:rPr lang="en-US" sz="2000" dirty="0"/>
              <a:t>. 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F246F431-4C66-0F74-E85A-E96D87E8AA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75967" y="1122836"/>
            <a:ext cx="4170530" cy="4644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1842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77C34E3-CD91-9843-1D01-C64A0D5DD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Data Alignment</a:t>
            </a:r>
          </a:p>
        </p:txBody>
      </p:sp>
      <p:pic>
        <p:nvPicPr>
          <p:cNvPr id="4" name="Espace réservé du contenu 3" descr="Une image contenant herbe, plein air, chien, animal domestique&#10;&#10;Le contenu généré par l’IA peut être incorrect.">
            <a:extLst>
              <a:ext uri="{FF2B5EF4-FFF2-40B4-BE49-F238E27FC236}">
                <a16:creationId xmlns:a16="http://schemas.microsoft.com/office/drawing/2014/main" id="{A68393B6-EC87-BBFE-9552-61E4BA647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502428" y="719344"/>
            <a:ext cx="7225748" cy="541931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160877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696CC1E-59E6-2FA6-E14C-D43AAC805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 dirty="0"/>
              <a:t>Structure d’</a:t>
            </a:r>
            <a:r>
              <a:rPr lang="en-US"/>
              <a:t> </a:t>
            </a:r>
            <a:r>
              <a:rPr lang="en-US" dirty="0"/>
              <a:t>Alignment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AB5528-21F7-A5F1-1477-D52A46B4A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000"/>
              <a:t>Il existe deux principales structures, l’alignement Discret et l’alignement continue:</a:t>
            </a:r>
          </a:p>
          <a:p>
            <a:r>
              <a:rPr lang="fr-FR" sz="2000"/>
              <a:t>L’alignement discret et principalement utiliser pour les données qui ne nécessite pas de temporalité et sont par définition s des Éléments discrets, comme des photos du texte. </a:t>
            </a:r>
          </a:p>
          <a:p>
            <a:r>
              <a:rPr lang="fr-FR" sz="2000"/>
              <a:t>L’alignement continue est utiliser pour les signaux qui sont indivisible par nature comme les audio ou encore les vidéos </a:t>
            </a:r>
          </a:p>
          <a:p>
            <a:endParaRPr lang="fr-FR" sz="2000"/>
          </a:p>
        </p:txBody>
      </p:sp>
      <p:pic>
        <p:nvPicPr>
          <p:cNvPr id="4" name="Image 3" descr="Une image contenant texte, lign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7B5BCFA-B9DC-8198-45D1-241671DDA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367" y="3211467"/>
            <a:ext cx="4788505" cy="1702808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9900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D437BB8-0764-4822-10D7-96F79362C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/>
              <a:t>Les applications de la Fusion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574CC0-436E-C023-33AC-209F5E4241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122" y="3097433"/>
            <a:ext cx="4958966" cy="1930876"/>
          </a:xfrm>
        </p:spPr>
        <p:txBody>
          <a:bodyPr>
            <a:normAutofit/>
          </a:bodyPr>
          <a:lstStyle/>
          <a:p>
            <a:endParaRPr lang="fr-FR" sz="2000" dirty="0"/>
          </a:p>
          <a:p>
            <a:pPr lvl="1"/>
            <a:r>
              <a:rPr lang="fr-FR" sz="2000" dirty="0" err="1"/>
              <a:t>Autonomous</a:t>
            </a:r>
            <a:r>
              <a:rPr lang="fr-FR" sz="2000" dirty="0"/>
              <a:t> Driving</a:t>
            </a:r>
          </a:p>
          <a:p>
            <a:pPr lvl="1"/>
            <a:r>
              <a:rPr lang="fr-FR" sz="2000" dirty="0"/>
              <a:t>Smart </a:t>
            </a:r>
            <a:r>
              <a:rPr lang="fr-FR" sz="2000" dirty="0" err="1"/>
              <a:t>Helthcare</a:t>
            </a:r>
            <a:endParaRPr lang="fr-FR" sz="2000" dirty="0"/>
          </a:p>
          <a:p>
            <a:pPr lvl="1"/>
            <a:r>
              <a:rPr lang="fr-FR" sz="2000" dirty="0"/>
              <a:t>Sentimental </a:t>
            </a:r>
            <a:r>
              <a:rPr lang="fr-FR" sz="2000" dirty="0" err="1"/>
              <a:t>analysis</a:t>
            </a:r>
            <a:endParaRPr lang="fr-FR" sz="2000" dirty="0"/>
          </a:p>
        </p:txBody>
      </p:sp>
      <p:pic>
        <p:nvPicPr>
          <p:cNvPr id="4" name="Image 3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763F5075-F5FA-41CD-21A4-AF24038AB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367" y="2482665"/>
            <a:ext cx="4788505" cy="316041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1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9601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1DF91F20-B96F-4F77-AC3E-2CDD3BAA10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3D487F7-9050-4871-B351-34A72ADB29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3C27DD-EF6A-4C48-9669-C2970E71A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4384FE-1C88-4CAA-8FB8-2313A3AE7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7B6A113-58CD-406C-BCE4-6E1F1F2BE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1ED33EF-C029-9B2C-C2EC-CAED1E7D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948" y="857251"/>
            <a:ext cx="6219582" cy="31601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 Co-learning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5A1AA86-B7E6-4C02-AA34-F1A25CD4CC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401D835-4EA5-E9DA-3880-AEEAC28DD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39010" y="457200"/>
            <a:ext cx="2217760" cy="59436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6030243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77EA4B7-0DBF-872B-1E7B-50471FB77089}"/>
              </a:ext>
            </a:extLst>
          </p:cNvPr>
          <p:cNvSpPr txBox="1"/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7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objectifs du co-learning multimodal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8A86A2A0-472C-48CF-7C71-1A5A7C1A11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862482"/>
              </p:ext>
            </p:extLst>
          </p:nvPr>
        </p:nvGraphicFramePr>
        <p:xfrm>
          <a:off x="432225" y="1981866"/>
          <a:ext cx="11327549" cy="4421016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785352">
                  <a:extLst>
                    <a:ext uri="{9D8B030D-6E8A-4147-A177-3AD203B41FA5}">
                      <a16:colId xmlns:a16="http://schemas.microsoft.com/office/drawing/2014/main" val="1658389980"/>
                    </a:ext>
                  </a:extLst>
                </a:gridCol>
                <a:gridCol w="8542197">
                  <a:extLst>
                    <a:ext uri="{9D8B030D-6E8A-4147-A177-3AD203B41FA5}">
                      <a16:colId xmlns:a16="http://schemas.microsoft.com/office/drawing/2014/main" val="426916927"/>
                    </a:ext>
                  </a:extLst>
                </a:gridCol>
              </a:tblGrid>
              <a:tr h="41792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Objectif</a:t>
                      </a:r>
                      <a:endParaRPr lang="es-AR" sz="1200" b="1" i="0" u="none" strike="noStrike" cap="all" spc="6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94983" marB="94983" anchor="b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But</a:t>
                      </a:r>
                    </a:p>
                  </a:txBody>
                  <a:tcPr marL="96715" marR="28014" marT="94983" marB="94983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59178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Présence de modalité</a:t>
                      </a: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prédire lorsqu’une ou plusieurs modalités sont totalement ou partiellement absentes à l’entraînement ou au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6871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Parallélisme des données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prendre en charge des données fortement appariées, faiblement appariées ou appariées via une modalité partagée.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8766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 bruitée</a:t>
                      </a: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fonctionner dans des conditions bruitées, que ce soit au niveau des données ou des annotations.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00303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Annotations des modalités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gérer les modalités annotées, partiellement annotées ou non annotées pendant l’entraînement.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9782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Adaptation de domaine</a:t>
                      </a: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être performant même lorsqu’il y a un changement de jeu de données / domaine / modalité entre l’entraînement et le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4164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Interprétabilité et équité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fournir des prédictions interprétables et non biaisées, accompagnées d’explications et respectant l’équité.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34826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90529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CB90E1-8142-927A-D26B-9BA7C5BAA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6758A8B7-EF62-9FFB-66C9-7383F078C4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CF169B1-CCC1-D867-B0BF-A38C3D20D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A23098B-6906-DE13-2C55-92E77D15B8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989653E-9A42-BB25-6557-015DBD0CC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5450D6C-1DE5-7DB9-0820-35E994A8DC6A}"/>
              </a:ext>
            </a:extLst>
          </p:cNvPr>
          <p:cNvSpPr txBox="1"/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solidFill>
                  <a:schemeClr val="bg1"/>
                </a:solidFill>
              </a:rPr>
              <a:t>Computational approaches for multimodal co-learning</a:t>
            </a:r>
            <a:endParaRPr lang="en-US" sz="37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46" name="ZoneTexte 4">
            <a:extLst>
              <a:ext uri="{FF2B5EF4-FFF2-40B4-BE49-F238E27FC236}">
                <a16:creationId xmlns:a16="http://schemas.microsoft.com/office/drawing/2014/main" id="{4F0E9A24-EFCB-DC08-09D1-939F4A67C2F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23984581"/>
              </p:ext>
            </p:extLst>
          </p:nvPr>
        </p:nvGraphicFramePr>
        <p:xfrm>
          <a:off x="3048802" y="1584747"/>
          <a:ext cx="6097604" cy="36933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3337493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768</TotalTime>
  <Words>538</Words>
  <Application>Microsoft Office PowerPoint</Application>
  <PresentationFormat>Grand écran</PresentationFormat>
  <Paragraphs>99</Paragraphs>
  <Slides>24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24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Thème Office</vt:lpstr>
      <vt:lpstr>Présentation du  projet: </vt:lpstr>
      <vt:lpstr>Les plans 2D </vt:lpstr>
      <vt:lpstr>Les plans 3D </vt:lpstr>
      <vt:lpstr>Un métré</vt:lpstr>
      <vt:lpstr>La multimodalité</vt:lpstr>
      <vt:lpstr>Les 5 défis de la multimodalité</vt:lpstr>
      <vt:lpstr>Présentation PowerPoint</vt:lpstr>
      <vt:lpstr>La fusion</vt:lpstr>
      <vt:lpstr>Les méthodes de fusion</vt:lpstr>
      <vt:lpstr>Early  Fusion</vt:lpstr>
      <vt:lpstr>Deep  Fusion</vt:lpstr>
      <vt:lpstr>Late  Fusion</vt:lpstr>
      <vt:lpstr>Hybrid  Fusion</vt:lpstr>
      <vt:lpstr>Technologies de Fusion</vt:lpstr>
      <vt:lpstr>Data Représentation</vt:lpstr>
      <vt:lpstr>Data Translation</vt:lpstr>
      <vt:lpstr>Les réseaux de neurones </vt:lpstr>
      <vt:lpstr>Generative Adversarial Networks GAN’s</vt:lpstr>
      <vt:lpstr>Data Alignment</vt:lpstr>
      <vt:lpstr>Structure d’ Alignment</vt:lpstr>
      <vt:lpstr>Les applications de la Fusion</vt:lpstr>
      <vt:lpstr>Le Co-learning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Robin Mougne</dc:creator>
  <cp:lastModifiedBy>MOUGNE Robin</cp:lastModifiedBy>
  <cp:revision>6</cp:revision>
  <dcterms:created xsi:type="dcterms:W3CDTF">2025-09-05T12:51:10Z</dcterms:created>
  <dcterms:modified xsi:type="dcterms:W3CDTF">2025-09-23T08:54:05Z</dcterms:modified>
</cp:coreProperties>
</file>