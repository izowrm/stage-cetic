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05/09/2025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05/09/2025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05/09/2025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05/09/2025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05/09/2025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05/09/2025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05/09/2025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05/09/2025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05/09/2025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05/09/2025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05/09/2025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467743-7149-468D-8631-B8D9925B4116}" type="datetimeFigureOut">
              <a:rPr lang="fr-FR" smtClean="0"/>
              <a:t>05/09/2025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3A421D-0DC3-6210-0A5E-7F1ADAE612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DD65831-B457-9C3F-3F03-423AC10BB29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409535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0</Words>
  <Application>Microsoft Office PowerPoint</Application>
  <PresentationFormat>Grand écran</PresentationFormat>
  <Paragraphs>0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Robin Mougne</cp:lastModifiedBy>
  <cp:revision>1</cp:revision>
  <dcterms:created xsi:type="dcterms:W3CDTF">2025-09-05T12:51:10Z</dcterms:created>
  <dcterms:modified xsi:type="dcterms:W3CDTF">2025-09-05T15:10:40Z</dcterms:modified>
</cp:coreProperties>
</file>