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8637ED-3BA2-15F4-0B7D-E732496D50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s-A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7EBEE21-E238-D96F-582F-9859F390F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s-A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C087DA7-9828-4226-EB6D-B88CDBA6C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98120-A03B-421F-8E42-0D275B84E880}" type="datetimeFigureOut">
              <a:rPr lang="es-AR" smtClean="0"/>
              <a:t>16/12/2025</a:t>
            </a:fld>
            <a:endParaRPr lang="es-A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11ED0DD-F00B-95D9-AC6F-52405C3AD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5E8C0AC-E5B2-EA0F-EF22-C91578399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6C8D7-0D21-476D-8915-B3F8F3BA1A26}" type="slidenum">
              <a:rPr lang="es-AR" smtClean="0"/>
              <a:t>‹N°›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24372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2C055D-9F55-9BDC-CAC4-D73E93193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s-A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EB094EC-9CB0-6F7A-4CDC-753A3203AD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s-A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E877A9F-68A2-3F97-C0D1-B1CF23F0D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98120-A03B-421F-8E42-0D275B84E880}" type="datetimeFigureOut">
              <a:rPr lang="es-AR" smtClean="0"/>
              <a:t>16/12/2025</a:t>
            </a:fld>
            <a:endParaRPr lang="es-A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8B95588-BAD4-1B62-C831-98761EA73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6C7AADC-6220-9F9A-9331-7208757B9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6C8D7-0D21-476D-8915-B3F8F3BA1A26}" type="slidenum">
              <a:rPr lang="es-AR" smtClean="0"/>
              <a:t>‹N°›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59412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DA41D2-4409-A20F-2733-1F1F3AA2D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s-A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4D77942-A1F3-099B-3DC1-AAA91F7F62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0435A91-272A-5843-B756-10A4E98F6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98120-A03B-421F-8E42-0D275B84E880}" type="datetimeFigureOut">
              <a:rPr lang="es-AR" smtClean="0"/>
              <a:t>16/12/2025</a:t>
            </a:fld>
            <a:endParaRPr lang="es-A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3D83A90-3E15-9E1C-08D1-4B84CC2C0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B961DF5-BC11-C37D-DC9C-23172E586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6C8D7-0D21-476D-8915-B3F8F3BA1A26}" type="slidenum">
              <a:rPr lang="es-AR" smtClean="0"/>
              <a:t>‹N°›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0143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841A36-2D5E-1194-D60F-61D4442F6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s-A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F6E7659-DD1E-7336-8EB2-74B418C20E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s-AR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DA7FFD2-42B5-DCC7-F1E3-760D0049EA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s-AR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BC120D3-66EA-2FDE-E821-FF90D0A2B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98120-A03B-421F-8E42-0D275B84E880}" type="datetimeFigureOut">
              <a:rPr lang="es-AR" smtClean="0"/>
              <a:t>16/12/2025</a:t>
            </a:fld>
            <a:endParaRPr lang="es-A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3C88452-3C29-4995-3005-DB5E059C2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DFEEEBF-A47E-49C8-0F53-EF0FD915B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6C8D7-0D21-476D-8915-B3F8F3BA1A26}" type="slidenum">
              <a:rPr lang="es-AR" smtClean="0"/>
              <a:t>‹N°›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64105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45273A8-78F9-D6A0-CEA1-033E0F689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s-A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5EC4F3A-07C6-F762-FC5D-D1F97E2A65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6D3E63C-11A7-F197-43AB-0A6D16FC2E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s-AR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C2A0739-FA20-BA15-5305-CAB70A7461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213AF49-4D0D-D480-FA57-B6913F5E4E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s-AR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2AC164B-D20F-1A44-0B98-0CED11D85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98120-A03B-421F-8E42-0D275B84E880}" type="datetimeFigureOut">
              <a:rPr lang="es-AR" smtClean="0"/>
              <a:t>16/12/2025</a:t>
            </a:fld>
            <a:endParaRPr lang="es-A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70FBC5C-35BC-D9F4-D13A-99005EB4B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89CC17C-F519-2697-6F16-14C95591D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6C8D7-0D21-476D-8915-B3F8F3BA1A26}" type="slidenum">
              <a:rPr lang="es-AR" smtClean="0"/>
              <a:t>‹N°›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82743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7BB9AB-D1F7-395E-30EC-446648C01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s-A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E1D3F21-9405-407D-A183-1212C1023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98120-A03B-421F-8E42-0D275B84E880}" type="datetimeFigureOut">
              <a:rPr lang="es-AR" smtClean="0"/>
              <a:t>16/12/2025</a:t>
            </a:fld>
            <a:endParaRPr lang="es-A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89EF01F-774C-12EF-25CD-363DDE20C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58514C9-89E2-3DB3-7922-240921C7D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6C8D7-0D21-476D-8915-B3F8F3BA1A26}" type="slidenum">
              <a:rPr lang="es-AR" smtClean="0"/>
              <a:t>‹N°›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23701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626FD62-EA59-9264-8DC8-24BCA5AE0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98120-A03B-421F-8E42-0D275B84E880}" type="datetimeFigureOut">
              <a:rPr lang="es-AR" smtClean="0"/>
              <a:t>16/12/2025</a:t>
            </a:fld>
            <a:endParaRPr lang="es-A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7D533DA-EA22-41FE-1D2D-8DB109029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F027F18-2F33-D7C9-D1EF-70BFF90AF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6C8D7-0D21-476D-8915-B3F8F3BA1A26}" type="slidenum">
              <a:rPr lang="es-AR" smtClean="0"/>
              <a:t>‹N°›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13650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774B4B-1849-8E2F-BAF7-F113F9B8C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s-A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4BF7A55-03F4-E288-3DE0-D6C76C89A2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s-A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551AB96-15CE-9393-338A-AB70FA650E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7A998D3-2948-7ECA-F1DD-99F2A589C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98120-A03B-421F-8E42-0D275B84E880}" type="datetimeFigureOut">
              <a:rPr lang="es-AR" smtClean="0"/>
              <a:t>16/12/2025</a:t>
            </a:fld>
            <a:endParaRPr lang="es-A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459A358-063C-7733-E95A-8D93BB295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9AEEA81-14E3-2351-286B-7AE3F18CB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6C8D7-0D21-476D-8915-B3F8F3BA1A26}" type="slidenum">
              <a:rPr lang="es-AR" smtClean="0"/>
              <a:t>‹N°›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18134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BED2D0-DE35-3F12-3611-1F3D427E0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s-AR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D1D80F1D-5498-FEC6-32B0-12A6DDFD23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2C54779-1F41-E7DD-B189-C3D8FC7B91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83692AF-B72F-4F19-21E6-46C19B5CE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98120-A03B-421F-8E42-0D275B84E880}" type="datetimeFigureOut">
              <a:rPr lang="es-AR" smtClean="0"/>
              <a:t>16/12/2025</a:t>
            </a:fld>
            <a:endParaRPr lang="es-A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54DC4AA-4916-7BCD-E238-1A77693F0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F7F8961-299E-B483-90B7-3A2C6043D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6C8D7-0D21-476D-8915-B3F8F3BA1A26}" type="slidenum">
              <a:rPr lang="es-AR" smtClean="0"/>
              <a:t>‹N°›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04380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9AE3D1-AB01-29DC-9ABD-2D6424CDF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s-AR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092AF57-9C4A-C448-BCBE-4A589CAA6C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s-A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D89F92C-C476-9D08-0B40-B76F96EBA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98120-A03B-421F-8E42-0D275B84E880}" type="datetimeFigureOut">
              <a:rPr lang="es-AR" smtClean="0"/>
              <a:t>16/12/2025</a:t>
            </a:fld>
            <a:endParaRPr lang="es-A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955D9E2-9292-0CB7-0689-FB631EC15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CAD346E-3F7C-E4E1-94F7-916502895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6C8D7-0D21-476D-8915-B3F8F3BA1A26}" type="slidenum">
              <a:rPr lang="es-AR" smtClean="0"/>
              <a:t>‹N°›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15835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7A622422-9E5B-2A01-DBE0-D264B4BF9C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s-AR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20BA964-937C-FFEC-6803-1CF80E362B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s-A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67C951B-A43F-CA62-2820-D86A5A4E7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98120-A03B-421F-8E42-0D275B84E880}" type="datetimeFigureOut">
              <a:rPr lang="es-AR" smtClean="0"/>
              <a:t>16/12/2025</a:t>
            </a:fld>
            <a:endParaRPr lang="es-A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9E911E3-AD22-D113-B5FA-DF06A5797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DC52C64-880C-EB7F-B4E3-9F873E28B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6C8D7-0D21-476D-8915-B3F8F3BA1A26}" type="slidenum">
              <a:rPr lang="es-AR" smtClean="0"/>
              <a:t>‹N°›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80122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8597278-0DB1-94C2-ECB3-C5FEEBCE3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s-A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6385C96-B09C-3997-3B89-AE4727B60C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s-A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46134BB-C0E9-3AF4-4AAD-2035AD695F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F98120-A03B-421F-8E42-0D275B84E880}" type="datetimeFigureOut">
              <a:rPr lang="es-AR" smtClean="0"/>
              <a:t>16/12/2025</a:t>
            </a:fld>
            <a:endParaRPr lang="es-A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43E1F14-77DD-A1ED-C368-C64A97C5D6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9E8B2D-0D00-11C1-0352-65040861A5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66C8D7-0D21-476D-8915-B3F8F3BA1A26}" type="slidenum">
              <a:rPr lang="es-AR" smtClean="0"/>
              <a:t>‹N°›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94907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6945940-8F90-211F-DD3B-E222254B67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Solution de devis </a:t>
            </a:r>
            <a:r>
              <a:rPr lang="en-US" sz="32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assistée</a:t>
            </a:r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par LLM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75BF81B-612D-C43E-429D-1742124345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0526" y="1675227"/>
            <a:ext cx="9250948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492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018F347-98F0-2EA3-EB71-33E050134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fr-FR" sz="3400" b="1"/>
              <a:t>Objectif: </a:t>
            </a:r>
            <a:br>
              <a:rPr lang="fr-FR" sz="3400" b="1"/>
            </a:br>
            <a:r>
              <a:rPr lang="fr-FR" sz="3400"/>
              <a:t>Automatiser une première estimation de prix à partir :</a:t>
            </a:r>
            <a:endParaRPr lang="es-AR" sz="340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03B17BC-88EF-17BD-36F4-4C0A211216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fr-FR" sz="2000" dirty="0"/>
              <a:t>du modèle 3D </a:t>
            </a:r>
            <a:r>
              <a:rPr lang="fr-FR" sz="2000"/>
              <a:t>Vectorworks</a:t>
            </a:r>
            <a:endParaRPr lang="fr-FR" sz="2000" dirty="0"/>
          </a:p>
          <a:p>
            <a:r>
              <a:rPr lang="fr-FR" sz="2000" dirty="0"/>
              <a:t>d’une image du meuble</a:t>
            </a:r>
          </a:p>
          <a:p>
            <a:r>
              <a:rPr lang="fr-FR" sz="2000" dirty="0"/>
              <a:t>des matériaux utilisés</a:t>
            </a:r>
            <a:endParaRPr lang="es-AR" sz="2000" dirty="0"/>
          </a:p>
        </p:txBody>
      </p:sp>
      <p:pic>
        <p:nvPicPr>
          <p:cNvPr id="7" name="Image 6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862AABC5-ED40-7A05-C43B-B994EFF5DC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1532" y="2525904"/>
            <a:ext cx="5150277" cy="3630945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B483EF-07A5-4D10-E93C-87F48F0AF0C8}"/>
              </a:ext>
            </a:extLst>
          </p:cNvPr>
          <p:cNvSpPr/>
          <p:nvPr/>
        </p:nvSpPr>
        <p:spPr>
          <a:xfrm>
            <a:off x="9953248" y="5852049"/>
            <a:ext cx="977153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697050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29C2CF4-9C9E-0AE0-07D4-821DC5913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fr-FR" b="1" dirty="0"/>
              <a:t>Étape 1 : Export du fichier STL</a:t>
            </a:r>
            <a:endParaRPr lang="es-AR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C69139D-ACD7-DA3C-913F-D7CA99A9E9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fr-FR" sz="2000" dirty="0"/>
              <a:t>Isoler la pièce</a:t>
            </a:r>
          </a:p>
          <a:p>
            <a:r>
              <a:rPr lang="fr-FR" sz="2000" dirty="0"/>
              <a:t>Export de la pièce au format STL</a:t>
            </a:r>
          </a:p>
          <a:p>
            <a:r>
              <a:rPr lang="fr-FR" sz="2000" dirty="0"/>
              <a:t>Ce fichier contient :</a:t>
            </a:r>
          </a:p>
          <a:p>
            <a:pPr lvl="1"/>
            <a:r>
              <a:rPr lang="fr-FR" sz="2000" dirty="0"/>
              <a:t>la géométrie 3D</a:t>
            </a:r>
          </a:p>
          <a:p>
            <a:pPr lvl="1"/>
            <a:r>
              <a:rPr lang="fr-FR" sz="2000" dirty="0"/>
              <a:t>le volume de la pièce</a:t>
            </a:r>
            <a:endParaRPr lang="es-AR" sz="2000" dirty="0"/>
          </a:p>
        </p:txBody>
      </p:sp>
      <p:pic>
        <p:nvPicPr>
          <p:cNvPr id="6" name="Image 5" descr="Une image contenant conception&#10;&#10;Le contenu généré par l’IA peut être incorrect.">
            <a:extLst>
              <a:ext uri="{FF2B5EF4-FFF2-40B4-BE49-F238E27FC236}">
                <a16:creationId xmlns:a16="http://schemas.microsoft.com/office/drawing/2014/main" id="{0CB160FC-9243-5698-05E9-163B01D684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5745" y="2484255"/>
            <a:ext cx="4761851" cy="3714244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35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EF4CB1B7-AF26-4C13-8E7D-0489A31E4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9A6B5CE-CB1D-48EE-8B43-E952235C8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E3F3EAA5-4E15-400B-BBA3-82B3F49A2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2BA2E40-BE9B-4C54-9CDD-40EE804CC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0DA909B4-15FF-46A6-8A7F-7AEF977FE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517897"/>
            <a:ext cx="11111729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50DEDDE-9DED-37E1-9349-816BE7196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025" y="922644"/>
            <a:ext cx="5040285" cy="1169585"/>
          </a:xfrm>
        </p:spPr>
        <p:txBody>
          <a:bodyPr anchor="b">
            <a:normAutofit/>
          </a:bodyPr>
          <a:lstStyle/>
          <a:p>
            <a:r>
              <a:rPr lang="fr-FR" sz="3700" dirty="0"/>
              <a:t>Étape 2 : Image et matériaux</a:t>
            </a:r>
            <a:endParaRPr lang="es-AR" sz="37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55714" y="2263365"/>
            <a:ext cx="49377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6958871-EB92-F369-0E59-87289DFA9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715" y="2508105"/>
            <a:ext cx="5040285" cy="3632493"/>
          </a:xfrm>
        </p:spPr>
        <p:txBody>
          <a:bodyPr anchor="ctr">
            <a:normAutofit/>
          </a:bodyPr>
          <a:lstStyle/>
          <a:p>
            <a:r>
              <a:rPr lang="es-AR" sz="2000" dirty="0" err="1"/>
              <a:t>Image</a:t>
            </a:r>
            <a:r>
              <a:rPr lang="es-AR" sz="2000" dirty="0"/>
              <a:t> du </a:t>
            </a:r>
            <a:r>
              <a:rPr lang="es-AR" sz="2000" dirty="0" err="1"/>
              <a:t>meuble</a:t>
            </a:r>
            <a:endParaRPr lang="es-AR" sz="2000" dirty="0"/>
          </a:p>
          <a:p>
            <a:r>
              <a:rPr lang="es-AR" sz="2000" dirty="0" err="1"/>
              <a:t>Matériaux</a:t>
            </a:r>
            <a:r>
              <a:rPr lang="es-AR" sz="2000" dirty="0"/>
              <a:t> </a:t>
            </a:r>
            <a:r>
              <a:rPr lang="es-AR" sz="2000" dirty="0" err="1"/>
              <a:t>utilisés</a:t>
            </a:r>
            <a:endParaRPr lang="es-AR" sz="2000" dirty="0"/>
          </a:p>
          <a:p>
            <a:endParaRPr lang="es-AR" sz="2000" dirty="0"/>
          </a:p>
        </p:txBody>
      </p:sp>
      <p:pic>
        <p:nvPicPr>
          <p:cNvPr id="7" name="Image 6" descr="Une image contenant croquis, dessin, conception, illustration&#10;&#10;Le contenu généré par l’IA peut être incorrect.">
            <a:extLst>
              <a:ext uri="{FF2B5EF4-FFF2-40B4-BE49-F238E27FC236}">
                <a16:creationId xmlns:a16="http://schemas.microsoft.com/office/drawing/2014/main" id="{584F66D5-C527-E88B-88E6-659C53639B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" b="13519"/>
          <a:stretch>
            <a:fillRect/>
          </a:stretch>
        </p:blipFill>
        <p:spPr>
          <a:xfrm>
            <a:off x="6946667" y="774285"/>
            <a:ext cx="4389120" cy="2581173"/>
          </a:xfrm>
          <a:prstGeom prst="rect">
            <a:avLst/>
          </a:prstGeom>
        </p:spPr>
      </p:pic>
      <p:pic>
        <p:nvPicPr>
          <p:cNvPr id="5" name="Image 4" descr="Une image contenant texte, capture d’écran, ligne, Police&#10;&#10;Le contenu généré par l’IA peut être incorrect.">
            <a:extLst>
              <a:ext uri="{FF2B5EF4-FFF2-40B4-BE49-F238E27FC236}">
                <a16:creationId xmlns:a16="http://schemas.microsoft.com/office/drawing/2014/main" id="{3C81529A-0816-2472-EF7D-5534108214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8987" b="1"/>
          <a:stretch>
            <a:fillRect/>
          </a:stretch>
        </p:blipFill>
        <p:spPr>
          <a:xfrm>
            <a:off x="6946667" y="3575074"/>
            <a:ext cx="4389120" cy="2581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848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1E92D83-42A4-0D83-4B6B-105F6E559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fr-FR" sz="4800"/>
              <a:t>Étape 3 : Estimation par le LLM Gemini</a:t>
            </a:r>
            <a:endParaRPr lang="es-AR" sz="480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E46C37E-D4FF-D8EF-AD88-8A2E9AD368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fr-FR" sz="2000" b="1"/>
              <a:t>Entrées fournies à Gemini</a:t>
            </a:r>
            <a:endParaRPr lang="fr-FR" sz="2000"/>
          </a:p>
          <a:p>
            <a:pPr lvl="1"/>
            <a:r>
              <a:rPr lang="fr-FR" sz="2000"/>
              <a:t>Fichier STL de la pièce</a:t>
            </a:r>
          </a:p>
          <a:p>
            <a:pPr lvl="1"/>
            <a:r>
              <a:rPr lang="fr-FR" sz="2000"/>
              <a:t>Image du meuble</a:t>
            </a:r>
          </a:p>
          <a:p>
            <a:pPr lvl="1"/>
            <a:r>
              <a:rPr lang="fr-FR" sz="2000"/>
              <a:t>Liste des matériaux </a:t>
            </a:r>
          </a:p>
          <a:p>
            <a:pPr lvl="1"/>
            <a:r>
              <a:rPr lang="fr-FR" sz="2000"/>
              <a:t>Prompt pour cadrer la demande </a:t>
            </a:r>
          </a:p>
        </p:txBody>
      </p:sp>
      <p:pic>
        <p:nvPicPr>
          <p:cNvPr id="5" name="Image 4" descr="Une image contenant Graphique, logo, graphisme, Police&#10;&#10;Le contenu généré par l’IA peut être incorrect.">
            <a:extLst>
              <a:ext uri="{FF2B5EF4-FFF2-40B4-BE49-F238E27FC236}">
                <a16:creationId xmlns:a16="http://schemas.microsoft.com/office/drawing/2014/main" id="{6E739D2C-9F2D-81DF-AC90-D807A25184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1532" y="2892862"/>
            <a:ext cx="5150277" cy="289703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561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6B23D79-AC24-65D4-FEC1-10387E8B8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fr-FR" sz="5400" dirty="0"/>
              <a:t>Résultat: </a:t>
            </a:r>
            <a:endParaRPr lang="es-AR" sz="54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51873E2-A88F-6CA7-06E7-FDFD8E2DA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fr-FR" sz="2400" dirty="0"/>
              <a:t>Pour la gondole :</a:t>
            </a:r>
            <a:br>
              <a:rPr lang="fr-FR" sz="2400" dirty="0"/>
            </a:br>
            <a:r>
              <a:rPr lang="fr-FR" sz="2400" dirty="0"/>
              <a:t>Prix estimé par </a:t>
            </a:r>
            <a:r>
              <a:rPr lang="fr-FR" sz="2400" dirty="0" err="1"/>
              <a:t>orignial</a:t>
            </a:r>
            <a:r>
              <a:rPr lang="fr-FR" sz="2400" dirty="0"/>
              <a:t> : 5115 euros</a:t>
            </a:r>
            <a:br>
              <a:rPr lang="fr-FR" sz="2400" dirty="0"/>
            </a:br>
            <a:r>
              <a:rPr lang="fr-FR" sz="2400" dirty="0"/>
              <a:t>Prix estimé par Gemini : 5397 euros</a:t>
            </a:r>
          </a:p>
          <a:p>
            <a:pPr marL="0" indent="0">
              <a:buNone/>
            </a:pPr>
            <a:endParaRPr lang="fr-FR" sz="2400" dirty="0"/>
          </a:p>
          <a:p>
            <a:r>
              <a:rPr lang="fr-FR" sz="2400" dirty="0"/>
              <a:t>Temps de traitement : </a:t>
            </a:r>
          </a:p>
          <a:p>
            <a:pPr lvl="1"/>
            <a:r>
              <a:rPr lang="fr-FR" sz="2000" dirty="0"/>
              <a:t>environ 10 minutes sans abonnement.</a:t>
            </a:r>
          </a:p>
          <a:p>
            <a:pPr lvl="1"/>
            <a:r>
              <a:rPr lang="fr-FR" sz="2000" dirty="0"/>
              <a:t>Avec un abonnement, le temps de traitement peut être 2 à 3 fois plus rapide.</a:t>
            </a:r>
          </a:p>
        </p:txBody>
      </p:sp>
    </p:spTree>
    <p:extLst>
      <p:ext uri="{BB962C8B-B14F-4D97-AF65-F5344CB8AC3E}">
        <p14:creationId xmlns:p14="http://schemas.microsoft.com/office/powerpoint/2010/main" val="29434647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CA3430F-6B83-2950-080E-ABF55EA46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fr-FR" sz="4000" dirty="0">
                <a:solidFill>
                  <a:srgbClr val="FFFFFF"/>
                </a:solidFill>
              </a:rPr>
              <a:t>Possibilité d’optimisation: </a:t>
            </a:r>
            <a:endParaRPr lang="es-AR" sz="4000" dirty="0">
              <a:solidFill>
                <a:srgbClr val="FFFFFF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FCD4919-D435-1EA6-5A1C-2F9DC2D68D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fr-FR" sz="2000" dirty="0"/>
              <a:t>Fournir des exemples au modèle, si possible à deux niveaux de difficulté, afin de l’encadrer dans l’estimation du prix.</a:t>
            </a:r>
          </a:p>
          <a:p>
            <a:r>
              <a:rPr lang="fr-FR" sz="2000" dirty="0"/>
              <a:t>Possibilité d’élargir l’estimation à plusieurs pièces en même temps.</a:t>
            </a:r>
          </a:p>
          <a:p>
            <a:r>
              <a:rPr lang="fr-FR" sz="2000" dirty="0"/>
              <a:t>…</a:t>
            </a:r>
          </a:p>
          <a:p>
            <a:pPr marL="0" indent="0">
              <a:buNone/>
            </a:pPr>
            <a:endParaRPr lang="es-AR" sz="2000" dirty="0"/>
          </a:p>
        </p:txBody>
      </p:sp>
    </p:spTree>
    <p:extLst>
      <p:ext uri="{BB962C8B-B14F-4D97-AF65-F5344CB8AC3E}">
        <p14:creationId xmlns:p14="http://schemas.microsoft.com/office/powerpoint/2010/main" val="331502162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1160</TotalTime>
  <Words>182</Words>
  <Application>Microsoft Office PowerPoint</Application>
  <PresentationFormat>Grand écran</PresentationFormat>
  <Paragraphs>30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Thème Office</vt:lpstr>
      <vt:lpstr>Solution de devis assistée par LLM</vt:lpstr>
      <vt:lpstr>Objectif:  Automatiser une première estimation de prix à partir :</vt:lpstr>
      <vt:lpstr>Étape 1 : Export du fichier STL</vt:lpstr>
      <vt:lpstr>Étape 2 : Image et matériaux</vt:lpstr>
      <vt:lpstr>Étape 3 : Estimation par le LLM Gemini</vt:lpstr>
      <vt:lpstr>Résultat: </vt:lpstr>
      <vt:lpstr>Possibilité d’optimisation: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MOUGNE Robin</dc:creator>
  <cp:lastModifiedBy>MOUGNE Robin</cp:lastModifiedBy>
  <cp:revision>5</cp:revision>
  <dcterms:created xsi:type="dcterms:W3CDTF">2025-12-09T08:13:54Z</dcterms:created>
  <dcterms:modified xsi:type="dcterms:W3CDTF">2025-12-16T08:59:29Z</dcterms:modified>
</cp:coreProperties>
</file>