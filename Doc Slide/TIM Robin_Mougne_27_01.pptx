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05" r:id="rId2"/>
    <p:sldId id="301" r:id="rId3"/>
    <p:sldId id="264" r:id="rId4"/>
    <p:sldId id="302" r:id="rId5"/>
    <p:sldId id="308" r:id="rId6"/>
    <p:sldId id="265" r:id="rId7"/>
    <p:sldId id="333" r:id="rId8"/>
    <p:sldId id="266" r:id="rId9"/>
    <p:sldId id="304" r:id="rId10"/>
    <p:sldId id="267" r:id="rId11"/>
    <p:sldId id="271" r:id="rId12"/>
    <p:sldId id="270" r:id="rId13"/>
    <p:sldId id="269" r:id="rId14"/>
    <p:sldId id="272" r:id="rId15"/>
    <p:sldId id="275" r:id="rId16"/>
    <p:sldId id="276" r:id="rId17"/>
    <p:sldId id="317" r:id="rId18"/>
    <p:sldId id="318" r:id="rId19"/>
    <p:sldId id="259" r:id="rId20"/>
    <p:sldId id="299" r:id="rId21"/>
    <p:sldId id="321" r:id="rId22"/>
    <p:sldId id="322" r:id="rId23"/>
    <p:sldId id="323" r:id="rId24"/>
    <p:sldId id="325" r:id="rId25"/>
    <p:sldId id="324" r:id="rId26"/>
    <p:sldId id="327" r:id="rId27"/>
    <p:sldId id="328" r:id="rId28"/>
    <p:sldId id="329" r:id="rId29"/>
    <p:sldId id="300"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55811" autoAdjust="0"/>
  </p:normalViewPr>
  <p:slideViewPr>
    <p:cSldViewPr snapToGrid="0">
      <p:cViewPr varScale="1">
        <p:scale>
          <a:sx n="61" d="100"/>
          <a:sy n="61" d="100"/>
        </p:scale>
        <p:origin x="2160" y="66"/>
      </p:cViewPr>
      <p:guideLst/>
    </p:cSldViewPr>
  </p:slideViewPr>
  <p:outlineViewPr>
    <p:cViewPr>
      <p:scale>
        <a:sx n="33" d="100"/>
        <a:sy n="33" d="100"/>
      </p:scale>
      <p:origin x="0" y="-1059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DE1E8-BA3B-4A9F-AE11-05D3F709E2B7}"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12531E2C-1B08-4B1F-AE32-5C3FFE036941}">
      <dgm:prSet/>
      <dgm:spPr>
        <a:solidFill>
          <a:schemeClr val="accent1"/>
        </a:solidFill>
      </dgm:spPr>
      <dgm:t>
        <a:bodyPr/>
        <a:lstStyle/>
        <a:p>
          <a:r>
            <a:rPr lang="fr-FR" dirty="0"/>
            <a:t>Une modalité est un type de donnée utilisé pour représenter une information.</a:t>
          </a:r>
          <a:endParaRPr lang="en-US" dirty="0"/>
        </a:p>
      </dgm:t>
    </dgm:pt>
    <dgm:pt modelId="{FA218412-3091-45D5-8F33-C61CE0F252A8}" type="parTrans" cxnId="{A915841E-E784-441A-A124-764FD02DA831}">
      <dgm:prSet/>
      <dgm:spPr/>
      <dgm:t>
        <a:bodyPr/>
        <a:lstStyle/>
        <a:p>
          <a:endParaRPr lang="en-US"/>
        </a:p>
      </dgm:t>
    </dgm:pt>
    <dgm:pt modelId="{4BD47C9F-8CAB-4B12-B541-EBD476D40C71}" type="sibTrans" cxnId="{A915841E-E784-441A-A124-764FD02DA831}">
      <dgm:prSet/>
      <dgm:spPr/>
      <dgm:t>
        <a:bodyPr/>
        <a:lstStyle/>
        <a:p>
          <a:endParaRPr lang="en-US"/>
        </a:p>
      </dgm:t>
    </dgm:pt>
    <dgm:pt modelId="{E309DDA9-FEC9-41A6-B92B-547368FDB2BF}">
      <dgm:prSet/>
      <dgm:spPr/>
      <dgm:t>
        <a:bodyPr/>
        <a:lstStyle/>
        <a:p>
          <a:r>
            <a:rPr lang="fr-FR"/>
            <a:t>Les type de formats :</a:t>
          </a:r>
          <a:endParaRPr lang="en-US"/>
        </a:p>
      </dgm:t>
    </dgm:pt>
    <dgm:pt modelId="{3B1BDA1F-BA6F-4393-99B7-D5B2CD4D81C0}" type="parTrans" cxnId="{69E0DA9B-E126-432E-B818-8F63914AB37F}">
      <dgm:prSet/>
      <dgm:spPr/>
      <dgm:t>
        <a:bodyPr/>
        <a:lstStyle/>
        <a:p>
          <a:endParaRPr lang="en-US"/>
        </a:p>
      </dgm:t>
    </dgm:pt>
    <dgm:pt modelId="{C8BC13DC-6385-40F1-A20E-DEE04A249D47}" type="sibTrans" cxnId="{69E0DA9B-E126-432E-B818-8F63914AB37F}">
      <dgm:prSet/>
      <dgm:spPr/>
      <dgm:t>
        <a:bodyPr/>
        <a:lstStyle/>
        <a:p>
          <a:endParaRPr lang="en-US"/>
        </a:p>
      </dgm:t>
    </dgm:pt>
    <dgm:pt modelId="{F24AEDFE-8A3F-4A31-A969-CB6EA90AEEE2}">
      <dgm:prSet/>
      <dgm:spPr/>
      <dgm:t>
        <a:bodyPr/>
        <a:lstStyle/>
        <a:p>
          <a:r>
            <a:rPr lang="fr-FR"/>
            <a:t>Image</a:t>
          </a:r>
          <a:endParaRPr lang="en-US"/>
        </a:p>
      </dgm:t>
    </dgm:pt>
    <dgm:pt modelId="{AC98155F-0E84-4880-9A64-FB1149BBD23D}" type="parTrans" cxnId="{B7FD1541-E467-4D6D-9A0C-DCDC1935E1D1}">
      <dgm:prSet/>
      <dgm:spPr/>
      <dgm:t>
        <a:bodyPr/>
        <a:lstStyle/>
        <a:p>
          <a:endParaRPr lang="en-US"/>
        </a:p>
      </dgm:t>
    </dgm:pt>
    <dgm:pt modelId="{B110C6D6-CA9B-485C-B3B4-D4D052E5227B}" type="sibTrans" cxnId="{B7FD1541-E467-4D6D-9A0C-DCDC1935E1D1}">
      <dgm:prSet/>
      <dgm:spPr/>
      <dgm:t>
        <a:bodyPr/>
        <a:lstStyle/>
        <a:p>
          <a:endParaRPr lang="en-US"/>
        </a:p>
      </dgm:t>
    </dgm:pt>
    <dgm:pt modelId="{55F5EB5D-E9E5-4C80-AAAC-298B630FF56C}">
      <dgm:prSet/>
      <dgm:spPr/>
      <dgm:t>
        <a:bodyPr/>
        <a:lstStyle/>
        <a:p>
          <a:r>
            <a:rPr lang="fr-FR"/>
            <a:t>Textuel</a:t>
          </a:r>
          <a:endParaRPr lang="en-US"/>
        </a:p>
      </dgm:t>
    </dgm:pt>
    <dgm:pt modelId="{45F02F2B-85EB-47D0-972B-53D2458F3E90}" type="parTrans" cxnId="{7E90782C-F23B-4E1C-91FB-A3AC2F720D46}">
      <dgm:prSet/>
      <dgm:spPr/>
      <dgm:t>
        <a:bodyPr/>
        <a:lstStyle/>
        <a:p>
          <a:endParaRPr lang="en-US"/>
        </a:p>
      </dgm:t>
    </dgm:pt>
    <dgm:pt modelId="{075EDECA-C0B4-4FB8-B600-8C5AF604C224}" type="sibTrans" cxnId="{7E90782C-F23B-4E1C-91FB-A3AC2F720D46}">
      <dgm:prSet/>
      <dgm:spPr/>
      <dgm:t>
        <a:bodyPr/>
        <a:lstStyle/>
        <a:p>
          <a:endParaRPr lang="en-US"/>
        </a:p>
      </dgm:t>
    </dgm:pt>
    <dgm:pt modelId="{A2AB8FDA-CE02-4D05-A33A-1D6257F25985}">
      <dgm:prSet/>
      <dgm:spPr/>
      <dgm:t>
        <a:bodyPr/>
        <a:lstStyle/>
        <a:p>
          <a:r>
            <a:rPr lang="fr-FR"/>
            <a:t>Audio</a:t>
          </a:r>
          <a:endParaRPr lang="en-US"/>
        </a:p>
      </dgm:t>
    </dgm:pt>
    <dgm:pt modelId="{96A683CA-6712-4166-BCDB-91CCE0877595}" type="parTrans" cxnId="{03C7D7A2-5E92-49FA-A0B3-CB74D34CC3BD}">
      <dgm:prSet/>
      <dgm:spPr/>
      <dgm:t>
        <a:bodyPr/>
        <a:lstStyle/>
        <a:p>
          <a:endParaRPr lang="en-US"/>
        </a:p>
      </dgm:t>
    </dgm:pt>
    <dgm:pt modelId="{5B521C7F-94B6-4723-BD75-1E7776B83D23}" type="sibTrans" cxnId="{03C7D7A2-5E92-49FA-A0B3-CB74D34CC3BD}">
      <dgm:prSet/>
      <dgm:spPr/>
      <dgm:t>
        <a:bodyPr/>
        <a:lstStyle/>
        <a:p>
          <a:endParaRPr lang="en-US"/>
        </a:p>
      </dgm:t>
    </dgm:pt>
    <dgm:pt modelId="{B2931212-D433-4D0B-992F-73F98DF26157}">
      <dgm:prSet/>
      <dgm:spPr/>
      <dgm:t>
        <a:bodyPr/>
        <a:lstStyle/>
        <a:p>
          <a:r>
            <a:rPr lang="fr-FR"/>
            <a:t>Vidéo</a:t>
          </a:r>
          <a:endParaRPr lang="en-US"/>
        </a:p>
      </dgm:t>
    </dgm:pt>
    <dgm:pt modelId="{FF1AFD5D-3D63-4ED4-BF6A-9E245BCAD408}" type="parTrans" cxnId="{7E48942E-6FE5-4990-A24A-74C530B7CA4B}">
      <dgm:prSet/>
      <dgm:spPr/>
      <dgm:t>
        <a:bodyPr/>
        <a:lstStyle/>
        <a:p>
          <a:endParaRPr lang="en-US"/>
        </a:p>
      </dgm:t>
    </dgm:pt>
    <dgm:pt modelId="{796A44CD-41E9-44B1-8AD0-AD14F3D0092B}" type="sibTrans" cxnId="{7E48942E-6FE5-4990-A24A-74C530B7CA4B}">
      <dgm:prSet/>
      <dgm:spPr/>
      <dgm:t>
        <a:bodyPr/>
        <a:lstStyle/>
        <a:p>
          <a:endParaRPr lang="en-US"/>
        </a:p>
      </dgm:t>
    </dgm:pt>
    <dgm:pt modelId="{7F0CD33F-7236-4F5A-87CD-E175C7544EA5}">
      <dgm:prSet/>
      <dgm:spPr/>
      <dgm:t>
        <a:bodyPr/>
        <a:lstStyle/>
        <a:p>
          <a:r>
            <a:rPr lang="fr-FR"/>
            <a:t>…</a:t>
          </a:r>
          <a:endParaRPr lang="en-US"/>
        </a:p>
      </dgm:t>
    </dgm:pt>
    <dgm:pt modelId="{1F0B095D-F32B-49D7-85AF-159D71F0BADF}" type="parTrans" cxnId="{38E16C4D-3F9F-4206-A399-6BA6424AEB77}">
      <dgm:prSet/>
      <dgm:spPr/>
      <dgm:t>
        <a:bodyPr/>
        <a:lstStyle/>
        <a:p>
          <a:endParaRPr lang="en-US"/>
        </a:p>
      </dgm:t>
    </dgm:pt>
    <dgm:pt modelId="{2345A3AA-DB7D-4D20-9C65-C968B2523D2B}" type="sibTrans" cxnId="{38E16C4D-3F9F-4206-A399-6BA6424AEB77}">
      <dgm:prSet/>
      <dgm:spPr/>
      <dgm:t>
        <a:bodyPr/>
        <a:lstStyle/>
        <a:p>
          <a:endParaRPr lang="en-US"/>
        </a:p>
      </dgm:t>
    </dgm:pt>
    <dgm:pt modelId="{CE6C132D-AC03-4AB7-98DA-7888C9AE244B}" type="pres">
      <dgm:prSet presAssocID="{169DE1E8-BA3B-4A9F-AE11-05D3F709E2B7}" presName="Name0" presStyleCnt="0">
        <dgm:presLayoutVars>
          <dgm:dir/>
          <dgm:animLvl val="lvl"/>
          <dgm:resizeHandles val="exact"/>
        </dgm:presLayoutVars>
      </dgm:prSet>
      <dgm:spPr/>
    </dgm:pt>
    <dgm:pt modelId="{AAF313C8-F53C-442D-9539-D0229135551F}" type="pres">
      <dgm:prSet presAssocID="{E309DDA9-FEC9-41A6-B92B-547368FDB2BF}" presName="boxAndChildren" presStyleCnt="0"/>
      <dgm:spPr/>
    </dgm:pt>
    <dgm:pt modelId="{D6BCD3E8-2236-4F24-97D5-C9526DDC77B0}" type="pres">
      <dgm:prSet presAssocID="{E309DDA9-FEC9-41A6-B92B-547368FDB2BF}" presName="parentTextBox" presStyleLbl="node1" presStyleIdx="0" presStyleCnt="2"/>
      <dgm:spPr/>
    </dgm:pt>
    <dgm:pt modelId="{4832B079-7EB7-4923-BE49-5420F6BB08F5}" type="pres">
      <dgm:prSet presAssocID="{E309DDA9-FEC9-41A6-B92B-547368FDB2BF}" presName="entireBox" presStyleLbl="node1" presStyleIdx="0" presStyleCnt="2"/>
      <dgm:spPr/>
    </dgm:pt>
    <dgm:pt modelId="{DC97A7DA-3204-4951-84AE-FCEAFB42A1B3}" type="pres">
      <dgm:prSet presAssocID="{E309DDA9-FEC9-41A6-B92B-547368FDB2BF}" presName="descendantBox" presStyleCnt="0"/>
      <dgm:spPr/>
    </dgm:pt>
    <dgm:pt modelId="{2C9BF001-01CE-4FE9-BD09-1DD1A5F9278C}" type="pres">
      <dgm:prSet presAssocID="{F24AEDFE-8A3F-4A31-A969-CB6EA90AEEE2}" presName="childTextBox" presStyleLbl="fgAccFollowNode1" presStyleIdx="0" presStyleCnt="5">
        <dgm:presLayoutVars>
          <dgm:bulletEnabled val="1"/>
        </dgm:presLayoutVars>
      </dgm:prSet>
      <dgm:spPr/>
    </dgm:pt>
    <dgm:pt modelId="{515F2632-F7E2-471A-BEEE-24ABEF5F443E}" type="pres">
      <dgm:prSet presAssocID="{55F5EB5D-E9E5-4C80-AAAC-298B630FF56C}" presName="childTextBox" presStyleLbl="fgAccFollowNode1" presStyleIdx="1" presStyleCnt="5">
        <dgm:presLayoutVars>
          <dgm:bulletEnabled val="1"/>
        </dgm:presLayoutVars>
      </dgm:prSet>
      <dgm:spPr/>
    </dgm:pt>
    <dgm:pt modelId="{1C3E0C68-0369-47F8-BC89-69D3ECA1CD82}" type="pres">
      <dgm:prSet presAssocID="{A2AB8FDA-CE02-4D05-A33A-1D6257F25985}" presName="childTextBox" presStyleLbl="fgAccFollowNode1" presStyleIdx="2" presStyleCnt="5">
        <dgm:presLayoutVars>
          <dgm:bulletEnabled val="1"/>
        </dgm:presLayoutVars>
      </dgm:prSet>
      <dgm:spPr/>
    </dgm:pt>
    <dgm:pt modelId="{9214643E-FC2E-486F-80BF-198EE34F2555}" type="pres">
      <dgm:prSet presAssocID="{B2931212-D433-4D0B-992F-73F98DF26157}" presName="childTextBox" presStyleLbl="fgAccFollowNode1" presStyleIdx="3" presStyleCnt="5">
        <dgm:presLayoutVars>
          <dgm:bulletEnabled val="1"/>
        </dgm:presLayoutVars>
      </dgm:prSet>
      <dgm:spPr/>
    </dgm:pt>
    <dgm:pt modelId="{5D5DD105-941C-4D3B-B8F3-18A43B985575}" type="pres">
      <dgm:prSet presAssocID="{7F0CD33F-7236-4F5A-87CD-E175C7544EA5}" presName="childTextBox" presStyleLbl="fgAccFollowNode1" presStyleIdx="4" presStyleCnt="5">
        <dgm:presLayoutVars>
          <dgm:bulletEnabled val="1"/>
        </dgm:presLayoutVars>
      </dgm:prSet>
      <dgm:spPr/>
    </dgm:pt>
    <dgm:pt modelId="{F42154A5-BC48-4B05-BFB2-A6E6B5F08B19}" type="pres">
      <dgm:prSet presAssocID="{4BD47C9F-8CAB-4B12-B541-EBD476D40C71}" presName="sp" presStyleCnt="0"/>
      <dgm:spPr/>
    </dgm:pt>
    <dgm:pt modelId="{B1DF71AA-C85E-42A1-BA52-2D690336BAF8}" type="pres">
      <dgm:prSet presAssocID="{12531E2C-1B08-4B1F-AE32-5C3FFE036941}" presName="arrowAndChildren" presStyleCnt="0"/>
      <dgm:spPr/>
    </dgm:pt>
    <dgm:pt modelId="{22910CFA-8A4B-4CEB-B3D7-B4DB9D9953CD}" type="pres">
      <dgm:prSet presAssocID="{12531E2C-1B08-4B1F-AE32-5C3FFE036941}" presName="parentTextArrow" presStyleLbl="node1" presStyleIdx="1" presStyleCnt="2"/>
      <dgm:spPr/>
    </dgm:pt>
  </dgm:ptLst>
  <dgm:cxnLst>
    <dgm:cxn modelId="{A915841E-E784-441A-A124-764FD02DA831}" srcId="{169DE1E8-BA3B-4A9F-AE11-05D3F709E2B7}" destId="{12531E2C-1B08-4B1F-AE32-5C3FFE036941}" srcOrd="0" destOrd="0" parTransId="{FA218412-3091-45D5-8F33-C61CE0F252A8}" sibTransId="{4BD47C9F-8CAB-4B12-B541-EBD476D40C71}"/>
    <dgm:cxn modelId="{7E90782C-F23B-4E1C-91FB-A3AC2F720D46}" srcId="{E309DDA9-FEC9-41A6-B92B-547368FDB2BF}" destId="{55F5EB5D-E9E5-4C80-AAAC-298B630FF56C}" srcOrd="1" destOrd="0" parTransId="{45F02F2B-85EB-47D0-972B-53D2458F3E90}" sibTransId="{075EDECA-C0B4-4FB8-B600-8C5AF604C224}"/>
    <dgm:cxn modelId="{7E48942E-6FE5-4990-A24A-74C530B7CA4B}" srcId="{E309DDA9-FEC9-41A6-B92B-547368FDB2BF}" destId="{B2931212-D433-4D0B-992F-73F98DF26157}" srcOrd="3" destOrd="0" parTransId="{FF1AFD5D-3D63-4ED4-BF6A-9E245BCAD408}" sibTransId="{796A44CD-41E9-44B1-8AD0-AD14F3D0092B}"/>
    <dgm:cxn modelId="{B7FD1541-E467-4D6D-9A0C-DCDC1935E1D1}" srcId="{E309DDA9-FEC9-41A6-B92B-547368FDB2BF}" destId="{F24AEDFE-8A3F-4A31-A969-CB6EA90AEEE2}" srcOrd="0" destOrd="0" parTransId="{AC98155F-0E84-4880-9A64-FB1149BBD23D}" sibTransId="{B110C6D6-CA9B-485C-B3B4-D4D052E5227B}"/>
    <dgm:cxn modelId="{38E16C4D-3F9F-4206-A399-6BA6424AEB77}" srcId="{E309DDA9-FEC9-41A6-B92B-547368FDB2BF}" destId="{7F0CD33F-7236-4F5A-87CD-E175C7544EA5}" srcOrd="4" destOrd="0" parTransId="{1F0B095D-F32B-49D7-85AF-159D71F0BADF}" sibTransId="{2345A3AA-DB7D-4D20-9C65-C968B2523D2B}"/>
    <dgm:cxn modelId="{F3217186-2576-40CD-81D0-B148BA6B6892}" type="presOf" srcId="{7F0CD33F-7236-4F5A-87CD-E175C7544EA5}" destId="{5D5DD105-941C-4D3B-B8F3-18A43B985575}" srcOrd="0" destOrd="0" presId="urn:microsoft.com/office/officeart/2005/8/layout/process4"/>
    <dgm:cxn modelId="{F0887388-178D-4422-994C-306CCF2E968F}" type="presOf" srcId="{55F5EB5D-E9E5-4C80-AAAC-298B630FF56C}" destId="{515F2632-F7E2-471A-BEEE-24ABEF5F443E}" srcOrd="0" destOrd="0" presId="urn:microsoft.com/office/officeart/2005/8/layout/process4"/>
    <dgm:cxn modelId="{E6778789-0F24-4E4A-9C16-E9A18415DCD6}" type="presOf" srcId="{F24AEDFE-8A3F-4A31-A969-CB6EA90AEEE2}" destId="{2C9BF001-01CE-4FE9-BD09-1DD1A5F9278C}" srcOrd="0" destOrd="0" presId="urn:microsoft.com/office/officeart/2005/8/layout/process4"/>
    <dgm:cxn modelId="{67B49597-FB85-431C-A1BF-01D7A03AF8E7}" type="presOf" srcId="{E309DDA9-FEC9-41A6-B92B-547368FDB2BF}" destId="{4832B079-7EB7-4923-BE49-5420F6BB08F5}" srcOrd="1" destOrd="0" presId="urn:microsoft.com/office/officeart/2005/8/layout/process4"/>
    <dgm:cxn modelId="{69E0DA9B-E126-432E-B818-8F63914AB37F}" srcId="{169DE1E8-BA3B-4A9F-AE11-05D3F709E2B7}" destId="{E309DDA9-FEC9-41A6-B92B-547368FDB2BF}" srcOrd="1" destOrd="0" parTransId="{3B1BDA1F-BA6F-4393-99B7-D5B2CD4D81C0}" sibTransId="{C8BC13DC-6385-40F1-A20E-DEE04A249D47}"/>
    <dgm:cxn modelId="{2AE10F9D-BCCD-42CF-9C18-5889B523D2F4}" type="presOf" srcId="{B2931212-D433-4D0B-992F-73F98DF26157}" destId="{9214643E-FC2E-486F-80BF-198EE34F2555}" srcOrd="0" destOrd="0" presId="urn:microsoft.com/office/officeart/2005/8/layout/process4"/>
    <dgm:cxn modelId="{03C7D7A2-5E92-49FA-A0B3-CB74D34CC3BD}" srcId="{E309DDA9-FEC9-41A6-B92B-547368FDB2BF}" destId="{A2AB8FDA-CE02-4D05-A33A-1D6257F25985}" srcOrd="2" destOrd="0" parTransId="{96A683CA-6712-4166-BCDB-91CCE0877595}" sibTransId="{5B521C7F-94B6-4723-BD75-1E7776B83D23}"/>
    <dgm:cxn modelId="{FBCAD6BD-E299-41CB-A7E4-47052F17D339}" type="presOf" srcId="{E309DDA9-FEC9-41A6-B92B-547368FDB2BF}" destId="{D6BCD3E8-2236-4F24-97D5-C9526DDC77B0}" srcOrd="0" destOrd="0" presId="urn:microsoft.com/office/officeart/2005/8/layout/process4"/>
    <dgm:cxn modelId="{97E6FAC1-3EAA-4F7E-A67B-1AC7CEDD5D0D}" type="presOf" srcId="{12531E2C-1B08-4B1F-AE32-5C3FFE036941}" destId="{22910CFA-8A4B-4CEB-B3D7-B4DB9D9953CD}" srcOrd="0" destOrd="0" presId="urn:microsoft.com/office/officeart/2005/8/layout/process4"/>
    <dgm:cxn modelId="{774691C4-EB0D-4644-83BE-5D856859EF4C}" type="presOf" srcId="{A2AB8FDA-CE02-4D05-A33A-1D6257F25985}" destId="{1C3E0C68-0369-47F8-BC89-69D3ECA1CD82}" srcOrd="0" destOrd="0" presId="urn:microsoft.com/office/officeart/2005/8/layout/process4"/>
    <dgm:cxn modelId="{B5A767C5-34FF-4611-9E80-515D2D33B48B}" type="presOf" srcId="{169DE1E8-BA3B-4A9F-AE11-05D3F709E2B7}" destId="{CE6C132D-AC03-4AB7-98DA-7888C9AE244B}" srcOrd="0" destOrd="0" presId="urn:microsoft.com/office/officeart/2005/8/layout/process4"/>
    <dgm:cxn modelId="{F90620AC-8D89-4926-8FB0-D652489E0B02}" type="presParOf" srcId="{CE6C132D-AC03-4AB7-98DA-7888C9AE244B}" destId="{AAF313C8-F53C-442D-9539-D0229135551F}" srcOrd="0" destOrd="0" presId="urn:microsoft.com/office/officeart/2005/8/layout/process4"/>
    <dgm:cxn modelId="{E88D2312-3329-4869-974E-7A5E0BBFCFCA}" type="presParOf" srcId="{AAF313C8-F53C-442D-9539-D0229135551F}" destId="{D6BCD3E8-2236-4F24-97D5-C9526DDC77B0}" srcOrd="0" destOrd="0" presId="urn:microsoft.com/office/officeart/2005/8/layout/process4"/>
    <dgm:cxn modelId="{EAB09498-E2C3-41A3-9A03-0A08A79D43B0}" type="presParOf" srcId="{AAF313C8-F53C-442D-9539-D0229135551F}" destId="{4832B079-7EB7-4923-BE49-5420F6BB08F5}" srcOrd="1" destOrd="0" presId="urn:microsoft.com/office/officeart/2005/8/layout/process4"/>
    <dgm:cxn modelId="{2B57AB0E-B2BF-4C31-85FC-597E6EB3233D}" type="presParOf" srcId="{AAF313C8-F53C-442D-9539-D0229135551F}" destId="{DC97A7DA-3204-4951-84AE-FCEAFB42A1B3}" srcOrd="2" destOrd="0" presId="urn:microsoft.com/office/officeart/2005/8/layout/process4"/>
    <dgm:cxn modelId="{200417D9-BDE9-4E75-8C8C-D25BF74025B3}" type="presParOf" srcId="{DC97A7DA-3204-4951-84AE-FCEAFB42A1B3}" destId="{2C9BF001-01CE-4FE9-BD09-1DD1A5F9278C}" srcOrd="0" destOrd="0" presId="urn:microsoft.com/office/officeart/2005/8/layout/process4"/>
    <dgm:cxn modelId="{AA430DB1-9080-43A6-9939-E04166906CE0}" type="presParOf" srcId="{DC97A7DA-3204-4951-84AE-FCEAFB42A1B3}" destId="{515F2632-F7E2-471A-BEEE-24ABEF5F443E}" srcOrd="1" destOrd="0" presId="urn:microsoft.com/office/officeart/2005/8/layout/process4"/>
    <dgm:cxn modelId="{918EED2F-6768-45A4-8B03-A812098EB3D4}" type="presParOf" srcId="{DC97A7DA-3204-4951-84AE-FCEAFB42A1B3}" destId="{1C3E0C68-0369-47F8-BC89-69D3ECA1CD82}" srcOrd="2" destOrd="0" presId="urn:microsoft.com/office/officeart/2005/8/layout/process4"/>
    <dgm:cxn modelId="{0E959F73-F497-421B-B9B0-52F6ABD62AB6}" type="presParOf" srcId="{DC97A7DA-3204-4951-84AE-FCEAFB42A1B3}" destId="{9214643E-FC2E-486F-80BF-198EE34F2555}" srcOrd="3" destOrd="0" presId="urn:microsoft.com/office/officeart/2005/8/layout/process4"/>
    <dgm:cxn modelId="{555A448C-FA93-41A1-9E41-29D266201A00}" type="presParOf" srcId="{DC97A7DA-3204-4951-84AE-FCEAFB42A1B3}" destId="{5D5DD105-941C-4D3B-B8F3-18A43B985575}" srcOrd="4" destOrd="0" presId="urn:microsoft.com/office/officeart/2005/8/layout/process4"/>
    <dgm:cxn modelId="{3899768A-987B-4176-B525-A5494AC50DE3}" type="presParOf" srcId="{CE6C132D-AC03-4AB7-98DA-7888C9AE244B}" destId="{F42154A5-BC48-4B05-BFB2-A6E6B5F08B19}" srcOrd="1" destOrd="0" presId="urn:microsoft.com/office/officeart/2005/8/layout/process4"/>
    <dgm:cxn modelId="{8D164B16-9756-4421-8FD5-298921E9179C}" type="presParOf" srcId="{CE6C132D-AC03-4AB7-98DA-7888C9AE244B}" destId="{B1DF71AA-C85E-42A1-BA52-2D690336BAF8}" srcOrd="2" destOrd="0" presId="urn:microsoft.com/office/officeart/2005/8/layout/process4"/>
    <dgm:cxn modelId="{DACD8A2D-7ED2-4D6F-94AF-DA8C5B1EC9AB}" type="presParOf" srcId="{B1DF71AA-C85E-42A1-BA52-2D690336BAF8}" destId="{22910CFA-8A4B-4CEB-B3D7-B4DB9D9953CD}"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82FB90-8E17-4762-B140-F6B849BD1E86}"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BF14D75-902B-4568-B9B3-539B8621A601}">
      <dgm:prSet/>
      <dgm:spPr/>
      <dgm:t>
        <a:bodyPr/>
        <a:lstStyle/>
        <a:p>
          <a:pPr>
            <a:defRPr b="1"/>
          </a:pPr>
          <a:r>
            <a:rPr lang="fr-FR"/>
            <a:t>Voiture Autonome</a:t>
          </a:r>
          <a:endParaRPr lang="en-US"/>
        </a:p>
      </dgm:t>
    </dgm:pt>
    <dgm:pt modelId="{AA9D51BA-3C0F-48B9-9AAB-4B29FF967CCF}" type="parTrans" cxnId="{1A4F8E78-4748-42F9-A91D-406EA099A346}">
      <dgm:prSet/>
      <dgm:spPr/>
      <dgm:t>
        <a:bodyPr/>
        <a:lstStyle/>
        <a:p>
          <a:endParaRPr lang="en-US"/>
        </a:p>
      </dgm:t>
    </dgm:pt>
    <dgm:pt modelId="{F427E2BA-6F53-44EE-92A5-3158C1DA64EC}" type="sibTrans" cxnId="{1A4F8E78-4748-42F9-A91D-406EA099A346}">
      <dgm:prSet/>
      <dgm:spPr/>
      <dgm:t>
        <a:bodyPr/>
        <a:lstStyle/>
        <a:p>
          <a:endParaRPr lang="en-US"/>
        </a:p>
      </dgm:t>
    </dgm:pt>
    <dgm:pt modelId="{57F2DFC8-B891-4FAF-8A22-E5EA33A69FB3}">
      <dgm:prSet custT="1"/>
      <dgm:spPr/>
      <dgm:t>
        <a:bodyPr/>
        <a:lstStyle/>
        <a:p>
          <a:r>
            <a:rPr lang="fr-FR" sz="1400" kern="1200" dirty="0">
              <a:solidFill>
                <a:prstClr val="black">
                  <a:hueOff val="0"/>
                  <a:satOff val="0"/>
                  <a:lumOff val="0"/>
                  <a:alphaOff val="0"/>
                </a:prstClr>
              </a:solidFill>
              <a:latin typeface="Aptos" panose="02110004020202020204"/>
              <a:ea typeface="+mn-ea"/>
              <a:cs typeface="+mn-cs"/>
            </a:rPr>
            <a:t>La </a:t>
          </a:r>
          <a:r>
            <a:rPr lang="es-AR" sz="1400" b="0" i="0" kern="1200" dirty="0" err="1"/>
            <a:t>détection</a:t>
          </a:r>
          <a:r>
            <a:rPr lang="es-AR" sz="1400" b="0" i="0" kern="1200" dirty="0"/>
            <a:t> </a:t>
          </a:r>
          <a:r>
            <a:rPr lang="es-AR" sz="1400" b="0" i="0" kern="1200" dirty="0" err="1"/>
            <a:t>d'objets</a:t>
          </a:r>
          <a:endParaRPr lang="es-AR" sz="1400" b="0" i="0" kern="1200" dirty="0"/>
        </a:p>
        <a:p>
          <a:r>
            <a:rPr lang="fr-FR" sz="1400" kern="1200" dirty="0" err="1">
              <a:solidFill>
                <a:prstClr val="black">
                  <a:hueOff val="0"/>
                  <a:satOff val="0"/>
                  <a:lumOff val="0"/>
                  <a:alphaOff val="0"/>
                </a:prstClr>
              </a:solidFill>
              <a:latin typeface="Aptos" panose="02110004020202020204"/>
              <a:ea typeface="+mn-ea"/>
              <a:cs typeface="+mn-cs"/>
            </a:rPr>
            <a:t>LiDAR</a:t>
          </a:r>
          <a:r>
            <a:rPr lang="fr-FR" sz="1400" kern="1200" dirty="0">
              <a:solidFill>
                <a:prstClr val="black">
                  <a:hueOff val="0"/>
                  <a:satOff val="0"/>
                  <a:lumOff val="0"/>
                  <a:alphaOff val="0"/>
                </a:prstClr>
              </a:solidFill>
              <a:latin typeface="Aptos" panose="02110004020202020204"/>
              <a:ea typeface="+mn-ea"/>
              <a:cs typeface="+mn-cs"/>
            </a:rPr>
            <a:t> Vidéo Radar</a:t>
          </a:r>
          <a:endParaRPr lang="en-US" sz="1400" kern="1200" dirty="0"/>
        </a:p>
      </dgm:t>
    </dgm:pt>
    <dgm:pt modelId="{D81828A4-4484-4733-A5F1-D315664B3D56}" type="parTrans" cxnId="{FB6B4651-1012-47C5-84FF-1EAB58BD0453}">
      <dgm:prSet/>
      <dgm:spPr/>
      <dgm:t>
        <a:bodyPr/>
        <a:lstStyle/>
        <a:p>
          <a:endParaRPr lang="en-US"/>
        </a:p>
      </dgm:t>
    </dgm:pt>
    <dgm:pt modelId="{B767BE7E-27C8-4FCA-A31F-58C9F6C72225}" type="sibTrans" cxnId="{FB6B4651-1012-47C5-84FF-1EAB58BD0453}">
      <dgm:prSet/>
      <dgm:spPr/>
      <dgm:t>
        <a:bodyPr/>
        <a:lstStyle/>
        <a:p>
          <a:endParaRPr lang="en-US"/>
        </a:p>
      </dgm:t>
    </dgm:pt>
    <dgm:pt modelId="{DA834FA3-2192-42C4-943A-01AB7D711F4A}">
      <dgm:prSet/>
      <dgm:spPr/>
      <dgm:t>
        <a:bodyPr/>
        <a:lstStyle/>
        <a:p>
          <a:pPr>
            <a:defRPr b="1"/>
          </a:pPr>
          <a:r>
            <a:rPr lang="fr-FR"/>
            <a:t>Secteur médical</a:t>
          </a:r>
          <a:endParaRPr lang="en-US"/>
        </a:p>
      </dgm:t>
    </dgm:pt>
    <dgm:pt modelId="{040E4373-7921-42DD-B80F-020388EEEB64}" type="parTrans" cxnId="{12CCAA41-B4D6-4429-9AB0-722C086440E0}">
      <dgm:prSet/>
      <dgm:spPr/>
      <dgm:t>
        <a:bodyPr/>
        <a:lstStyle/>
        <a:p>
          <a:endParaRPr lang="en-US"/>
        </a:p>
      </dgm:t>
    </dgm:pt>
    <dgm:pt modelId="{3D529D6C-B47D-4041-B446-87FADEAF2F47}" type="sibTrans" cxnId="{12CCAA41-B4D6-4429-9AB0-722C086440E0}">
      <dgm:prSet/>
      <dgm:spPr/>
      <dgm:t>
        <a:bodyPr/>
        <a:lstStyle/>
        <a:p>
          <a:endParaRPr lang="en-US"/>
        </a:p>
      </dgm:t>
    </dgm:pt>
    <dgm:pt modelId="{33279163-7296-4EE6-9DC8-447C109CF3B9}">
      <dgm:prSet/>
      <dgm:spPr/>
      <dgm:t>
        <a:bodyPr/>
        <a:lstStyle/>
        <a:p>
          <a:r>
            <a:rPr lang="fr-FR" dirty="0"/>
            <a:t>Détection des cancers</a:t>
          </a:r>
        </a:p>
        <a:p>
          <a:r>
            <a:rPr lang="en-US" dirty="0"/>
            <a:t>Image </a:t>
          </a:r>
          <a:r>
            <a:rPr lang="en-US" dirty="0" err="1"/>
            <a:t>texte</a:t>
          </a:r>
          <a:r>
            <a:rPr lang="en-US" dirty="0"/>
            <a:t> </a:t>
          </a:r>
        </a:p>
      </dgm:t>
    </dgm:pt>
    <dgm:pt modelId="{8F192068-421A-4F6E-868A-C6ED1EF9CB87}" type="parTrans" cxnId="{B93B7BDC-A314-4845-AB3A-18289F7C6C0D}">
      <dgm:prSet/>
      <dgm:spPr/>
      <dgm:t>
        <a:bodyPr/>
        <a:lstStyle/>
        <a:p>
          <a:endParaRPr lang="en-US"/>
        </a:p>
      </dgm:t>
    </dgm:pt>
    <dgm:pt modelId="{2E922866-9FDB-4C87-8238-C789A6776950}" type="sibTrans" cxnId="{B93B7BDC-A314-4845-AB3A-18289F7C6C0D}">
      <dgm:prSet/>
      <dgm:spPr/>
      <dgm:t>
        <a:bodyPr/>
        <a:lstStyle/>
        <a:p>
          <a:endParaRPr lang="en-US"/>
        </a:p>
      </dgm:t>
    </dgm:pt>
    <dgm:pt modelId="{6CA537FA-E78D-4221-BC71-2556B4678700}">
      <dgm:prSet/>
      <dgm:spPr/>
      <dgm:t>
        <a:bodyPr/>
        <a:lstStyle/>
        <a:p>
          <a:pPr>
            <a:defRPr b="1"/>
          </a:pPr>
          <a:r>
            <a:rPr lang="fr-FR" dirty="0"/>
            <a:t>LLM</a:t>
          </a:r>
          <a:endParaRPr lang="en-US" dirty="0"/>
        </a:p>
      </dgm:t>
    </dgm:pt>
    <dgm:pt modelId="{08170838-3CFC-4BE2-A040-186974674E78}" type="parTrans" cxnId="{E0574DE1-F215-4A0F-B709-AA46A75DD9BF}">
      <dgm:prSet/>
      <dgm:spPr/>
      <dgm:t>
        <a:bodyPr/>
        <a:lstStyle/>
        <a:p>
          <a:endParaRPr lang="en-US"/>
        </a:p>
      </dgm:t>
    </dgm:pt>
    <dgm:pt modelId="{9C7B13DF-62F7-4C6C-8B27-7BCDB22AE37B}" type="sibTrans" cxnId="{E0574DE1-F215-4A0F-B709-AA46A75DD9BF}">
      <dgm:prSet/>
      <dgm:spPr/>
      <dgm:t>
        <a:bodyPr/>
        <a:lstStyle/>
        <a:p>
          <a:endParaRPr lang="en-US"/>
        </a:p>
      </dgm:t>
    </dgm:pt>
    <dgm:pt modelId="{DBF2B927-9C2B-494B-BDFC-E079203C06ED}">
      <dgm:prSet/>
      <dgm:spPr/>
      <dgm:t>
        <a:bodyPr/>
        <a:lstStyle/>
        <a:p>
          <a:r>
            <a:rPr lang="fr-FR" dirty="0"/>
            <a:t>Image texte</a:t>
          </a:r>
          <a:endParaRPr lang="en-US" dirty="0"/>
        </a:p>
      </dgm:t>
    </dgm:pt>
    <dgm:pt modelId="{72AF7CB1-4EA4-4840-AB74-CBC6B61FFAB3}" type="parTrans" cxnId="{844D3160-B24C-4D22-BB5A-3C23552F9643}">
      <dgm:prSet/>
      <dgm:spPr/>
      <dgm:t>
        <a:bodyPr/>
        <a:lstStyle/>
        <a:p>
          <a:endParaRPr lang="en-US"/>
        </a:p>
      </dgm:t>
    </dgm:pt>
    <dgm:pt modelId="{A49B415B-9C6B-4083-A331-75BE65AF7533}" type="sibTrans" cxnId="{844D3160-B24C-4D22-BB5A-3C23552F9643}">
      <dgm:prSet/>
      <dgm:spPr/>
      <dgm:t>
        <a:bodyPr/>
        <a:lstStyle/>
        <a:p>
          <a:endParaRPr lang="en-US"/>
        </a:p>
      </dgm:t>
    </dgm:pt>
    <dgm:pt modelId="{7BF2F4FE-8F04-48E7-9189-138165C3195F}">
      <dgm:prSet/>
      <dgm:spPr/>
      <dgm:t>
        <a:bodyPr/>
        <a:lstStyle/>
        <a:p>
          <a:pPr>
            <a:defRPr b="1"/>
          </a:pPr>
          <a:r>
            <a:rPr lang="fr-FR" dirty="0"/>
            <a:t>Analyse de sentiments</a:t>
          </a:r>
          <a:endParaRPr lang="en-US" dirty="0"/>
        </a:p>
      </dgm:t>
    </dgm:pt>
    <dgm:pt modelId="{21817804-E6F5-451B-BF06-1A2FA12C94C8}" type="parTrans" cxnId="{B522C2A4-4582-454C-9CEA-E1BB2A34A5C1}">
      <dgm:prSet/>
      <dgm:spPr/>
      <dgm:t>
        <a:bodyPr/>
        <a:lstStyle/>
        <a:p>
          <a:endParaRPr lang="en-US"/>
        </a:p>
      </dgm:t>
    </dgm:pt>
    <dgm:pt modelId="{212ECEEE-AFE1-4DC4-BE9A-7D0DB35739AB}" type="sibTrans" cxnId="{B522C2A4-4582-454C-9CEA-E1BB2A34A5C1}">
      <dgm:prSet/>
      <dgm:spPr/>
      <dgm:t>
        <a:bodyPr/>
        <a:lstStyle/>
        <a:p>
          <a:endParaRPr lang="en-US"/>
        </a:p>
      </dgm:t>
    </dgm:pt>
    <dgm:pt modelId="{8C1C4057-975D-47C0-A99F-D576D92FB8DF}">
      <dgm:prSet/>
      <dgm:spPr/>
      <dgm:t>
        <a:bodyPr/>
        <a:lstStyle/>
        <a:p>
          <a:r>
            <a:rPr lang="en-US" dirty="0"/>
            <a:t>Image audio </a:t>
          </a:r>
          <a:r>
            <a:rPr lang="en-US" dirty="0" err="1"/>
            <a:t>texte</a:t>
          </a:r>
          <a:endParaRPr lang="en-US" dirty="0"/>
        </a:p>
      </dgm:t>
    </dgm:pt>
    <dgm:pt modelId="{12E677AE-10C9-437E-91E3-B1AE1242DE32}" type="parTrans" cxnId="{E09C1688-D40C-4FD0-8EB1-7BF1DF170E01}">
      <dgm:prSet/>
      <dgm:spPr/>
      <dgm:t>
        <a:bodyPr/>
        <a:lstStyle/>
        <a:p>
          <a:endParaRPr lang="en-US"/>
        </a:p>
      </dgm:t>
    </dgm:pt>
    <dgm:pt modelId="{AF0743DC-424E-41C4-9B1E-C3504B9EA0C0}" type="sibTrans" cxnId="{E09C1688-D40C-4FD0-8EB1-7BF1DF170E01}">
      <dgm:prSet/>
      <dgm:spPr/>
      <dgm:t>
        <a:bodyPr/>
        <a:lstStyle/>
        <a:p>
          <a:endParaRPr lang="en-US"/>
        </a:p>
      </dgm:t>
    </dgm:pt>
    <dgm:pt modelId="{D02DB561-8BD0-4F16-9E3F-81F0D877785B}" type="pres">
      <dgm:prSet presAssocID="{0082FB90-8E17-4762-B140-F6B849BD1E86}" presName="root" presStyleCnt="0">
        <dgm:presLayoutVars>
          <dgm:dir/>
          <dgm:resizeHandles val="exact"/>
        </dgm:presLayoutVars>
      </dgm:prSet>
      <dgm:spPr/>
    </dgm:pt>
    <dgm:pt modelId="{A721F7CB-EE89-4EC9-9A71-77BA5CF70DC9}" type="pres">
      <dgm:prSet presAssocID="{BBF14D75-902B-4568-B9B3-539B8621A601}" presName="compNode" presStyleCnt="0"/>
      <dgm:spPr/>
    </dgm:pt>
    <dgm:pt modelId="{4DB12116-E00E-4707-B808-A12391D022AB}" type="pres">
      <dgm:prSet presAssocID="{BBF14D75-902B-4568-B9B3-539B8621A60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oiture"/>
        </a:ext>
      </dgm:extLst>
    </dgm:pt>
    <dgm:pt modelId="{4F35CFF1-313F-4440-887D-16ACA0D9A66F}" type="pres">
      <dgm:prSet presAssocID="{BBF14D75-902B-4568-B9B3-539B8621A601}" presName="iconSpace" presStyleCnt="0"/>
      <dgm:spPr/>
    </dgm:pt>
    <dgm:pt modelId="{04C1D8EA-9D4B-43F6-A334-424802B4382B}" type="pres">
      <dgm:prSet presAssocID="{BBF14D75-902B-4568-B9B3-539B8621A601}" presName="parTx" presStyleLbl="revTx" presStyleIdx="0" presStyleCnt="8">
        <dgm:presLayoutVars>
          <dgm:chMax val="0"/>
          <dgm:chPref val="0"/>
        </dgm:presLayoutVars>
      </dgm:prSet>
      <dgm:spPr/>
    </dgm:pt>
    <dgm:pt modelId="{3D7259D1-5680-41CD-B67E-8E932B74D4E3}" type="pres">
      <dgm:prSet presAssocID="{BBF14D75-902B-4568-B9B3-539B8621A601}" presName="txSpace" presStyleCnt="0"/>
      <dgm:spPr/>
    </dgm:pt>
    <dgm:pt modelId="{9F867B80-316D-4DA5-9779-9854DD9886C7}" type="pres">
      <dgm:prSet presAssocID="{BBF14D75-902B-4568-B9B3-539B8621A601}" presName="desTx" presStyleLbl="revTx" presStyleIdx="1" presStyleCnt="8">
        <dgm:presLayoutVars/>
      </dgm:prSet>
      <dgm:spPr/>
    </dgm:pt>
    <dgm:pt modelId="{BD21AF74-64E3-460B-A152-693B0F6F7F25}" type="pres">
      <dgm:prSet presAssocID="{F427E2BA-6F53-44EE-92A5-3158C1DA64EC}" presName="sibTrans" presStyleCnt="0"/>
      <dgm:spPr/>
    </dgm:pt>
    <dgm:pt modelId="{A4B6CAF6-7238-408F-BBFE-A19A8A33D047}" type="pres">
      <dgm:prSet presAssocID="{DA834FA3-2192-42C4-943A-01AB7D711F4A}" presName="compNode" presStyleCnt="0"/>
      <dgm:spPr/>
    </dgm:pt>
    <dgm:pt modelId="{60342116-F6C5-4B11-A6F0-506B9648470D}" type="pres">
      <dgm:prSet presAssocID="{DA834FA3-2192-42C4-943A-01AB7D711F4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éthoscope"/>
        </a:ext>
      </dgm:extLst>
    </dgm:pt>
    <dgm:pt modelId="{2A4DAD89-489B-4B7D-8780-C3C00EBD0E8D}" type="pres">
      <dgm:prSet presAssocID="{DA834FA3-2192-42C4-943A-01AB7D711F4A}" presName="iconSpace" presStyleCnt="0"/>
      <dgm:spPr/>
    </dgm:pt>
    <dgm:pt modelId="{39BE24BE-0A4D-4122-AF08-EAD8D0EE3B6E}" type="pres">
      <dgm:prSet presAssocID="{DA834FA3-2192-42C4-943A-01AB7D711F4A}" presName="parTx" presStyleLbl="revTx" presStyleIdx="2" presStyleCnt="8">
        <dgm:presLayoutVars>
          <dgm:chMax val="0"/>
          <dgm:chPref val="0"/>
        </dgm:presLayoutVars>
      </dgm:prSet>
      <dgm:spPr/>
    </dgm:pt>
    <dgm:pt modelId="{2AC319DE-859E-4E82-A295-5C9A4BA3ABB2}" type="pres">
      <dgm:prSet presAssocID="{DA834FA3-2192-42C4-943A-01AB7D711F4A}" presName="txSpace" presStyleCnt="0"/>
      <dgm:spPr/>
    </dgm:pt>
    <dgm:pt modelId="{E3CAACF9-D7F5-4384-A9E7-459C7B6EACC4}" type="pres">
      <dgm:prSet presAssocID="{DA834FA3-2192-42C4-943A-01AB7D711F4A}" presName="desTx" presStyleLbl="revTx" presStyleIdx="3" presStyleCnt="8">
        <dgm:presLayoutVars/>
      </dgm:prSet>
      <dgm:spPr/>
    </dgm:pt>
    <dgm:pt modelId="{585146C5-BE2C-4B29-9927-2D481EC00E2B}" type="pres">
      <dgm:prSet presAssocID="{3D529D6C-B47D-4041-B446-87FADEAF2F47}" presName="sibTrans" presStyleCnt="0"/>
      <dgm:spPr/>
    </dgm:pt>
    <dgm:pt modelId="{A2F1B13F-B0EE-4046-B0ED-28919C850DE9}" type="pres">
      <dgm:prSet presAssocID="{6CA537FA-E78D-4221-BC71-2556B4678700}" presName="compNode" presStyleCnt="0"/>
      <dgm:spPr/>
    </dgm:pt>
    <dgm:pt modelId="{6EF7DE9F-65B9-45C5-8268-6F1EB7BF6F3F}" type="pres">
      <dgm:prSet presAssocID="{6CA537FA-E78D-4221-BC71-2556B467870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ppareil photo"/>
        </a:ext>
      </dgm:extLst>
    </dgm:pt>
    <dgm:pt modelId="{040F4AE7-10FC-4937-AAE3-5B07CD2DBBC0}" type="pres">
      <dgm:prSet presAssocID="{6CA537FA-E78D-4221-BC71-2556B4678700}" presName="iconSpace" presStyleCnt="0"/>
      <dgm:spPr/>
    </dgm:pt>
    <dgm:pt modelId="{17A69C89-895D-4B7E-8106-AA7901D6E924}" type="pres">
      <dgm:prSet presAssocID="{6CA537FA-E78D-4221-BC71-2556B4678700}" presName="parTx" presStyleLbl="revTx" presStyleIdx="4" presStyleCnt="8">
        <dgm:presLayoutVars>
          <dgm:chMax val="0"/>
          <dgm:chPref val="0"/>
        </dgm:presLayoutVars>
      </dgm:prSet>
      <dgm:spPr/>
    </dgm:pt>
    <dgm:pt modelId="{AEF400F5-FC6A-433B-A6C5-484DC00BAE0E}" type="pres">
      <dgm:prSet presAssocID="{6CA537FA-E78D-4221-BC71-2556B4678700}" presName="txSpace" presStyleCnt="0"/>
      <dgm:spPr/>
    </dgm:pt>
    <dgm:pt modelId="{91BE0AF3-2E39-423D-A683-B9950D1F9598}" type="pres">
      <dgm:prSet presAssocID="{6CA537FA-E78D-4221-BC71-2556B4678700}" presName="desTx" presStyleLbl="revTx" presStyleIdx="5" presStyleCnt="8">
        <dgm:presLayoutVars/>
      </dgm:prSet>
      <dgm:spPr/>
    </dgm:pt>
    <dgm:pt modelId="{630212A5-E29F-4719-909D-08DB7DD2DE83}" type="pres">
      <dgm:prSet presAssocID="{9C7B13DF-62F7-4C6C-8B27-7BCDB22AE37B}" presName="sibTrans" presStyleCnt="0"/>
      <dgm:spPr/>
    </dgm:pt>
    <dgm:pt modelId="{E957A3E8-00F8-4DC7-8694-F51FD366E81C}" type="pres">
      <dgm:prSet presAssocID="{7BF2F4FE-8F04-48E7-9189-138165C3195F}" presName="compNode" presStyleCnt="0"/>
      <dgm:spPr/>
    </dgm:pt>
    <dgm:pt modelId="{E717C28D-5F83-497D-8E4B-642D28C9CCE8}" type="pres">
      <dgm:prSet presAssocID="{7BF2F4FE-8F04-48E7-9189-138165C3195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iling Face with No Fill"/>
        </a:ext>
      </dgm:extLst>
    </dgm:pt>
    <dgm:pt modelId="{BD7DE52B-A36E-47D5-8DB3-6A67727ED864}" type="pres">
      <dgm:prSet presAssocID="{7BF2F4FE-8F04-48E7-9189-138165C3195F}" presName="iconSpace" presStyleCnt="0"/>
      <dgm:spPr/>
    </dgm:pt>
    <dgm:pt modelId="{50435921-FE07-498B-BCA8-C35147196199}" type="pres">
      <dgm:prSet presAssocID="{7BF2F4FE-8F04-48E7-9189-138165C3195F}" presName="parTx" presStyleLbl="revTx" presStyleIdx="6" presStyleCnt="8">
        <dgm:presLayoutVars>
          <dgm:chMax val="0"/>
          <dgm:chPref val="0"/>
        </dgm:presLayoutVars>
      </dgm:prSet>
      <dgm:spPr/>
    </dgm:pt>
    <dgm:pt modelId="{BD4D422D-AF41-445E-8524-4DE3FAE182DF}" type="pres">
      <dgm:prSet presAssocID="{7BF2F4FE-8F04-48E7-9189-138165C3195F}" presName="txSpace" presStyleCnt="0"/>
      <dgm:spPr/>
    </dgm:pt>
    <dgm:pt modelId="{20CB5D7F-AC7E-483C-8FBF-A4491D924A09}" type="pres">
      <dgm:prSet presAssocID="{7BF2F4FE-8F04-48E7-9189-138165C3195F}" presName="desTx" presStyleLbl="revTx" presStyleIdx="7" presStyleCnt="8">
        <dgm:presLayoutVars/>
      </dgm:prSet>
      <dgm:spPr/>
    </dgm:pt>
  </dgm:ptLst>
  <dgm:cxnLst>
    <dgm:cxn modelId="{B464FF19-0BC5-4ED5-B9D9-50DB5A7F51DF}" type="presOf" srcId="{33279163-7296-4EE6-9DC8-447C109CF3B9}" destId="{E3CAACF9-D7F5-4384-A9E7-459C7B6EACC4}" srcOrd="0" destOrd="0" presId="urn:microsoft.com/office/officeart/2018/5/layout/CenteredIconLabelDescriptionList"/>
    <dgm:cxn modelId="{E76AF739-C850-4285-9D78-A70D0F72C310}" type="presOf" srcId="{BBF14D75-902B-4568-B9B3-539B8621A601}" destId="{04C1D8EA-9D4B-43F6-A334-424802B4382B}" srcOrd="0" destOrd="0" presId="urn:microsoft.com/office/officeart/2018/5/layout/CenteredIconLabelDescriptionList"/>
    <dgm:cxn modelId="{0D71CD5E-A66E-4CAF-A17F-C1FEB13AE097}" type="presOf" srcId="{7BF2F4FE-8F04-48E7-9189-138165C3195F}" destId="{50435921-FE07-498B-BCA8-C35147196199}" srcOrd="0" destOrd="0" presId="urn:microsoft.com/office/officeart/2018/5/layout/CenteredIconLabelDescriptionList"/>
    <dgm:cxn modelId="{844D3160-B24C-4D22-BB5A-3C23552F9643}" srcId="{6CA537FA-E78D-4221-BC71-2556B4678700}" destId="{DBF2B927-9C2B-494B-BDFC-E079203C06ED}" srcOrd="0" destOrd="0" parTransId="{72AF7CB1-4EA4-4840-AB74-CBC6B61FFAB3}" sibTransId="{A49B415B-9C6B-4083-A331-75BE65AF7533}"/>
    <dgm:cxn modelId="{12CCAA41-B4D6-4429-9AB0-722C086440E0}" srcId="{0082FB90-8E17-4762-B140-F6B849BD1E86}" destId="{DA834FA3-2192-42C4-943A-01AB7D711F4A}" srcOrd="1" destOrd="0" parTransId="{040E4373-7921-42DD-B80F-020388EEEB64}" sibTransId="{3D529D6C-B47D-4041-B446-87FADEAF2F47}"/>
    <dgm:cxn modelId="{62CD6066-79B8-4321-A3D3-191DF04B64E3}" type="presOf" srcId="{6CA537FA-E78D-4221-BC71-2556B4678700}" destId="{17A69C89-895D-4B7E-8106-AA7901D6E924}" srcOrd="0" destOrd="0" presId="urn:microsoft.com/office/officeart/2018/5/layout/CenteredIconLabelDescriptionList"/>
    <dgm:cxn modelId="{AB92976C-BB6C-41C0-AC49-C4DBD1EF5FA0}" type="presOf" srcId="{0082FB90-8E17-4762-B140-F6B849BD1E86}" destId="{D02DB561-8BD0-4F16-9E3F-81F0D877785B}" srcOrd="0" destOrd="0" presId="urn:microsoft.com/office/officeart/2018/5/layout/CenteredIconLabelDescriptionList"/>
    <dgm:cxn modelId="{FB6B4651-1012-47C5-84FF-1EAB58BD0453}" srcId="{BBF14D75-902B-4568-B9B3-539B8621A601}" destId="{57F2DFC8-B891-4FAF-8A22-E5EA33A69FB3}" srcOrd="0" destOrd="0" parTransId="{D81828A4-4484-4733-A5F1-D315664B3D56}" sibTransId="{B767BE7E-27C8-4FCA-A31F-58C9F6C72225}"/>
    <dgm:cxn modelId="{1A4F8E78-4748-42F9-A91D-406EA099A346}" srcId="{0082FB90-8E17-4762-B140-F6B849BD1E86}" destId="{BBF14D75-902B-4568-B9B3-539B8621A601}" srcOrd="0" destOrd="0" parTransId="{AA9D51BA-3C0F-48B9-9AAB-4B29FF967CCF}" sibTransId="{F427E2BA-6F53-44EE-92A5-3158C1DA64EC}"/>
    <dgm:cxn modelId="{E09C1688-D40C-4FD0-8EB1-7BF1DF170E01}" srcId="{7BF2F4FE-8F04-48E7-9189-138165C3195F}" destId="{8C1C4057-975D-47C0-A99F-D576D92FB8DF}" srcOrd="0" destOrd="0" parTransId="{12E677AE-10C9-437E-91E3-B1AE1242DE32}" sibTransId="{AF0743DC-424E-41C4-9B1E-C3504B9EA0C0}"/>
    <dgm:cxn modelId="{B522C2A4-4582-454C-9CEA-E1BB2A34A5C1}" srcId="{0082FB90-8E17-4762-B140-F6B849BD1E86}" destId="{7BF2F4FE-8F04-48E7-9189-138165C3195F}" srcOrd="3" destOrd="0" parTransId="{21817804-E6F5-451B-BF06-1A2FA12C94C8}" sibTransId="{212ECEEE-AFE1-4DC4-BE9A-7D0DB35739AB}"/>
    <dgm:cxn modelId="{5FA931A7-F22A-4BC8-9965-066E1B8A75D9}" type="presOf" srcId="{8C1C4057-975D-47C0-A99F-D576D92FB8DF}" destId="{20CB5D7F-AC7E-483C-8FBF-A4491D924A09}" srcOrd="0" destOrd="0" presId="urn:microsoft.com/office/officeart/2018/5/layout/CenteredIconLabelDescriptionList"/>
    <dgm:cxn modelId="{9FDEE9D3-4F04-445D-B1EE-A0218B83CCE6}" type="presOf" srcId="{57F2DFC8-B891-4FAF-8A22-E5EA33A69FB3}" destId="{9F867B80-316D-4DA5-9779-9854DD9886C7}" srcOrd="0" destOrd="0" presId="urn:microsoft.com/office/officeart/2018/5/layout/CenteredIconLabelDescriptionList"/>
    <dgm:cxn modelId="{B93B7BDC-A314-4845-AB3A-18289F7C6C0D}" srcId="{DA834FA3-2192-42C4-943A-01AB7D711F4A}" destId="{33279163-7296-4EE6-9DC8-447C109CF3B9}" srcOrd="0" destOrd="0" parTransId="{8F192068-421A-4F6E-868A-C6ED1EF9CB87}" sibTransId="{2E922866-9FDB-4C87-8238-C789A6776950}"/>
    <dgm:cxn modelId="{E0574DE1-F215-4A0F-B709-AA46A75DD9BF}" srcId="{0082FB90-8E17-4762-B140-F6B849BD1E86}" destId="{6CA537FA-E78D-4221-BC71-2556B4678700}" srcOrd="2" destOrd="0" parTransId="{08170838-3CFC-4BE2-A040-186974674E78}" sibTransId="{9C7B13DF-62F7-4C6C-8B27-7BCDB22AE37B}"/>
    <dgm:cxn modelId="{99547AE9-6F22-4C4A-8450-2CE535F91920}" type="presOf" srcId="{DA834FA3-2192-42C4-943A-01AB7D711F4A}" destId="{39BE24BE-0A4D-4122-AF08-EAD8D0EE3B6E}" srcOrd="0" destOrd="0" presId="urn:microsoft.com/office/officeart/2018/5/layout/CenteredIconLabelDescriptionList"/>
    <dgm:cxn modelId="{624FACF4-EB9D-44B3-9BDB-62179C96CEC4}" type="presOf" srcId="{DBF2B927-9C2B-494B-BDFC-E079203C06ED}" destId="{91BE0AF3-2E39-423D-A683-B9950D1F9598}" srcOrd="0" destOrd="0" presId="urn:microsoft.com/office/officeart/2018/5/layout/CenteredIconLabelDescriptionList"/>
    <dgm:cxn modelId="{2C758B06-0503-4414-8B99-2790715C47AC}" type="presParOf" srcId="{D02DB561-8BD0-4F16-9E3F-81F0D877785B}" destId="{A721F7CB-EE89-4EC9-9A71-77BA5CF70DC9}" srcOrd="0" destOrd="0" presId="urn:microsoft.com/office/officeart/2018/5/layout/CenteredIconLabelDescriptionList"/>
    <dgm:cxn modelId="{85767500-908B-4C52-B713-7FF317E62D0F}" type="presParOf" srcId="{A721F7CB-EE89-4EC9-9A71-77BA5CF70DC9}" destId="{4DB12116-E00E-4707-B808-A12391D022AB}" srcOrd="0" destOrd="0" presId="urn:microsoft.com/office/officeart/2018/5/layout/CenteredIconLabelDescriptionList"/>
    <dgm:cxn modelId="{DA784549-1987-4BDD-87BB-178F8F813B1F}" type="presParOf" srcId="{A721F7CB-EE89-4EC9-9A71-77BA5CF70DC9}" destId="{4F35CFF1-313F-4440-887D-16ACA0D9A66F}" srcOrd="1" destOrd="0" presId="urn:microsoft.com/office/officeart/2018/5/layout/CenteredIconLabelDescriptionList"/>
    <dgm:cxn modelId="{0FB30AF4-4A5E-4AF3-A6DB-E0478931A2E3}" type="presParOf" srcId="{A721F7CB-EE89-4EC9-9A71-77BA5CF70DC9}" destId="{04C1D8EA-9D4B-43F6-A334-424802B4382B}" srcOrd="2" destOrd="0" presId="urn:microsoft.com/office/officeart/2018/5/layout/CenteredIconLabelDescriptionList"/>
    <dgm:cxn modelId="{60F3DC33-C9CE-4E17-AEFB-D09314046A33}" type="presParOf" srcId="{A721F7CB-EE89-4EC9-9A71-77BA5CF70DC9}" destId="{3D7259D1-5680-41CD-B67E-8E932B74D4E3}" srcOrd="3" destOrd="0" presId="urn:microsoft.com/office/officeart/2018/5/layout/CenteredIconLabelDescriptionList"/>
    <dgm:cxn modelId="{7DA1C768-C888-4F2E-850A-013DA808E6DC}" type="presParOf" srcId="{A721F7CB-EE89-4EC9-9A71-77BA5CF70DC9}" destId="{9F867B80-316D-4DA5-9779-9854DD9886C7}" srcOrd="4" destOrd="0" presId="urn:microsoft.com/office/officeart/2018/5/layout/CenteredIconLabelDescriptionList"/>
    <dgm:cxn modelId="{E02949C9-E118-4B99-8431-A7A347852B3D}" type="presParOf" srcId="{D02DB561-8BD0-4F16-9E3F-81F0D877785B}" destId="{BD21AF74-64E3-460B-A152-693B0F6F7F25}" srcOrd="1" destOrd="0" presId="urn:microsoft.com/office/officeart/2018/5/layout/CenteredIconLabelDescriptionList"/>
    <dgm:cxn modelId="{C93BAC9D-17FA-4919-AA92-81DD7D37D934}" type="presParOf" srcId="{D02DB561-8BD0-4F16-9E3F-81F0D877785B}" destId="{A4B6CAF6-7238-408F-BBFE-A19A8A33D047}" srcOrd="2" destOrd="0" presId="urn:microsoft.com/office/officeart/2018/5/layout/CenteredIconLabelDescriptionList"/>
    <dgm:cxn modelId="{6FB43FDC-C0E2-4711-B200-80B1774DFD8B}" type="presParOf" srcId="{A4B6CAF6-7238-408F-BBFE-A19A8A33D047}" destId="{60342116-F6C5-4B11-A6F0-506B9648470D}" srcOrd="0" destOrd="0" presId="urn:microsoft.com/office/officeart/2018/5/layout/CenteredIconLabelDescriptionList"/>
    <dgm:cxn modelId="{439165F3-A011-4982-9EF3-9B5BB607043C}" type="presParOf" srcId="{A4B6CAF6-7238-408F-BBFE-A19A8A33D047}" destId="{2A4DAD89-489B-4B7D-8780-C3C00EBD0E8D}" srcOrd="1" destOrd="0" presId="urn:microsoft.com/office/officeart/2018/5/layout/CenteredIconLabelDescriptionList"/>
    <dgm:cxn modelId="{A0412A27-3390-48FB-85A8-9D438EA23DD6}" type="presParOf" srcId="{A4B6CAF6-7238-408F-BBFE-A19A8A33D047}" destId="{39BE24BE-0A4D-4122-AF08-EAD8D0EE3B6E}" srcOrd="2" destOrd="0" presId="urn:microsoft.com/office/officeart/2018/5/layout/CenteredIconLabelDescriptionList"/>
    <dgm:cxn modelId="{0EC1C9DB-CB7F-440E-B02A-8977F1B7FF92}" type="presParOf" srcId="{A4B6CAF6-7238-408F-BBFE-A19A8A33D047}" destId="{2AC319DE-859E-4E82-A295-5C9A4BA3ABB2}" srcOrd="3" destOrd="0" presId="urn:microsoft.com/office/officeart/2018/5/layout/CenteredIconLabelDescriptionList"/>
    <dgm:cxn modelId="{9BE775B4-DDAD-48B4-A957-F02B970914EA}" type="presParOf" srcId="{A4B6CAF6-7238-408F-BBFE-A19A8A33D047}" destId="{E3CAACF9-D7F5-4384-A9E7-459C7B6EACC4}" srcOrd="4" destOrd="0" presId="urn:microsoft.com/office/officeart/2018/5/layout/CenteredIconLabelDescriptionList"/>
    <dgm:cxn modelId="{3FF45A50-07D4-4AE1-B1A6-624C490EDB58}" type="presParOf" srcId="{D02DB561-8BD0-4F16-9E3F-81F0D877785B}" destId="{585146C5-BE2C-4B29-9927-2D481EC00E2B}" srcOrd="3" destOrd="0" presId="urn:microsoft.com/office/officeart/2018/5/layout/CenteredIconLabelDescriptionList"/>
    <dgm:cxn modelId="{A4C782B9-6BBC-43E6-B2B2-0FB722511BBC}" type="presParOf" srcId="{D02DB561-8BD0-4F16-9E3F-81F0D877785B}" destId="{A2F1B13F-B0EE-4046-B0ED-28919C850DE9}" srcOrd="4" destOrd="0" presId="urn:microsoft.com/office/officeart/2018/5/layout/CenteredIconLabelDescriptionList"/>
    <dgm:cxn modelId="{D3E0C238-4605-48B9-B24F-0B681E11026E}" type="presParOf" srcId="{A2F1B13F-B0EE-4046-B0ED-28919C850DE9}" destId="{6EF7DE9F-65B9-45C5-8268-6F1EB7BF6F3F}" srcOrd="0" destOrd="0" presId="urn:microsoft.com/office/officeart/2018/5/layout/CenteredIconLabelDescriptionList"/>
    <dgm:cxn modelId="{8D807112-8FB6-4253-9A32-9EBF1C78B083}" type="presParOf" srcId="{A2F1B13F-B0EE-4046-B0ED-28919C850DE9}" destId="{040F4AE7-10FC-4937-AAE3-5B07CD2DBBC0}" srcOrd="1" destOrd="0" presId="urn:microsoft.com/office/officeart/2018/5/layout/CenteredIconLabelDescriptionList"/>
    <dgm:cxn modelId="{7655014B-C9D7-46C5-8DC6-BD967AA74697}" type="presParOf" srcId="{A2F1B13F-B0EE-4046-B0ED-28919C850DE9}" destId="{17A69C89-895D-4B7E-8106-AA7901D6E924}" srcOrd="2" destOrd="0" presId="urn:microsoft.com/office/officeart/2018/5/layout/CenteredIconLabelDescriptionList"/>
    <dgm:cxn modelId="{5B967E08-5EE0-4885-A771-E8B304B72464}" type="presParOf" srcId="{A2F1B13F-B0EE-4046-B0ED-28919C850DE9}" destId="{AEF400F5-FC6A-433B-A6C5-484DC00BAE0E}" srcOrd="3" destOrd="0" presId="urn:microsoft.com/office/officeart/2018/5/layout/CenteredIconLabelDescriptionList"/>
    <dgm:cxn modelId="{969FD5AF-39BB-4EBD-96D4-2E5540490266}" type="presParOf" srcId="{A2F1B13F-B0EE-4046-B0ED-28919C850DE9}" destId="{91BE0AF3-2E39-423D-A683-B9950D1F9598}" srcOrd="4" destOrd="0" presId="urn:microsoft.com/office/officeart/2018/5/layout/CenteredIconLabelDescriptionList"/>
    <dgm:cxn modelId="{F735A484-C4A4-4F78-BE00-B6470D9D0247}" type="presParOf" srcId="{D02DB561-8BD0-4F16-9E3F-81F0D877785B}" destId="{630212A5-E29F-4719-909D-08DB7DD2DE83}" srcOrd="5" destOrd="0" presId="urn:microsoft.com/office/officeart/2018/5/layout/CenteredIconLabelDescriptionList"/>
    <dgm:cxn modelId="{2545725A-D2CC-4103-A8E1-91C1D2988C16}" type="presParOf" srcId="{D02DB561-8BD0-4F16-9E3F-81F0D877785B}" destId="{E957A3E8-00F8-4DC7-8694-F51FD366E81C}" srcOrd="6" destOrd="0" presId="urn:microsoft.com/office/officeart/2018/5/layout/CenteredIconLabelDescriptionList"/>
    <dgm:cxn modelId="{F148BE8A-D8C4-4D00-822D-F2795133C61B}" type="presParOf" srcId="{E957A3E8-00F8-4DC7-8694-F51FD366E81C}" destId="{E717C28D-5F83-497D-8E4B-642D28C9CCE8}" srcOrd="0" destOrd="0" presId="urn:microsoft.com/office/officeart/2018/5/layout/CenteredIconLabelDescriptionList"/>
    <dgm:cxn modelId="{93831CE1-5662-49C6-90D7-8EBF01369FC2}" type="presParOf" srcId="{E957A3E8-00F8-4DC7-8694-F51FD366E81C}" destId="{BD7DE52B-A36E-47D5-8DB3-6A67727ED864}" srcOrd="1" destOrd="0" presId="urn:microsoft.com/office/officeart/2018/5/layout/CenteredIconLabelDescriptionList"/>
    <dgm:cxn modelId="{28D02A26-4744-4DC9-8D4E-77731FF3B6C0}" type="presParOf" srcId="{E957A3E8-00F8-4DC7-8694-F51FD366E81C}" destId="{50435921-FE07-498B-BCA8-C35147196199}" srcOrd="2" destOrd="0" presId="urn:microsoft.com/office/officeart/2018/5/layout/CenteredIconLabelDescriptionList"/>
    <dgm:cxn modelId="{70E04CA7-7D6A-485E-AD3F-30124215909B}" type="presParOf" srcId="{E957A3E8-00F8-4DC7-8694-F51FD366E81C}" destId="{BD4D422D-AF41-445E-8524-4DE3FAE182DF}" srcOrd="3" destOrd="0" presId="urn:microsoft.com/office/officeart/2018/5/layout/CenteredIconLabelDescriptionList"/>
    <dgm:cxn modelId="{D0FC19D1-0BE8-4671-B2BC-F8E247982CB9}" type="presParOf" srcId="{E957A3E8-00F8-4DC7-8694-F51FD366E81C}" destId="{20CB5D7F-AC7E-483C-8FBF-A4491D924A09}"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527C63-637A-47B6-9930-5B1ADF837775}"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3AC5D597-481A-4C98-A575-0F05414DA7C3}">
      <dgm:prSet/>
      <dgm:spPr/>
      <dgm:t>
        <a:bodyPr/>
        <a:lstStyle/>
        <a:p>
          <a:r>
            <a:rPr lang="fr-FR" b="1" dirty="0"/>
            <a:t>Fusion</a:t>
          </a:r>
          <a:r>
            <a:rPr lang="fr-FR" dirty="0"/>
            <a:t> </a:t>
          </a:r>
          <a:endParaRPr lang="en-US" dirty="0"/>
        </a:p>
      </dgm:t>
    </dgm:pt>
    <dgm:pt modelId="{C20A4F57-6BC4-4A9D-BE4E-ADDEB8E25348}" type="parTrans" cxnId="{CF1649E2-6D7B-47EE-B1E6-276B951FC6DF}">
      <dgm:prSet/>
      <dgm:spPr/>
      <dgm:t>
        <a:bodyPr/>
        <a:lstStyle/>
        <a:p>
          <a:endParaRPr lang="en-US"/>
        </a:p>
      </dgm:t>
    </dgm:pt>
    <dgm:pt modelId="{0E7221D1-324D-4FB6-B8B1-13F60970C3AE}" type="sibTrans" cxnId="{CF1649E2-6D7B-47EE-B1E6-276B951FC6DF}">
      <dgm:prSet/>
      <dgm:spPr/>
      <dgm:t>
        <a:bodyPr/>
        <a:lstStyle/>
        <a:p>
          <a:endParaRPr lang="en-US"/>
        </a:p>
      </dgm:t>
    </dgm:pt>
    <dgm:pt modelId="{E8D4B822-EC9B-4AA8-9A41-BB029713E7EA}">
      <dgm:prSet/>
      <dgm:spPr/>
      <dgm:t>
        <a:bodyPr/>
        <a:lstStyle/>
        <a:p>
          <a:r>
            <a:rPr lang="fr-FR" b="1" i="0" baseline="0" dirty="0" err="1"/>
            <a:t>Representation</a:t>
          </a:r>
          <a:r>
            <a:rPr lang="fr-FR" b="0" i="0" baseline="0" dirty="0"/>
            <a:t> </a:t>
          </a:r>
          <a:endParaRPr lang="en-US" dirty="0"/>
        </a:p>
      </dgm:t>
    </dgm:pt>
    <dgm:pt modelId="{793A2D8B-482C-483C-8C97-2052FAFD3358}" type="parTrans" cxnId="{C6DD3067-5C7B-4F32-9691-6494F58F54EC}">
      <dgm:prSet/>
      <dgm:spPr/>
      <dgm:t>
        <a:bodyPr/>
        <a:lstStyle/>
        <a:p>
          <a:endParaRPr lang="en-US"/>
        </a:p>
      </dgm:t>
    </dgm:pt>
    <dgm:pt modelId="{4076CB6E-E0FB-405A-B4D2-A87422E458D3}" type="sibTrans" cxnId="{C6DD3067-5C7B-4F32-9691-6494F58F54EC}">
      <dgm:prSet/>
      <dgm:spPr/>
      <dgm:t>
        <a:bodyPr/>
        <a:lstStyle/>
        <a:p>
          <a:endParaRPr lang="en-US"/>
        </a:p>
      </dgm:t>
    </dgm:pt>
    <dgm:pt modelId="{1366E4AC-3A3A-4200-8A36-1304F8472F76}">
      <dgm:prSet/>
      <dgm:spPr/>
      <dgm:t>
        <a:bodyPr/>
        <a:lstStyle/>
        <a:p>
          <a:r>
            <a:rPr lang="fr-FR" b="1" i="0" baseline="0" dirty="0"/>
            <a:t>Translation</a:t>
          </a:r>
          <a:r>
            <a:rPr lang="fr-FR" b="0" i="0" baseline="0" dirty="0"/>
            <a:t> </a:t>
          </a:r>
          <a:endParaRPr lang="en-US" dirty="0"/>
        </a:p>
      </dgm:t>
    </dgm:pt>
    <dgm:pt modelId="{60FC05CA-CF2E-4A9A-8CB5-E43356E57D1E}" type="parTrans" cxnId="{994FA51E-F9AF-439D-8945-DE87DAA54F0D}">
      <dgm:prSet/>
      <dgm:spPr/>
      <dgm:t>
        <a:bodyPr/>
        <a:lstStyle/>
        <a:p>
          <a:endParaRPr lang="en-US"/>
        </a:p>
      </dgm:t>
    </dgm:pt>
    <dgm:pt modelId="{32714EF9-D79C-42CE-8ABC-6056F365A420}" type="sibTrans" cxnId="{994FA51E-F9AF-439D-8945-DE87DAA54F0D}">
      <dgm:prSet/>
      <dgm:spPr/>
      <dgm:t>
        <a:bodyPr/>
        <a:lstStyle/>
        <a:p>
          <a:endParaRPr lang="en-US"/>
        </a:p>
      </dgm:t>
    </dgm:pt>
    <dgm:pt modelId="{AE731D34-2FB4-4F2D-867D-ECFE465B2E2C}">
      <dgm:prSet/>
      <dgm:spPr/>
      <dgm:t>
        <a:bodyPr/>
        <a:lstStyle/>
        <a:p>
          <a:r>
            <a:rPr lang="en-US" b="1" dirty="0">
              <a:solidFill>
                <a:schemeClr val="tx1"/>
              </a:solidFill>
            </a:rPr>
            <a:t>Alignment</a:t>
          </a:r>
          <a:r>
            <a:rPr lang="fr-FR" b="0" i="0" baseline="0" dirty="0"/>
            <a:t> </a:t>
          </a:r>
          <a:endParaRPr lang="en-US" dirty="0"/>
        </a:p>
      </dgm:t>
    </dgm:pt>
    <dgm:pt modelId="{5D6EDA61-D412-4877-B487-DC0C4E8C9989}" type="parTrans" cxnId="{3D3C3548-5F8A-4946-845C-B796EAF912A6}">
      <dgm:prSet/>
      <dgm:spPr/>
      <dgm:t>
        <a:bodyPr/>
        <a:lstStyle/>
        <a:p>
          <a:endParaRPr lang="en-US"/>
        </a:p>
      </dgm:t>
    </dgm:pt>
    <dgm:pt modelId="{903ABB12-44FB-448F-ABA0-BCF94FB3BC57}" type="sibTrans" cxnId="{3D3C3548-5F8A-4946-845C-B796EAF912A6}">
      <dgm:prSet/>
      <dgm:spPr/>
      <dgm:t>
        <a:bodyPr/>
        <a:lstStyle/>
        <a:p>
          <a:endParaRPr lang="en-US"/>
        </a:p>
      </dgm:t>
    </dgm:pt>
    <dgm:pt modelId="{BF6BD076-2E0C-42A4-B6FE-E7C7672D199B}">
      <dgm:prSet/>
      <dgm:spPr/>
      <dgm:t>
        <a:bodyPr/>
        <a:lstStyle/>
        <a:p>
          <a:r>
            <a:rPr lang="fr-FR" b="1" i="0" baseline="0" dirty="0"/>
            <a:t>Co-Learning</a:t>
          </a:r>
          <a:endParaRPr lang="en-US" dirty="0"/>
        </a:p>
      </dgm:t>
    </dgm:pt>
    <dgm:pt modelId="{6C223CB5-8594-437C-9A0E-9D83EAF07F44}" type="parTrans" cxnId="{3302CB3D-B5A6-430D-AB45-CEAE0E46ACE6}">
      <dgm:prSet/>
      <dgm:spPr/>
      <dgm:t>
        <a:bodyPr/>
        <a:lstStyle/>
        <a:p>
          <a:endParaRPr lang="en-US"/>
        </a:p>
      </dgm:t>
    </dgm:pt>
    <dgm:pt modelId="{FC1D5E44-3463-48DF-BA62-0EA2F8E5A11A}" type="sibTrans" cxnId="{3302CB3D-B5A6-430D-AB45-CEAE0E46ACE6}">
      <dgm:prSet/>
      <dgm:spPr/>
      <dgm:t>
        <a:bodyPr/>
        <a:lstStyle/>
        <a:p>
          <a:endParaRPr lang="en-US"/>
        </a:p>
      </dgm:t>
    </dgm:pt>
    <dgm:pt modelId="{FDED81C0-AD38-4337-B50C-9B43E2A72CFE}" type="pres">
      <dgm:prSet presAssocID="{90527C63-637A-47B6-9930-5B1ADF837775}" presName="root" presStyleCnt="0">
        <dgm:presLayoutVars>
          <dgm:dir/>
          <dgm:resizeHandles val="exact"/>
        </dgm:presLayoutVars>
      </dgm:prSet>
      <dgm:spPr/>
    </dgm:pt>
    <dgm:pt modelId="{D09DE903-2802-47E8-B021-68B5AB8FB992}" type="pres">
      <dgm:prSet presAssocID="{3AC5D597-481A-4C98-A575-0F05414DA7C3}" presName="compNode" presStyleCnt="0"/>
      <dgm:spPr/>
    </dgm:pt>
    <dgm:pt modelId="{C1AECE2B-2273-4143-8305-E4D351ED2994}" type="pres">
      <dgm:prSet presAssocID="{3AC5D597-481A-4C98-A575-0F05414DA7C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tome"/>
        </a:ext>
      </dgm:extLst>
    </dgm:pt>
    <dgm:pt modelId="{7417F7C8-F1C9-413D-837E-C9A750559281}" type="pres">
      <dgm:prSet presAssocID="{3AC5D597-481A-4C98-A575-0F05414DA7C3}" presName="spaceRect" presStyleCnt="0"/>
      <dgm:spPr/>
    </dgm:pt>
    <dgm:pt modelId="{C709DBD9-5D6D-4237-B6C8-B66DBCEBA4AF}" type="pres">
      <dgm:prSet presAssocID="{3AC5D597-481A-4C98-A575-0F05414DA7C3}" presName="textRect" presStyleLbl="revTx" presStyleIdx="0" presStyleCnt="5">
        <dgm:presLayoutVars>
          <dgm:chMax val="1"/>
          <dgm:chPref val="1"/>
        </dgm:presLayoutVars>
      </dgm:prSet>
      <dgm:spPr/>
    </dgm:pt>
    <dgm:pt modelId="{A31DB54D-75AD-4E91-B81D-B3F2A5532A3E}" type="pres">
      <dgm:prSet presAssocID="{0E7221D1-324D-4FB6-B8B1-13F60970C3AE}" presName="sibTrans" presStyleCnt="0"/>
      <dgm:spPr/>
    </dgm:pt>
    <dgm:pt modelId="{A1918E05-B36E-45E8-9FFA-A4C8F0DD43EB}" type="pres">
      <dgm:prSet presAssocID="{E8D4B822-EC9B-4AA8-9A41-BB029713E7EA}" presName="compNode" presStyleCnt="0"/>
      <dgm:spPr/>
    </dgm:pt>
    <dgm:pt modelId="{EDD65A80-8423-4DF1-8E79-6EDF70057F8A}" type="pres">
      <dgm:prSet presAssocID="{E8D4B822-EC9B-4AA8-9A41-BB029713E7E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953522F8-31EE-40F1-A4C8-538EF10DB982}" type="pres">
      <dgm:prSet presAssocID="{E8D4B822-EC9B-4AA8-9A41-BB029713E7EA}" presName="spaceRect" presStyleCnt="0"/>
      <dgm:spPr/>
    </dgm:pt>
    <dgm:pt modelId="{5C99234B-9CF4-4102-A132-90645053C218}" type="pres">
      <dgm:prSet presAssocID="{E8D4B822-EC9B-4AA8-9A41-BB029713E7EA}" presName="textRect" presStyleLbl="revTx" presStyleIdx="1" presStyleCnt="5">
        <dgm:presLayoutVars>
          <dgm:chMax val="1"/>
          <dgm:chPref val="1"/>
        </dgm:presLayoutVars>
      </dgm:prSet>
      <dgm:spPr/>
    </dgm:pt>
    <dgm:pt modelId="{6EDB8033-8BDF-4E6D-BA13-57E36D75502C}" type="pres">
      <dgm:prSet presAssocID="{4076CB6E-E0FB-405A-B4D2-A87422E458D3}" presName="sibTrans" presStyleCnt="0"/>
      <dgm:spPr/>
    </dgm:pt>
    <dgm:pt modelId="{9F57A237-0E93-4837-8EE4-9CC954C1E63F}" type="pres">
      <dgm:prSet presAssocID="{1366E4AC-3A3A-4200-8A36-1304F8472F76}" presName="compNode" presStyleCnt="0"/>
      <dgm:spPr/>
    </dgm:pt>
    <dgm:pt modelId="{3EF79444-47EA-47DA-AE09-DD57D8E9623F}" type="pres">
      <dgm:prSet presAssocID="{1366E4AC-3A3A-4200-8A36-1304F8472F7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67CF3264-7F9F-46A0-BA56-4301BBD114DE}" type="pres">
      <dgm:prSet presAssocID="{1366E4AC-3A3A-4200-8A36-1304F8472F76}" presName="spaceRect" presStyleCnt="0"/>
      <dgm:spPr/>
    </dgm:pt>
    <dgm:pt modelId="{352143A5-8353-4652-BB68-409B3B0CE23D}" type="pres">
      <dgm:prSet presAssocID="{1366E4AC-3A3A-4200-8A36-1304F8472F76}" presName="textRect" presStyleLbl="revTx" presStyleIdx="2" presStyleCnt="5">
        <dgm:presLayoutVars>
          <dgm:chMax val="1"/>
          <dgm:chPref val="1"/>
        </dgm:presLayoutVars>
      </dgm:prSet>
      <dgm:spPr/>
    </dgm:pt>
    <dgm:pt modelId="{B99319D3-FFBB-4E6B-9631-1BFADF2DCE49}" type="pres">
      <dgm:prSet presAssocID="{32714EF9-D79C-42CE-8ABC-6056F365A420}" presName="sibTrans" presStyleCnt="0"/>
      <dgm:spPr/>
    </dgm:pt>
    <dgm:pt modelId="{275CE9D9-56E7-45BB-8CB2-86DBE006AAE2}" type="pres">
      <dgm:prSet presAssocID="{AE731D34-2FB4-4F2D-867D-ECFE465B2E2C}" presName="compNode" presStyleCnt="0"/>
      <dgm:spPr/>
    </dgm:pt>
    <dgm:pt modelId="{7FA499EB-A690-47AE-877C-1F6C506686C9}" type="pres">
      <dgm:prSet presAssocID="{AE731D34-2FB4-4F2D-867D-ECFE465B2E2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oignée de main"/>
        </a:ext>
      </dgm:extLst>
    </dgm:pt>
    <dgm:pt modelId="{775E2A32-8112-4E7E-88D7-F6D4DD2CF500}" type="pres">
      <dgm:prSet presAssocID="{AE731D34-2FB4-4F2D-867D-ECFE465B2E2C}" presName="spaceRect" presStyleCnt="0"/>
      <dgm:spPr/>
    </dgm:pt>
    <dgm:pt modelId="{0CE6B2CE-5C63-42C8-AB97-2BD91D6255CF}" type="pres">
      <dgm:prSet presAssocID="{AE731D34-2FB4-4F2D-867D-ECFE465B2E2C}" presName="textRect" presStyleLbl="revTx" presStyleIdx="3" presStyleCnt="5">
        <dgm:presLayoutVars>
          <dgm:chMax val="1"/>
          <dgm:chPref val="1"/>
        </dgm:presLayoutVars>
      </dgm:prSet>
      <dgm:spPr/>
    </dgm:pt>
    <dgm:pt modelId="{ED7622D9-2EAF-4205-A1AF-70E071E2B8F4}" type="pres">
      <dgm:prSet presAssocID="{903ABB12-44FB-448F-ABA0-BCF94FB3BC57}" presName="sibTrans" presStyleCnt="0"/>
      <dgm:spPr/>
    </dgm:pt>
    <dgm:pt modelId="{50A1885E-3C13-45BE-B168-AD130D266356}" type="pres">
      <dgm:prSet presAssocID="{BF6BD076-2E0C-42A4-B6FE-E7C7672D199B}" presName="compNode" presStyleCnt="0"/>
      <dgm:spPr/>
    </dgm:pt>
    <dgm:pt modelId="{96CFD845-DAFC-4FB3-BB8D-D7DDB2659D25}" type="pres">
      <dgm:prSet presAssocID="{BF6BD076-2E0C-42A4-B6FE-E7C7672D199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asse"/>
        </a:ext>
      </dgm:extLst>
    </dgm:pt>
    <dgm:pt modelId="{BD5FEB2A-F5FE-46A0-80FF-1DDAC9F8F940}" type="pres">
      <dgm:prSet presAssocID="{BF6BD076-2E0C-42A4-B6FE-E7C7672D199B}" presName="spaceRect" presStyleCnt="0"/>
      <dgm:spPr/>
    </dgm:pt>
    <dgm:pt modelId="{9847FA4E-43E5-4878-91F1-1A5FDF3FE69D}" type="pres">
      <dgm:prSet presAssocID="{BF6BD076-2E0C-42A4-B6FE-E7C7672D199B}" presName="textRect" presStyleLbl="revTx" presStyleIdx="4" presStyleCnt="5">
        <dgm:presLayoutVars>
          <dgm:chMax val="1"/>
          <dgm:chPref val="1"/>
        </dgm:presLayoutVars>
      </dgm:prSet>
      <dgm:spPr/>
    </dgm:pt>
  </dgm:ptLst>
  <dgm:cxnLst>
    <dgm:cxn modelId="{1E72CC03-E202-4E55-BC48-F2E1184646E0}" type="presOf" srcId="{BF6BD076-2E0C-42A4-B6FE-E7C7672D199B}" destId="{9847FA4E-43E5-4878-91F1-1A5FDF3FE69D}" srcOrd="0" destOrd="0" presId="urn:microsoft.com/office/officeart/2018/2/layout/IconLabelList"/>
    <dgm:cxn modelId="{994FA51E-F9AF-439D-8945-DE87DAA54F0D}" srcId="{90527C63-637A-47B6-9930-5B1ADF837775}" destId="{1366E4AC-3A3A-4200-8A36-1304F8472F76}" srcOrd="2" destOrd="0" parTransId="{60FC05CA-CF2E-4A9A-8CB5-E43356E57D1E}" sibTransId="{32714EF9-D79C-42CE-8ABC-6056F365A420}"/>
    <dgm:cxn modelId="{3302CB3D-B5A6-430D-AB45-CEAE0E46ACE6}" srcId="{90527C63-637A-47B6-9930-5B1ADF837775}" destId="{BF6BD076-2E0C-42A4-B6FE-E7C7672D199B}" srcOrd="4" destOrd="0" parTransId="{6C223CB5-8594-437C-9A0E-9D83EAF07F44}" sibTransId="{FC1D5E44-3463-48DF-BA62-0EA2F8E5A11A}"/>
    <dgm:cxn modelId="{C6DD3067-5C7B-4F32-9691-6494F58F54EC}" srcId="{90527C63-637A-47B6-9930-5B1ADF837775}" destId="{E8D4B822-EC9B-4AA8-9A41-BB029713E7EA}" srcOrd="1" destOrd="0" parTransId="{793A2D8B-482C-483C-8C97-2052FAFD3358}" sibTransId="{4076CB6E-E0FB-405A-B4D2-A87422E458D3}"/>
    <dgm:cxn modelId="{3D3C3548-5F8A-4946-845C-B796EAF912A6}" srcId="{90527C63-637A-47B6-9930-5B1ADF837775}" destId="{AE731D34-2FB4-4F2D-867D-ECFE465B2E2C}" srcOrd="3" destOrd="0" parTransId="{5D6EDA61-D412-4877-B487-DC0C4E8C9989}" sibTransId="{903ABB12-44FB-448F-ABA0-BCF94FB3BC57}"/>
    <dgm:cxn modelId="{F948D051-9399-41A8-BB4D-51C58760A0A6}" type="presOf" srcId="{3AC5D597-481A-4C98-A575-0F05414DA7C3}" destId="{C709DBD9-5D6D-4237-B6C8-B66DBCEBA4AF}" srcOrd="0" destOrd="0" presId="urn:microsoft.com/office/officeart/2018/2/layout/IconLabelList"/>
    <dgm:cxn modelId="{CA919C88-C0C1-4066-A3C3-8FE21A3C4E06}" type="presOf" srcId="{AE731D34-2FB4-4F2D-867D-ECFE465B2E2C}" destId="{0CE6B2CE-5C63-42C8-AB97-2BD91D6255CF}" srcOrd="0" destOrd="0" presId="urn:microsoft.com/office/officeart/2018/2/layout/IconLabelList"/>
    <dgm:cxn modelId="{EBCFAF88-0562-4BFF-9A01-45458BAA289B}" type="presOf" srcId="{E8D4B822-EC9B-4AA8-9A41-BB029713E7EA}" destId="{5C99234B-9CF4-4102-A132-90645053C218}" srcOrd="0" destOrd="0" presId="urn:microsoft.com/office/officeart/2018/2/layout/IconLabelList"/>
    <dgm:cxn modelId="{B6B5C3CD-A7ED-433A-9460-9BADFA174E20}" type="presOf" srcId="{90527C63-637A-47B6-9930-5B1ADF837775}" destId="{FDED81C0-AD38-4337-B50C-9B43E2A72CFE}" srcOrd="0" destOrd="0" presId="urn:microsoft.com/office/officeart/2018/2/layout/IconLabelList"/>
    <dgm:cxn modelId="{CF1649E2-6D7B-47EE-B1E6-276B951FC6DF}" srcId="{90527C63-637A-47B6-9930-5B1ADF837775}" destId="{3AC5D597-481A-4C98-A575-0F05414DA7C3}" srcOrd="0" destOrd="0" parTransId="{C20A4F57-6BC4-4A9D-BE4E-ADDEB8E25348}" sibTransId="{0E7221D1-324D-4FB6-B8B1-13F60970C3AE}"/>
    <dgm:cxn modelId="{4B83EFF6-F7DB-4F7D-BCB1-A2B03DFBE687}" type="presOf" srcId="{1366E4AC-3A3A-4200-8A36-1304F8472F76}" destId="{352143A5-8353-4652-BB68-409B3B0CE23D}" srcOrd="0" destOrd="0" presId="urn:microsoft.com/office/officeart/2018/2/layout/IconLabelList"/>
    <dgm:cxn modelId="{4E12E286-EDA6-4396-B501-092573E3095D}" type="presParOf" srcId="{FDED81C0-AD38-4337-B50C-9B43E2A72CFE}" destId="{D09DE903-2802-47E8-B021-68B5AB8FB992}" srcOrd="0" destOrd="0" presId="urn:microsoft.com/office/officeart/2018/2/layout/IconLabelList"/>
    <dgm:cxn modelId="{812C9EC2-8868-4B4B-9F69-05EE6154F9DA}" type="presParOf" srcId="{D09DE903-2802-47E8-B021-68B5AB8FB992}" destId="{C1AECE2B-2273-4143-8305-E4D351ED2994}" srcOrd="0" destOrd="0" presId="urn:microsoft.com/office/officeart/2018/2/layout/IconLabelList"/>
    <dgm:cxn modelId="{A632A178-BC92-4EDA-85E6-A288C7C19A14}" type="presParOf" srcId="{D09DE903-2802-47E8-B021-68B5AB8FB992}" destId="{7417F7C8-F1C9-413D-837E-C9A750559281}" srcOrd="1" destOrd="0" presId="urn:microsoft.com/office/officeart/2018/2/layout/IconLabelList"/>
    <dgm:cxn modelId="{D24F70A2-AB5A-481A-96DF-2DE8A1922073}" type="presParOf" srcId="{D09DE903-2802-47E8-B021-68B5AB8FB992}" destId="{C709DBD9-5D6D-4237-B6C8-B66DBCEBA4AF}" srcOrd="2" destOrd="0" presId="urn:microsoft.com/office/officeart/2018/2/layout/IconLabelList"/>
    <dgm:cxn modelId="{9E033598-BCB3-4481-9436-63A014F913C8}" type="presParOf" srcId="{FDED81C0-AD38-4337-B50C-9B43E2A72CFE}" destId="{A31DB54D-75AD-4E91-B81D-B3F2A5532A3E}" srcOrd="1" destOrd="0" presId="urn:microsoft.com/office/officeart/2018/2/layout/IconLabelList"/>
    <dgm:cxn modelId="{ED7C82A4-1F0B-4987-9D94-A16E08D956CB}" type="presParOf" srcId="{FDED81C0-AD38-4337-B50C-9B43E2A72CFE}" destId="{A1918E05-B36E-45E8-9FFA-A4C8F0DD43EB}" srcOrd="2" destOrd="0" presId="urn:microsoft.com/office/officeart/2018/2/layout/IconLabelList"/>
    <dgm:cxn modelId="{1EC3F6CC-18D9-473F-98F3-5F0F49CFADEE}" type="presParOf" srcId="{A1918E05-B36E-45E8-9FFA-A4C8F0DD43EB}" destId="{EDD65A80-8423-4DF1-8E79-6EDF70057F8A}" srcOrd="0" destOrd="0" presId="urn:microsoft.com/office/officeart/2018/2/layout/IconLabelList"/>
    <dgm:cxn modelId="{5DD63E66-638F-49CA-AA3E-7CF22FA00E7D}" type="presParOf" srcId="{A1918E05-B36E-45E8-9FFA-A4C8F0DD43EB}" destId="{953522F8-31EE-40F1-A4C8-538EF10DB982}" srcOrd="1" destOrd="0" presId="urn:microsoft.com/office/officeart/2018/2/layout/IconLabelList"/>
    <dgm:cxn modelId="{9F41194A-6B01-4B96-A969-8D718EE463DE}" type="presParOf" srcId="{A1918E05-B36E-45E8-9FFA-A4C8F0DD43EB}" destId="{5C99234B-9CF4-4102-A132-90645053C218}" srcOrd="2" destOrd="0" presId="urn:microsoft.com/office/officeart/2018/2/layout/IconLabelList"/>
    <dgm:cxn modelId="{4A5F1C5C-9EED-4896-85F2-B962698BB30B}" type="presParOf" srcId="{FDED81C0-AD38-4337-B50C-9B43E2A72CFE}" destId="{6EDB8033-8BDF-4E6D-BA13-57E36D75502C}" srcOrd="3" destOrd="0" presId="urn:microsoft.com/office/officeart/2018/2/layout/IconLabelList"/>
    <dgm:cxn modelId="{E5C34A34-3D59-4329-9347-7E5F03EDFF17}" type="presParOf" srcId="{FDED81C0-AD38-4337-B50C-9B43E2A72CFE}" destId="{9F57A237-0E93-4837-8EE4-9CC954C1E63F}" srcOrd="4" destOrd="0" presId="urn:microsoft.com/office/officeart/2018/2/layout/IconLabelList"/>
    <dgm:cxn modelId="{FD94378F-1984-4D71-A93D-964EEF6C74DF}" type="presParOf" srcId="{9F57A237-0E93-4837-8EE4-9CC954C1E63F}" destId="{3EF79444-47EA-47DA-AE09-DD57D8E9623F}" srcOrd="0" destOrd="0" presId="urn:microsoft.com/office/officeart/2018/2/layout/IconLabelList"/>
    <dgm:cxn modelId="{C99699EB-D7B8-4EDB-AFE9-3CC5964AE654}" type="presParOf" srcId="{9F57A237-0E93-4837-8EE4-9CC954C1E63F}" destId="{67CF3264-7F9F-46A0-BA56-4301BBD114DE}" srcOrd="1" destOrd="0" presId="urn:microsoft.com/office/officeart/2018/2/layout/IconLabelList"/>
    <dgm:cxn modelId="{45617A68-B053-4EEE-B274-B4E8A33857C4}" type="presParOf" srcId="{9F57A237-0E93-4837-8EE4-9CC954C1E63F}" destId="{352143A5-8353-4652-BB68-409B3B0CE23D}" srcOrd="2" destOrd="0" presId="urn:microsoft.com/office/officeart/2018/2/layout/IconLabelList"/>
    <dgm:cxn modelId="{E6250374-368C-44A5-A961-633E68CCAC4D}" type="presParOf" srcId="{FDED81C0-AD38-4337-B50C-9B43E2A72CFE}" destId="{B99319D3-FFBB-4E6B-9631-1BFADF2DCE49}" srcOrd="5" destOrd="0" presId="urn:microsoft.com/office/officeart/2018/2/layout/IconLabelList"/>
    <dgm:cxn modelId="{4877AC67-4644-4844-86F8-3FD973381A69}" type="presParOf" srcId="{FDED81C0-AD38-4337-B50C-9B43E2A72CFE}" destId="{275CE9D9-56E7-45BB-8CB2-86DBE006AAE2}" srcOrd="6" destOrd="0" presId="urn:microsoft.com/office/officeart/2018/2/layout/IconLabelList"/>
    <dgm:cxn modelId="{6393135E-1A98-4D33-B3AB-502F46F5759A}" type="presParOf" srcId="{275CE9D9-56E7-45BB-8CB2-86DBE006AAE2}" destId="{7FA499EB-A690-47AE-877C-1F6C506686C9}" srcOrd="0" destOrd="0" presId="urn:microsoft.com/office/officeart/2018/2/layout/IconLabelList"/>
    <dgm:cxn modelId="{DD59259D-DF12-4F99-9E8D-B628FBA10066}" type="presParOf" srcId="{275CE9D9-56E7-45BB-8CB2-86DBE006AAE2}" destId="{775E2A32-8112-4E7E-88D7-F6D4DD2CF500}" srcOrd="1" destOrd="0" presId="urn:microsoft.com/office/officeart/2018/2/layout/IconLabelList"/>
    <dgm:cxn modelId="{BAF1B56F-4C5E-4C99-9A96-37BD919910B3}" type="presParOf" srcId="{275CE9D9-56E7-45BB-8CB2-86DBE006AAE2}" destId="{0CE6B2CE-5C63-42C8-AB97-2BD91D6255CF}" srcOrd="2" destOrd="0" presId="urn:microsoft.com/office/officeart/2018/2/layout/IconLabelList"/>
    <dgm:cxn modelId="{B371D448-7BBC-4EA4-BA4A-1E9E54DEFA9E}" type="presParOf" srcId="{FDED81C0-AD38-4337-B50C-9B43E2A72CFE}" destId="{ED7622D9-2EAF-4205-A1AF-70E071E2B8F4}" srcOrd="7" destOrd="0" presId="urn:microsoft.com/office/officeart/2018/2/layout/IconLabelList"/>
    <dgm:cxn modelId="{6301BB57-60DE-45DE-909B-748E922FFDBB}" type="presParOf" srcId="{FDED81C0-AD38-4337-B50C-9B43E2A72CFE}" destId="{50A1885E-3C13-45BE-B168-AD130D266356}" srcOrd="8" destOrd="0" presId="urn:microsoft.com/office/officeart/2018/2/layout/IconLabelList"/>
    <dgm:cxn modelId="{617FAB38-0B16-43EE-A42A-F158995701FD}" type="presParOf" srcId="{50A1885E-3C13-45BE-B168-AD130D266356}" destId="{96CFD845-DAFC-4FB3-BB8D-D7DDB2659D25}" srcOrd="0" destOrd="0" presId="urn:microsoft.com/office/officeart/2018/2/layout/IconLabelList"/>
    <dgm:cxn modelId="{C10A5DC7-532C-4935-98FB-180B8BD40B17}" type="presParOf" srcId="{50A1885E-3C13-45BE-B168-AD130D266356}" destId="{BD5FEB2A-F5FE-46A0-80FF-1DDAC9F8F940}" srcOrd="1" destOrd="0" presId="urn:microsoft.com/office/officeart/2018/2/layout/IconLabelList"/>
    <dgm:cxn modelId="{2AA4D504-F135-4D6C-9C66-65AB0FFB2FCF}" type="presParOf" srcId="{50A1885E-3C13-45BE-B168-AD130D266356}" destId="{9847FA4E-43E5-4878-91F1-1A5FDF3FE69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51726A-FF3F-419E-9A3E-CE140793AAC0}"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82D9FC36-07CB-46D0-BE4A-47A85B456B54}">
      <dgm:prSet/>
      <dgm:spPr/>
      <dgm:t>
        <a:bodyPr/>
        <a:lstStyle/>
        <a:p>
          <a:r>
            <a:rPr lang="fr-FR" dirty="0" err="1"/>
            <a:t>Early</a:t>
          </a:r>
          <a:r>
            <a:rPr lang="fr-FR" dirty="0"/>
            <a:t> fusion</a:t>
          </a:r>
          <a:endParaRPr lang="en-US" dirty="0"/>
        </a:p>
      </dgm:t>
    </dgm:pt>
    <dgm:pt modelId="{B8613EC4-33D8-4EE9-8174-B0FC23AED90C}" type="parTrans" cxnId="{168957A4-4E5C-49C0-9B38-2BC44BC30F92}">
      <dgm:prSet/>
      <dgm:spPr/>
      <dgm:t>
        <a:bodyPr/>
        <a:lstStyle/>
        <a:p>
          <a:endParaRPr lang="en-US"/>
        </a:p>
      </dgm:t>
    </dgm:pt>
    <dgm:pt modelId="{45554102-6225-4A5A-90EE-C76533E13D70}" type="sibTrans" cxnId="{168957A4-4E5C-49C0-9B38-2BC44BC30F92}">
      <dgm:prSet/>
      <dgm:spPr/>
      <dgm:t>
        <a:bodyPr/>
        <a:lstStyle/>
        <a:p>
          <a:endParaRPr lang="en-US"/>
        </a:p>
      </dgm:t>
    </dgm:pt>
    <dgm:pt modelId="{84969002-9A31-4375-8385-AF986C5D94C6}">
      <dgm:prSet/>
      <dgm:spPr/>
      <dgm:t>
        <a:bodyPr/>
        <a:lstStyle/>
        <a:p>
          <a:r>
            <a:rPr lang="fr-FR"/>
            <a:t>Deep fusion</a:t>
          </a:r>
          <a:endParaRPr lang="en-US"/>
        </a:p>
      </dgm:t>
    </dgm:pt>
    <dgm:pt modelId="{DFDB667E-59F4-483C-9B0E-550B2CA94D10}" type="parTrans" cxnId="{A8EA95DD-0795-4F6D-9E76-3A00A24C44D6}">
      <dgm:prSet/>
      <dgm:spPr/>
      <dgm:t>
        <a:bodyPr/>
        <a:lstStyle/>
        <a:p>
          <a:endParaRPr lang="en-US"/>
        </a:p>
      </dgm:t>
    </dgm:pt>
    <dgm:pt modelId="{159DE00C-DF93-4DB1-A9C2-40A3C73A5A56}" type="sibTrans" cxnId="{A8EA95DD-0795-4F6D-9E76-3A00A24C44D6}">
      <dgm:prSet/>
      <dgm:spPr/>
      <dgm:t>
        <a:bodyPr/>
        <a:lstStyle/>
        <a:p>
          <a:endParaRPr lang="en-US"/>
        </a:p>
      </dgm:t>
    </dgm:pt>
    <dgm:pt modelId="{68E3D228-412F-4E8B-913F-0DCFC5CB2D3F}">
      <dgm:prSet/>
      <dgm:spPr/>
      <dgm:t>
        <a:bodyPr/>
        <a:lstStyle/>
        <a:p>
          <a:r>
            <a:rPr lang="fr-FR" dirty="0" err="1"/>
            <a:t>Late</a:t>
          </a:r>
          <a:r>
            <a:rPr lang="fr-FR" dirty="0"/>
            <a:t> fusion</a:t>
          </a:r>
          <a:endParaRPr lang="en-US" dirty="0"/>
        </a:p>
      </dgm:t>
    </dgm:pt>
    <dgm:pt modelId="{156096D1-C6F4-4CDC-920D-4B9967DB5AB5}" type="parTrans" cxnId="{6BB0F3AF-D272-4C64-BE93-D07D2D61C789}">
      <dgm:prSet/>
      <dgm:spPr/>
      <dgm:t>
        <a:bodyPr/>
        <a:lstStyle/>
        <a:p>
          <a:endParaRPr lang="en-US"/>
        </a:p>
      </dgm:t>
    </dgm:pt>
    <dgm:pt modelId="{547E8BE8-337B-4D01-AFEC-02AF3AAEF94E}" type="sibTrans" cxnId="{6BB0F3AF-D272-4C64-BE93-D07D2D61C789}">
      <dgm:prSet/>
      <dgm:spPr/>
      <dgm:t>
        <a:bodyPr/>
        <a:lstStyle/>
        <a:p>
          <a:endParaRPr lang="en-US"/>
        </a:p>
      </dgm:t>
    </dgm:pt>
    <dgm:pt modelId="{A1F02760-E29F-48FC-99F8-5B9A5D8D1903}">
      <dgm:prSet/>
      <dgm:spPr/>
      <dgm:t>
        <a:bodyPr/>
        <a:lstStyle/>
        <a:p>
          <a:r>
            <a:rPr lang="fr-FR"/>
            <a:t>Hybrid fusion </a:t>
          </a:r>
          <a:endParaRPr lang="en-US"/>
        </a:p>
      </dgm:t>
    </dgm:pt>
    <dgm:pt modelId="{D9D37E8E-6657-4129-80F7-A13CA553BE5E}" type="parTrans" cxnId="{65825B8C-226E-434B-B363-A4038A5488DA}">
      <dgm:prSet/>
      <dgm:spPr/>
      <dgm:t>
        <a:bodyPr/>
        <a:lstStyle/>
        <a:p>
          <a:endParaRPr lang="en-US"/>
        </a:p>
      </dgm:t>
    </dgm:pt>
    <dgm:pt modelId="{DFE4193E-75BF-4E03-8650-65814CCEE3B0}" type="sibTrans" cxnId="{65825B8C-226E-434B-B363-A4038A5488DA}">
      <dgm:prSet/>
      <dgm:spPr/>
      <dgm:t>
        <a:bodyPr/>
        <a:lstStyle/>
        <a:p>
          <a:endParaRPr lang="en-US"/>
        </a:p>
      </dgm:t>
    </dgm:pt>
    <dgm:pt modelId="{37CC7249-069B-428A-826F-345CA149D792}" type="pres">
      <dgm:prSet presAssocID="{8951726A-FF3F-419E-9A3E-CE140793AAC0}" presName="hierChild1" presStyleCnt="0">
        <dgm:presLayoutVars>
          <dgm:chPref val="1"/>
          <dgm:dir/>
          <dgm:animOne val="branch"/>
          <dgm:animLvl val="lvl"/>
          <dgm:resizeHandles/>
        </dgm:presLayoutVars>
      </dgm:prSet>
      <dgm:spPr/>
    </dgm:pt>
    <dgm:pt modelId="{9F5FEE07-4748-4C0A-A6AA-70B121667880}" type="pres">
      <dgm:prSet presAssocID="{82D9FC36-07CB-46D0-BE4A-47A85B456B54}" presName="hierRoot1" presStyleCnt="0"/>
      <dgm:spPr/>
    </dgm:pt>
    <dgm:pt modelId="{43F08F3E-4D65-4D4B-B9DE-6586E8C56AE5}" type="pres">
      <dgm:prSet presAssocID="{82D9FC36-07CB-46D0-BE4A-47A85B456B54}" presName="composite" presStyleCnt="0"/>
      <dgm:spPr/>
    </dgm:pt>
    <dgm:pt modelId="{804B9820-C6E7-40C3-A8A9-4077E82E1BE3}" type="pres">
      <dgm:prSet presAssocID="{82D9FC36-07CB-46D0-BE4A-47A85B456B54}" presName="background" presStyleLbl="node0" presStyleIdx="0" presStyleCnt="4"/>
      <dgm:spPr/>
    </dgm:pt>
    <dgm:pt modelId="{CF909D03-147D-4B99-A308-985C86BA825E}" type="pres">
      <dgm:prSet presAssocID="{82D9FC36-07CB-46D0-BE4A-47A85B456B54}" presName="text" presStyleLbl="fgAcc0" presStyleIdx="0" presStyleCnt="4">
        <dgm:presLayoutVars>
          <dgm:chPref val="3"/>
        </dgm:presLayoutVars>
      </dgm:prSet>
      <dgm:spPr/>
    </dgm:pt>
    <dgm:pt modelId="{02430493-D60C-44CA-BEB9-6DBBF3CAB397}" type="pres">
      <dgm:prSet presAssocID="{82D9FC36-07CB-46D0-BE4A-47A85B456B54}" presName="hierChild2" presStyleCnt="0"/>
      <dgm:spPr/>
    </dgm:pt>
    <dgm:pt modelId="{D401358E-3876-48B7-BD4D-96BECD25D888}" type="pres">
      <dgm:prSet presAssocID="{84969002-9A31-4375-8385-AF986C5D94C6}" presName="hierRoot1" presStyleCnt="0"/>
      <dgm:spPr/>
    </dgm:pt>
    <dgm:pt modelId="{0FE25ED0-5EC9-4EA8-9157-1F133C31D004}" type="pres">
      <dgm:prSet presAssocID="{84969002-9A31-4375-8385-AF986C5D94C6}" presName="composite" presStyleCnt="0"/>
      <dgm:spPr/>
    </dgm:pt>
    <dgm:pt modelId="{6E200CAE-02F4-435A-9F5F-8DF8FDD57B96}" type="pres">
      <dgm:prSet presAssocID="{84969002-9A31-4375-8385-AF986C5D94C6}" presName="background" presStyleLbl="node0" presStyleIdx="1" presStyleCnt="4"/>
      <dgm:spPr/>
    </dgm:pt>
    <dgm:pt modelId="{4E73F807-594E-445B-A3C2-798643BA863A}" type="pres">
      <dgm:prSet presAssocID="{84969002-9A31-4375-8385-AF986C5D94C6}" presName="text" presStyleLbl="fgAcc0" presStyleIdx="1" presStyleCnt="4">
        <dgm:presLayoutVars>
          <dgm:chPref val="3"/>
        </dgm:presLayoutVars>
      </dgm:prSet>
      <dgm:spPr/>
    </dgm:pt>
    <dgm:pt modelId="{5395F02F-1DFF-448D-B092-18A1E8F41156}" type="pres">
      <dgm:prSet presAssocID="{84969002-9A31-4375-8385-AF986C5D94C6}" presName="hierChild2" presStyleCnt="0"/>
      <dgm:spPr/>
    </dgm:pt>
    <dgm:pt modelId="{7500DB02-92ED-4D54-99D3-3DDD8A8D455A}" type="pres">
      <dgm:prSet presAssocID="{68E3D228-412F-4E8B-913F-0DCFC5CB2D3F}" presName="hierRoot1" presStyleCnt="0"/>
      <dgm:spPr/>
    </dgm:pt>
    <dgm:pt modelId="{1A481D06-7AD5-47E1-9C01-4E69BB071E0D}" type="pres">
      <dgm:prSet presAssocID="{68E3D228-412F-4E8B-913F-0DCFC5CB2D3F}" presName="composite" presStyleCnt="0"/>
      <dgm:spPr/>
    </dgm:pt>
    <dgm:pt modelId="{D7478AB1-966C-4088-8B4A-DB1B22BAD9AA}" type="pres">
      <dgm:prSet presAssocID="{68E3D228-412F-4E8B-913F-0DCFC5CB2D3F}" presName="background" presStyleLbl="node0" presStyleIdx="2" presStyleCnt="4"/>
      <dgm:spPr/>
    </dgm:pt>
    <dgm:pt modelId="{4401BF02-69BF-48E1-A46E-6A96A31B9220}" type="pres">
      <dgm:prSet presAssocID="{68E3D228-412F-4E8B-913F-0DCFC5CB2D3F}" presName="text" presStyleLbl="fgAcc0" presStyleIdx="2" presStyleCnt="4">
        <dgm:presLayoutVars>
          <dgm:chPref val="3"/>
        </dgm:presLayoutVars>
      </dgm:prSet>
      <dgm:spPr/>
    </dgm:pt>
    <dgm:pt modelId="{ED372F10-22DD-4A47-8B92-3E7FE41C5B63}" type="pres">
      <dgm:prSet presAssocID="{68E3D228-412F-4E8B-913F-0DCFC5CB2D3F}" presName="hierChild2" presStyleCnt="0"/>
      <dgm:spPr/>
    </dgm:pt>
    <dgm:pt modelId="{215F4B01-CE58-4182-9F3D-866AB44B7594}" type="pres">
      <dgm:prSet presAssocID="{A1F02760-E29F-48FC-99F8-5B9A5D8D1903}" presName="hierRoot1" presStyleCnt="0"/>
      <dgm:spPr/>
    </dgm:pt>
    <dgm:pt modelId="{E4A31AA2-1C74-424E-B98E-81C89EF3BDAE}" type="pres">
      <dgm:prSet presAssocID="{A1F02760-E29F-48FC-99F8-5B9A5D8D1903}" presName="composite" presStyleCnt="0"/>
      <dgm:spPr/>
    </dgm:pt>
    <dgm:pt modelId="{33D76180-5F3B-41E8-83B5-CC336F994BA3}" type="pres">
      <dgm:prSet presAssocID="{A1F02760-E29F-48FC-99F8-5B9A5D8D1903}" presName="background" presStyleLbl="node0" presStyleIdx="3" presStyleCnt="4"/>
      <dgm:spPr/>
    </dgm:pt>
    <dgm:pt modelId="{63FE338A-937A-4BAD-8783-FA5A337BD25A}" type="pres">
      <dgm:prSet presAssocID="{A1F02760-E29F-48FC-99F8-5B9A5D8D1903}" presName="text" presStyleLbl="fgAcc0" presStyleIdx="3" presStyleCnt="4">
        <dgm:presLayoutVars>
          <dgm:chPref val="3"/>
        </dgm:presLayoutVars>
      </dgm:prSet>
      <dgm:spPr/>
    </dgm:pt>
    <dgm:pt modelId="{E114AF18-A972-4534-97EA-7D3C05BB1ACF}" type="pres">
      <dgm:prSet presAssocID="{A1F02760-E29F-48FC-99F8-5B9A5D8D1903}" presName="hierChild2" presStyleCnt="0"/>
      <dgm:spPr/>
    </dgm:pt>
  </dgm:ptLst>
  <dgm:cxnLst>
    <dgm:cxn modelId="{65825B8C-226E-434B-B363-A4038A5488DA}" srcId="{8951726A-FF3F-419E-9A3E-CE140793AAC0}" destId="{A1F02760-E29F-48FC-99F8-5B9A5D8D1903}" srcOrd="3" destOrd="0" parTransId="{D9D37E8E-6657-4129-80F7-A13CA553BE5E}" sibTransId="{DFE4193E-75BF-4E03-8650-65814CCEE3B0}"/>
    <dgm:cxn modelId="{168957A4-4E5C-49C0-9B38-2BC44BC30F92}" srcId="{8951726A-FF3F-419E-9A3E-CE140793AAC0}" destId="{82D9FC36-07CB-46D0-BE4A-47A85B456B54}" srcOrd="0" destOrd="0" parTransId="{B8613EC4-33D8-4EE9-8174-B0FC23AED90C}" sibTransId="{45554102-6225-4A5A-90EE-C76533E13D70}"/>
    <dgm:cxn modelId="{6BB0F3AF-D272-4C64-BE93-D07D2D61C789}" srcId="{8951726A-FF3F-419E-9A3E-CE140793AAC0}" destId="{68E3D228-412F-4E8B-913F-0DCFC5CB2D3F}" srcOrd="2" destOrd="0" parTransId="{156096D1-C6F4-4CDC-920D-4B9967DB5AB5}" sibTransId="{547E8BE8-337B-4D01-AFEC-02AF3AAEF94E}"/>
    <dgm:cxn modelId="{10AD35BE-4C0F-4B5C-B157-DFD6C5467775}" type="presOf" srcId="{8951726A-FF3F-419E-9A3E-CE140793AAC0}" destId="{37CC7249-069B-428A-826F-345CA149D792}" srcOrd="0" destOrd="0" presId="urn:microsoft.com/office/officeart/2005/8/layout/hierarchy1"/>
    <dgm:cxn modelId="{5B37F6C4-4F9D-4AC1-BED4-A51D8BE7F081}" type="presOf" srcId="{84969002-9A31-4375-8385-AF986C5D94C6}" destId="{4E73F807-594E-445B-A3C2-798643BA863A}" srcOrd="0" destOrd="0" presId="urn:microsoft.com/office/officeart/2005/8/layout/hierarchy1"/>
    <dgm:cxn modelId="{A8EA95DD-0795-4F6D-9E76-3A00A24C44D6}" srcId="{8951726A-FF3F-419E-9A3E-CE140793AAC0}" destId="{84969002-9A31-4375-8385-AF986C5D94C6}" srcOrd="1" destOrd="0" parTransId="{DFDB667E-59F4-483C-9B0E-550B2CA94D10}" sibTransId="{159DE00C-DF93-4DB1-A9C2-40A3C73A5A56}"/>
    <dgm:cxn modelId="{C8B0D5E4-D7B6-43E3-A082-4C99057BAA89}" type="presOf" srcId="{A1F02760-E29F-48FC-99F8-5B9A5D8D1903}" destId="{63FE338A-937A-4BAD-8783-FA5A337BD25A}" srcOrd="0" destOrd="0" presId="urn:microsoft.com/office/officeart/2005/8/layout/hierarchy1"/>
    <dgm:cxn modelId="{E77BBDE9-A838-4393-BFB9-6B0B7AB38161}" type="presOf" srcId="{68E3D228-412F-4E8B-913F-0DCFC5CB2D3F}" destId="{4401BF02-69BF-48E1-A46E-6A96A31B9220}" srcOrd="0" destOrd="0" presId="urn:microsoft.com/office/officeart/2005/8/layout/hierarchy1"/>
    <dgm:cxn modelId="{CDB41FF3-2573-4B92-B2EE-6739DCB3C029}" type="presOf" srcId="{82D9FC36-07CB-46D0-BE4A-47A85B456B54}" destId="{CF909D03-147D-4B99-A308-985C86BA825E}" srcOrd="0" destOrd="0" presId="urn:microsoft.com/office/officeart/2005/8/layout/hierarchy1"/>
    <dgm:cxn modelId="{AFFC4C48-E384-418B-B0AB-02EEE41F9194}" type="presParOf" srcId="{37CC7249-069B-428A-826F-345CA149D792}" destId="{9F5FEE07-4748-4C0A-A6AA-70B121667880}" srcOrd="0" destOrd="0" presId="urn:microsoft.com/office/officeart/2005/8/layout/hierarchy1"/>
    <dgm:cxn modelId="{579CBB1D-81A4-4A5B-9F75-C6BB48103846}" type="presParOf" srcId="{9F5FEE07-4748-4C0A-A6AA-70B121667880}" destId="{43F08F3E-4D65-4D4B-B9DE-6586E8C56AE5}" srcOrd="0" destOrd="0" presId="urn:microsoft.com/office/officeart/2005/8/layout/hierarchy1"/>
    <dgm:cxn modelId="{A37A948C-5F18-48D7-90FC-47510A48BA87}" type="presParOf" srcId="{43F08F3E-4D65-4D4B-B9DE-6586E8C56AE5}" destId="{804B9820-C6E7-40C3-A8A9-4077E82E1BE3}" srcOrd="0" destOrd="0" presId="urn:microsoft.com/office/officeart/2005/8/layout/hierarchy1"/>
    <dgm:cxn modelId="{D6AF6F74-BF6E-4289-8550-2A3007A84A89}" type="presParOf" srcId="{43F08F3E-4D65-4D4B-B9DE-6586E8C56AE5}" destId="{CF909D03-147D-4B99-A308-985C86BA825E}" srcOrd="1" destOrd="0" presId="urn:microsoft.com/office/officeart/2005/8/layout/hierarchy1"/>
    <dgm:cxn modelId="{422122D5-EC0C-4676-AC84-2F8E37761AA7}" type="presParOf" srcId="{9F5FEE07-4748-4C0A-A6AA-70B121667880}" destId="{02430493-D60C-44CA-BEB9-6DBBF3CAB397}" srcOrd="1" destOrd="0" presId="urn:microsoft.com/office/officeart/2005/8/layout/hierarchy1"/>
    <dgm:cxn modelId="{BE7C6D43-843F-4687-AC0F-D5E06C9F2205}" type="presParOf" srcId="{37CC7249-069B-428A-826F-345CA149D792}" destId="{D401358E-3876-48B7-BD4D-96BECD25D888}" srcOrd="1" destOrd="0" presId="urn:microsoft.com/office/officeart/2005/8/layout/hierarchy1"/>
    <dgm:cxn modelId="{25F0A421-4503-4850-851A-80FE714C16D9}" type="presParOf" srcId="{D401358E-3876-48B7-BD4D-96BECD25D888}" destId="{0FE25ED0-5EC9-4EA8-9157-1F133C31D004}" srcOrd="0" destOrd="0" presId="urn:microsoft.com/office/officeart/2005/8/layout/hierarchy1"/>
    <dgm:cxn modelId="{F1A7C9D9-5F11-4D2B-B3F7-81955E75EEC1}" type="presParOf" srcId="{0FE25ED0-5EC9-4EA8-9157-1F133C31D004}" destId="{6E200CAE-02F4-435A-9F5F-8DF8FDD57B96}" srcOrd="0" destOrd="0" presId="urn:microsoft.com/office/officeart/2005/8/layout/hierarchy1"/>
    <dgm:cxn modelId="{5A571135-4B50-4B3A-A40D-AD5660E8D559}" type="presParOf" srcId="{0FE25ED0-5EC9-4EA8-9157-1F133C31D004}" destId="{4E73F807-594E-445B-A3C2-798643BA863A}" srcOrd="1" destOrd="0" presId="urn:microsoft.com/office/officeart/2005/8/layout/hierarchy1"/>
    <dgm:cxn modelId="{CA35A68F-9FD7-462D-8426-65BBDA1DB925}" type="presParOf" srcId="{D401358E-3876-48B7-BD4D-96BECD25D888}" destId="{5395F02F-1DFF-448D-B092-18A1E8F41156}" srcOrd="1" destOrd="0" presId="urn:microsoft.com/office/officeart/2005/8/layout/hierarchy1"/>
    <dgm:cxn modelId="{9721E189-050F-4CF1-97CB-865713DA5C69}" type="presParOf" srcId="{37CC7249-069B-428A-826F-345CA149D792}" destId="{7500DB02-92ED-4D54-99D3-3DDD8A8D455A}" srcOrd="2" destOrd="0" presId="urn:microsoft.com/office/officeart/2005/8/layout/hierarchy1"/>
    <dgm:cxn modelId="{F4BDBFCB-663E-4A34-81F9-DF5C4605DED0}" type="presParOf" srcId="{7500DB02-92ED-4D54-99D3-3DDD8A8D455A}" destId="{1A481D06-7AD5-47E1-9C01-4E69BB071E0D}" srcOrd="0" destOrd="0" presId="urn:microsoft.com/office/officeart/2005/8/layout/hierarchy1"/>
    <dgm:cxn modelId="{DB54408E-063F-4F10-A98B-0BA1AFF8FADA}" type="presParOf" srcId="{1A481D06-7AD5-47E1-9C01-4E69BB071E0D}" destId="{D7478AB1-966C-4088-8B4A-DB1B22BAD9AA}" srcOrd="0" destOrd="0" presId="urn:microsoft.com/office/officeart/2005/8/layout/hierarchy1"/>
    <dgm:cxn modelId="{6B5EC75B-719D-467B-898B-8EABAF8BC85B}" type="presParOf" srcId="{1A481D06-7AD5-47E1-9C01-4E69BB071E0D}" destId="{4401BF02-69BF-48E1-A46E-6A96A31B9220}" srcOrd="1" destOrd="0" presId="urn:microsoft.com/office/officeart/2005/8/layout/hierarchy1"/>
    <dgm:cxn modelId="{BD19CCB9-CCC4-45DE-BA90-06CFFD1F86BC}" type="presParOf" srcId="{7500DB02-92ED-4D54-99D3-3DDD8A8D455A}" destId="{ED372F10-22DD-4A47-8B92-3E7FE41C5B63}" srcOrd="1" destOrd="0" presId="urn:microsoft.com/office/officeart/2005/8/layout/hierarchy1"/>
    <dgm:cxn modelId="{C208EA98-2B0B-4CD2-B3A3-CAD439CD298C}" type="presParOf" srcId="{37CC7249-069B-428A-826F-345CA149D792}" destId="{215F4B01-CE58-4182-9F3D-866AB44B7594}" srcOrd="3" destOrd="0" presId="urn:microsoft.com/office/officeart/2005/8/layout/hierarchy1"/>
    <dgm:cxn modelId="{E2F26EC5-9D0C-413B-9D40-224B098FCF58}" type="presParOf" srcId="{215F4B01-CE58-4182-9F3D-866AB44B7594}" destId="{E4A31AA2-1C74-424E-B98E-81C89EF3BDAE}" srcOrd="0" destOrd="0" presId="urn:microsoft.com/office/officeart/2005/8/layout/hierarchy1"/>
    <dgm:cxn modelId="{B4574E7E-D96A-4CFA-B0FD-998D25D23A24}" type="presParOf" srcId="{E4A31AA2-1C74-424E-B98E-81C89EF3BDAE}" destId="{33D76180-5F3B-41E8-83B5-CC336F994BA3}" srcOrd="0" destOrd="0" presId="urn:microsoft.com/office/officeart/2005/8/layout/hierarchy1"/>
    <dgm:cxn modelId="{14DAFF4A-9F76-4BB9-8088-CC224B4D9A68}" type="presParOf" srcId="{E4A31AA2-1C74-424E-B98E-81C89EF3BDAE}" destId="{63FE338A-937A-4BAD-8783-FA5A337BD25A}" srcOrd="1" destOrd="0" presId="urn:microsoft.com/office/officeart/2005/8/layout/hierarchy1"/>
    <dgm:cxn modelId="{4B767AAC-199E-42BE-AEC5-466B0D0E1894}" type="presParOf" srcId="{215F4B01-CE58-4182-9F3D-866AB44B7594}" destId="{E114AF18-A972-4534-97EA-7D3C05BB1AC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3F4AE40-3F90-4F8D-8D11-00CA108039E5}"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1CC33D17-86EB-4EC3-93C1-D0AA042FDFFF}">
      <dgm:prSet/>
      <dgm:spPr/>
      <dgm:t>
        <a:bodyPr/>
        <a:lstStyle/>
        <a:p>
          <a:r>
            <a:rPr lang="fr-FR" dirty="0"/>
            <a:t>Data </a:t>
          </a:r>
          <a:r>
            <a:rPr lang="fr-FR" dirty="0" err="1"/>
            <a:t>Representation</a:t>
          </a:r>
          <a:endParaRPr lang="en-US" dirty="0"/>
        </a:p>
      </dgm:t>
    </dgm:pt>
    <dgm:pt modelId="{A910E5E0-CD8B-4827-9145-31C487EB93ED}" type="parTrans" cxnId="{4E00CC07-D55D-4D8F-8365-BD49793A4001}">
      <dgm:prSet/>
      <dgm:spPr/>
      <dgm:t>
        <a:bodyPr/>
        <a:lstStyle/>
        <a:p>
          <a:endParaRPr lang="en-US"/>
        </a:p>
      </dgm:t>
    </dgm:pt>
    <dgm:pt modelId="{6A537D4D-D99E-4DF8-8FE8-28795F802728}" type="sibTrans" cxnId="{4E00CC07-D55D-4D8F-8365-BD49793A4001}">
      <dgm:prSet/>
      <dgm:spPr/>
      <dgm:t>
        <a:bodyPr/>
        <a:lstStyle/>
        <a:p>
          <a:endParaRPr lang="en-US"/>
        </a:p>
      </dgm:t>
    </dgm:pt>
    <dgm:pt modelId="{C8358AFC-3E02-4C33-A361-AC9F554C40D2}">
      <dgm:prSet/>
      <dgm:spPr/>
      <dgm:t>
        <a:bodyPr/>
        <a:lstStyle/>
        <a:p>
          <a:r>
            <a:rPr lang="fr-FR" dirty="0"/>
            <a:t>Data Translation</a:t>
          </a:r>
          <a:endParaRPr lang="en-US" dirty="0"/>
        </a:p>
      </dgm:t>
    </dgm:pt>
    <dgm:pt modelId="{F23B8FC8-2B48-46C6-AC47-DE503E8D9F98}" type="parTrans" cxnId="{924C9F50-B48D-4C98-B48C-4B164A68568B}">
      <dgm:prSet/>
      <dgm:spPr/>
      <dgm:t>
        <a:bodyPr/>
        <a:lstStyle/>
        <a:p>
          <a:endParaRPr lang="en-US"/>
        </a:p>
      </dgm:t>
    </dgm:pt>
    <dgm:pt modelId="{D269BFDB-D7C1-4F3A-A74B-89CDE354786C}" type="sibTrans" cxnId="{924C9F50-B48D-4C98-B48C-4B164A68568B}">
      <dgm:prSet/>
      <dgm:spPr/>
      <dgm:t>
        <a:bodyPr/>
        <a:lstStyle/>
        <a:p>
          <a:endParaRPr lang="en-US"/>
        </a:p>
      </dgm:t>
    </dgm:pt>
    <dgm:pt modelId="{1A798C19-9E88-47C9-8665-74333A327F61}">
      <dgm:prSet/>
      <dgm:spPr/>
      <dgm:t>
        <a:bodyPr/>
        <a:lstStyle/>
        <a:p>
          <a:r>
            <a:rPr lang="fr-FR" dirty="0"/>
            <a:t>Data </a:t>
          </a:r>
          <a:r>
            <a:rPr lang="fr-FR" dirty="0" err="1"/>
            <a:t>Alignment</a:t>
          </a:r>
          <a:endParaRPr lang="en-US" dirty="0"/>
        </a:p>
      </dgm:t>
    </dgm:pt>
    <dgm:pt modelId="{B4AC42FC-7065-4EBD-94F6-73BD5F903F90}" type="parTrans" cxnId="{69F9CB29-D138-45C0-B2D4-A97E22CCC6A6}">
      <dgm:prSet/>
      <dgm:spPr/>
      <dgm:t>
        <a:bodyPr/>
        <a:lstStyle/>
        <a:p>
          <a:endParaRPr lang="en-US"/>
        </a:p>
      </dgm:t>
    </dgm:pt>
    <dgm:pt modelId="{17A99CA1-4AFE-4886-873E-4B7042128C5F}" type="sibTrans" cxnId="{69F9CB29-D138-45C0-B2D4-A97E22CCC6A6}">
      <dgm:prSet/>
      <dgm:spPr/>
      <dgm:t>
        <a:bodyPr/>
        <a:lstStyle/>
        <a:p>
          <a:endParaRPr lang="en-US"/>
        </a:p>
      </dgm:t>
    </dgm:pt>
    <dgm:pt modelId="{33526A63-4989-42CF-B779-D00B71A7EF59}" type="pres">
      <dgm:prSet presAssocID="{E3F4AE40-3F90-4F8D-8D11-00CA108039E5}" presName="hierChild1" presStyleCnt="0">
        <dgm:presLayoutVars>
          <dgm:chPref val="1"/>
          <dgm:dir/>
          <dgm:animOne val="branch"/>
          <dgm:animLvl val="lvl"/>
          <dgm:resizeHandles/>
        </dgm:presLayoutVars>
      </dgm:prSet>
      <dgm:spPr/>
    </dgm:pt>
    <dgm:pt modelId="{3F8153BD-25FD-471B-8267-1BE5ADDF187A}" type="pres">
      <dgm:prSet presAssocID="{1CC33D17-86EB-4EC3-93C1-D0AA042FDFFF}" presName="hierRoot1" presStyleCnt="0"/>
      <dgm:spPr/>
    </dgm:pt>
    <dgm:pt modelId="{3AB75ADC-51B3-4351-B3D4-68AB2EE58288}" type="pres">
      <dgm:prSet presAssocID="{1CC33D17-86EB-4EC3-93C1-D0AA042FDFFF}" presName="composite" presStyleCnt="0"/>
      <dgm:spPr/>
    </dgm:pt>
    <dgm:pt modelId="{FAFC9E05-6EA5-460D-AC12-599AC99C6018}" type="pres">
      <dgm:prSet presAssocID="{1CC33D17-86EB-4EC3-93C1-D0AA042FDFFF}" presName="background" presStyleLbl="node0" presStyleIdx="0" presStyleCnt="3"/>
      <dgm:spPr/>
    </dgm:pt>
    <dgm:pt modelId="{E75C9F96-14F9-4935-A54F-70E53C7DF36C}" type="pres">
      <dgm:prSet presAssocID="{1CC33D17-86EB-4EC3-93C1-D0AA042FDFFF}" presName="text" presStyleLbl="fgAcc0" presStyleIdx="0" presStyleCnt="3">
        <dgm:presLayoutVars>
          <dgm:chPref val="3"/>
        </dgm:presLayoutVars>
      </dgm:prSet>
      <dgm:spPr/>
    </dgm:pt>
    <dgm:pt modelId="{D426E975-9151-45E1-9683-4FB786883C02}" type="pres">
      <dgm:prSet presAssocID="{1CC33D17-86EB-4EC3-93C1-D0AA042FDFFF}" presName="hierChild2" presStyleCnt="0"/>
      <dgm:spPr/>
    </dgm:pt>
    <dgm:pt modelId="{5408F4CC-5166-4D59-A996-D477A69829D6}" type="pres">
      <dgm:prSet presAssocID="{C8358AFC-3E02-4C33-A361-AC9F554C40D2}" presName="hierRoot1" presStyleCnt="0"/>
      <dgm:spPr/>
    </dgm:pt>
    <dgm:pt modelId="{FD6447F1-BBA9-4944-8B04-7E08CDB4C2FA}" type="pres">
      <dgm:prSet presAssocID="{C8358AFC-3E02-4C33-A361-AC9F554C40D2}" presName="composite" presStyleCnt="0"/>
      <dgm:spPr/>
    </dgm:pt>
    <dgm:pt modelId="{ED2A4AAE-5A1C-462D-8878-09B11FC049CE}" type="pres">
      <dgm:prSet presAssocID="{C8358AFC-3E02-4C33-A361-AC9F554C40D2}" presName="background" presStyleLbl="node0" presStyleIdx="1" presStyleCnt="3"/>
      <dgm:spPr/>
    </dgm:pt>
    <dgm:pt modelId="{50A09759-FE6E-4769-AC9B-D52EFFBAF83C}" type="pres">
      <dgm:prSet presAssocID="{C8358AFC-3E02-4C33-A361-AC9F554C40D2}" presName="text" presStyleLbl="fgAcc0" presStyleIdx="1" presStyleCnt="3">
        <dgm:presLayoutVars>
          <dgm:chPref val="3"/>
        </dgm:presLayoutVars>
      </dgm:prSet>
      <dgm:spPr/>
    </dgm:pt>
    <dgm:pt modelId="{55380F03-8ACF-4F8A-A341-2E90E3022ABE}" type="pres">
      <dgm:prSet presAssocID="{C8358AFC-3E02-4C33-A361-AC9F554C40D2}" presName="hierChild2" presStyleCnt="0"/>
      <dgm:spPr/>
    </dgm:pt>
    <dgm:pt modelId="{BE9B4DC0-6C20-44A8-9C53-A2C72093C211}" type="pres">
      <dgm:prSet presAssocID="{1A798C19-9E88-47C9-8665-74333A327F61}" presName="hierRoot1" presStyleCnt="0"/>
      <dgm:spPr/>
    </dgm:pt>
    <dgm:pt modelId="{CDDAC1A1-4410-4B5A-BD8E-F02361A4C75D}" type="pres">
      <dgm:prSet presAssocID="{1A798C19-9E88-47C9-8665-74333A327F61}" presName="composite" presStyleCnt="0"/>
      <dgm:spPr/>
    </dgm:pt>
    <dgm:pt modelId="{3F40AA91-2C8C-45CE-A85F-BAC8DB16CC4D}" type="pres">
      <dgm:prSet presAssocID="{1A798C19-9E88-47C9-8665-74333A327F61}" presName="background" presStyleLbl="node0" presStyleIdx="2" presStyleCnt="3"/>
      <dgm:spPr/>
    </dgm:pt>
    <dgm:pt modelId="{A078F5CD-AED8-4A06-AB3D-A9B3055275D2}" type="pres">
      <dgm:prSet presAssocID="{1A798C19-9E88-47C9-8665-74333A327F61}" presName="text" presStyleLbl="fgAcc0" presStyleIdx="2" presStyleCnt="3">
        <dgm:presLayoutVars>
          <dgm:chPref val="3"/>
        </dgm:presLayoutVars>
      </dgm:prSet>
      <dgm:spPr/>
    </dgm:pt>
    <dgm:pt modelId="{1BACDE39-0585-4DE1-8CBC-527D4FCB3D17}" type="pres">
      <dgm:prSet presAssocID="{1A798C19-9E88-47C9-8665-74333A327F61}" presName="hierChild2" presStyleCnt="0"/>
      <dgm:spPr/>
    </dgm:pt>
  </dgm:ptLst>
  <dgm:cxnLst>
    <dgm:cxn modelId="{4E00CC07-D55D-4D8F-8365-BD49793A4001}" srcId="{E3F4AE40-3F90-4F8D-8D11-00CA108039E5}" destId="{1CC33D17-86EB-4EC3-93C1-D0AA042FDFFF}" srcOrd="0" destOrd="0" parTransId="{A910E5E0-CD8B-4827-9145-31C487EB93ED}" sibTransId="{6A537D4D-D99E-4DF8-8FE8-28795F802728}"/>
    <dgm:cxn modelId="{69F9CB29-D138-45C0-B2D4-A97E22CCC6A6}" srcId="{E3F4AE40-3F90-4F8D-8D11-00CA108039E5}" destId="{1A798C19-9E88-47C9-8665-74333A327F61}" srcOrd="2" destOrd="0" parTransId="{B4AC42FC-7065-4EBD-94F6-73BD5F903F90}" sibTransId="{17A99CA1-4AFE-4886-873E-4B7042128C5F}"/>
    <dgm:cxn modelId="{4A20762A-C797-41CA-A0C9-4F4B6FF18915}" type="presOf" srcId="{1A798C19-9E88-47C9-8665-74333A327F61}" destId="{A078F5CD-AED8-4A06-AB3D-A9B3055275D2}" srcOrd="0" destOrd="0" presId="urn:microsoft.com/office/officeart/2005/8/layout/hierarchy1"/>
    <dgm:cxn modelId="{FD201C2F-E9A6-4C9C-A96A-D76D5AA42E1F}" type="presOf" srcId="{E3F4AE40-3F90-4F8D-8D11-00CA108039E5}" destId="{33526A63-4989-42CF-B779-D00B71A7EF59}" srcOrd="0" destOrd="0" presId="urn:microsoft.com/office/officeart/2005/8/layout/hierarchy1"/>
    <dgm:cxn modelId="{23549C3A-038D-41A4-9DFD-E8AC7A8D154C}" type="presOf" srcId="{1CC33D17-86EB-4EC3-93C1-D0AA042FDFFF}" destId="{E75C9F96-14F9-4935-A54F-70E53C7DF36C}" srcOrd="0" destOrd="0" presId="urn:microsoft.com/office/officeart/2005/8/layout/hierarchy1"/>
    <dgm:cxn modelId="{924C9F50-B48D-4C98-B48C-4B164A68568B}" srcId="{E3F4AE40-3F90-4F8D-8D11-00CA108039E5}" destId="{C8358AFC-3E02-4C33-A361-AC9F554C40D2}" srcOrd="1" destOrd="0" parTransId="{F23B8FC8-2B48-46C6-AC47-DE503E8D9F98}" sibTransId="{D269BFDB-D7C1-4F3A-A74B-89CDE354786C}"/>
    <dgm:cxn modelId="{DA52DBD6-A251-4FDE-8C21-5424BFFE25BE}" type="presOf" srcId="{C8358AFC-3E02-4C33-A361-AC9F554C40D2}" destId="{50A09759-FE6E-4769-AC9B-D52EFFBAF83C}" srcOrd="0" destOrd="0" presId="urn:microsoft.com/office/officeart/2005/8/layout/hierarchy1"/>
    <dgm:cxn modelId="{D9F8E4D5-04C4-4C64-83D4-C37BA24021A6}" type="presParOf" srcId="{33526A63-4989-42CF-B779-D00B71A7EF59}" destId="{3F8153BD-25FD-471B-8267-1BE5ADDF187A}" srcOrd="0" destOrd="0" presId="urn:microsoft.com/office/officeart/2005/8/layout/hierarchy1"/>
    <dgm:cxn modelId="{A36C0123-D153-4344-9288-89984B539794}" type="presParOf" srcId="{3F8153BD-25FD-471B-8267-1BE5ADDF187A}" destId="{3AB75ADC-51B3-4351-B3D4-68AB2EE58288}" srcOrd="0" destOrd="0" presId="urn:microsoft.com/office/officeart/2005/8/layout/hierarchy1"/>
    <dgm:cxn modelId="{4AD5BE13-6A85-4231-9249-0BB287D3D140}" type="presParOf" srcId="{3AB75ADC-51B3-4351-B3D4-68AB2EE58288}" destId="{FAFC9E05-6EA5-460D-AC12-599AC99C6018}" srcOrd="0" destOrd="0" presId="urn:microsoft.com/office/officeart/2005/8/layout/hierarchy1"/>
    <dgm:cxn modelId="{A4147A99-3760-4744-B887-88ADF66DDDE4}" type="presParOf" srcId="{3AB75ADC-51B3-4351-B3D4-68AB2EE58288}" destId="{E75C9F96-14F9-4935-A54F-70E53C7DF36C}" srcOrd="1" destOrd="0" presId="urn:microsoft.com/office/officeart/2005/8/layout/hierarchy1"/>
    <dgm:cxn modelId="{061E0C0D-1F9F-4CDD-8611-B5C23CFD4C47}" type="presParOf" srcId="{3F8153BD-25FD-471B-8267-1BE5ADDF187A}" destId="{D426E975-9151-45E1-9683-4FB786883C02}" srcOrd="1" destOrd="0" presId="urn:microsoft.com/office/officeart/2005/8/layout/hierarchy1"/>
    <dgm:cxn modelId="{2563AEF3-3746-4F57-AFF1-8444B39D5880}" type="presParOf" srcId="{33526A63-4989-42CF-B779-D00B71A7EF59}" destId="{5408F4CC-5166-4D59-A996-D477A69829D6}" srcOrd="1" destOrd="0" presId="urn:microsoft.com/office/officeart/2005/8/layout/hierarchy1"/>
    <dgm:cxn modelId="{43C72610-E498-4001-B816-3846C6ED0BA2}" type="presParOf" srcId="{5408F4CC-5166-4D59-A996-D477A69829D6}" destId="{FD6447F1-BBA9-4944-8B04-7E08CDB4C2FA}" srcOrd="0" destOrd="0" presId="urn:microsoft.com/office/officeart/2005/8/layout/hierarchy1"/>
    <dgm:cxn modelId="{41DD93BE-F1E9-4512-83DD-B7735F52DA52}" type="presParOf" srcId="{FD6447F1-BBA9-4944-8B04-7E08CDB4C2FA}" destId="{ED2A4AAE-5A1C-462D-8878-09B11FC049CE}" srcOrd="0" destOrd="0" presId="urn:microsoft.com/office/officeart/2005/8/layout/hierarchy1"/>
    <dgm:cxn modelId="{667E2FA1-C933-498D-AAB0-23F9A301F228}" type="presParOf" srcId="{FD6447F1-BBA9-4944-8B04-7E08CDB4C2FA}" destId="{50A09759-FE6E-4769-AC9B-D52EFFBAF83C}" srcOrd="1" destOrd="0" presId="urn:microsoft.com/office/officeart/2005/8/layout/hierarchy1"/>
    <dgm:cxn modelId="{0A80EE8A-C47A-4149-8606-8A35F9D4AED9}" type="presParOf" srcId="{5408F4CC-5166-4D59-A996-D477A69829D6}" destId="{55380F03-8ACF-4F8A-A341-2E90E3022ABE}" srcOrd="1" destOrd="0" presId="urn:microsoft.com/office/officeart/2005/8/layout/hierarchy1"/>
    <dgm:cxn modelId="{ED2B9B44-03C1-4CCB-BE4D-175552EC8CC6}" type="presParOf" srcId="{33526A63-4989-42CF-B779-D00B71A7EF59}" destId="{BE9B4DC0-6C20-44A8-9C53-A2C72093C211}" srcOrd="2" destOrd="0" presId="urn:microsoft.com/office/officeart/2005/8/layout/hierarchy1"/>
    <dgm:cxn modelId="{C0919EE8-B513-47D5-9666-0EDAEF91FCB6}" type="presParOf" srcId="{BE9B4DC0-6C20-44A8-9C53-A2C72093C211}" destId="{CDDAC1A1-4410-4B5A-BD8E-F02361A4C75D}" srcOrd="0" destOrd="0" presId="urn:microsoft.com/office/officeart/2005/8/layout/hierarchy1"/>
    <dgm:cxn modelId="{C8302FA4-7800-4B3B-A4F0-CDF4D62E008C}" type="presParOf" srcId="{CDDAC1A1-4410-4B5A-BD8E-F02361A4C75D}" destId="{3F40AA91-2C8C-45CE-A85F-BAC8DB16CC4D}" srcOrd="0" destOrd="0" presId="urn:microsoft.com/office/officeart/2005/8/layout/hierarchy1"/>
    <dgm:cxn modelId="{DD3AAC8F-FB7B-41D5-AB61-8F75B7168FC9}" type="presParOf" srcId="{CDDAC1A1-4410-4B5A-BD8E-F02361A4C75D}" destId="{A078F5CD-AED8-4A06-AB3D-A9B3055275D2}" srcOrd="1" destOrd="0" presId="urn:microsoft.com/office/officeart/2005/8/layout/hierarchy1"/>
    <dgm:cxn modelId="{937104C1-77AF-467E-B2AB-A6BFC1CF3FCC}" type="presParOf" srcId="{BE9B4DC0-6C20-44A8-9C53-A2C72093C211}" destId="{1BACDE39-0585-4DE1-8CBC-527D4FCB3D1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32B079-7EB7-4923-BE49-5420F6BB08F5}">
      <dsp:nvSpPr>
        <dsp:cNvPr id="0" name=""/>
        <dsp:cNvSpPr/>
      </dsp:nvSpPr>
      <dsp:spPr>
        <a:xfrm>
          <a:off x="0" y="3327889"/>
          <a:ext cx="6364224" cy="218345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marL="0" lvl="0" indent="0" algn="ctr" defTabSz="1644650">
            <a:lnSpc>
              <a:spcPct val="90000"/>
            </a:lnSpc>
            <a:spcBef>
              <a:spcPct val="0"/>
            </a:spcBef>
            <a:spcAft>
              <a:spcPct val="35000"/>
            </a:spcAft>
            <a:buNone/>
          </a:pPr>
          <a:r>
            <a:rPr lang="fr-FR" sz="3700" kern="1200"/>
            <a:t>Les type de formats :</a:t>
          </a:r>
          <a:endParaRPr lang="en-US" sz="3700" kern="1200"/>
        </a:p>
      </dsp:txBody>
      <dsp:txXfrm>
        <a:off x="0" y="3327889"/>
        <a:ext cx="6364224" cy="1179066"/>
      </dsp:txXfrm>
    </dsp:sp>
    <dsp:sp modelId="{2C9BF001-01CE-4FE9-BD09-1DD1A5F9278C}">
      <dsp:nvSpPr>
        <dsp:cNvPr id="0" name=""/>
        <dsp:cNvSpPr/>
      </dsp:nvSpPr>
      <dsp:spPr>
        <a:xfrm>
          <a:off x="776" y="4463286"/>
          <a:ext cx="1272534" cy="100438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fr-FR" sz="2400" kern="1200"/>
            <a:t>Image</a:t>
          </a:r>
          <a:endParaRPr lang="en-US" sz="2400" kern="1200"/>
        </a:p>
      </dsp:txBody>
      <dsp:txXfrm>
        <a:off x="776" y="4463286"/>
        <a:ext cx="1272534" cy="1004389"/>
      </dsp:txXfrm>
    </dsp:sp>
    <dsp:sp modelId="{515F2632-F7E2-471A-BEEE-24ABEF5F443E}">
      <dsp:nvSpPr>
        <dsp:cNvPr id="0" name=""/>
        <dsp:cNvSpPr/>
      </dsp:nvSpPr>
      <dsp:spPr>
        <a:xfrm>
          <a:off x="1273310" y="4463286"/>
          <a:ext cx="1272534" cy="1004389"/>
        </a:xfrm>
        <a:prstGeom prst="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fr-FR" sz="2400" kern="1200"/>
            <a:t>Textuel</a:t>
          </a:r>
          <a:endParaRPr lang="en-US" sz="2400" kern="1200"/>
        </a:p>
      </dsp:txBody>
      <dsp:txXfrm>
        <a:off x="1273310" y="4463286"/>
        <a:ext cx="1272534" cy="1004389"/>
      </dsp:txXfrm>
    </dsp:sp>
    <dsp:sp modelId="{1C3E0C68-0369-47F8-BC89-69D3ECA1CD82}">
      <dsp:nvSpPr>
        <dsp:cNvPr id="0" name=""/>
        <dsp:cNvSpPr/>
      </dsp:nvSpPr>
      <dsp:spPr>
        <a:xfrm>
          <a:off x="2545844" y="4463286"/>
          <a:ext cx="1272534" cy="1004389"/>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fr-FR" sz="2400" kern="1200"/>
            <a:t>Audio</a:t>
          </a:r>
          <a:endParaRPr lang="en-US" sz="2400" kern="1200"/>
        </a:p>
      </dsp:txBody>
      <dsp:txXfrm>
        <a:off x="2545844" y="4463286"/>
        <a:ext cx="1272534" cy="1004389"/>
      </dsp:txXfrm>
    </dsp:sp>
    <dsp:sp modelId="{9214643E-FC2E-486F-80BF-198EE34F2555}">
      <dsp:nvSpPr>
        <dsp:cNvPr id="0" name=""/>
        <dsp:cNvSpPr/>
      </dsp:nvSpPr>
      <dsp:spPr>
        <a:xfrm>
          <a:off x="3818379" y="4463286"/>
          <a:ext cx="1272534" cy="1004389"/>
        </a:xfrm>
        <a:prstGeom prst="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fr-FR" sz="2400" kern="1200"/>
            <a:t>Vidéo</a:t>
          </a:r>
          <a:endParaRPr lang="en-US" sz="2400" kern="1200"/>
        </a:p>
      </dsp:txBody>
      <dsp:txXfrm>
        <a:off x="3818379" y="4463286"/>
        <a:ext cx="1272534" cy="1004389"/>
      </dsp:txXfrm>
    </dsp:sp>
    <dsp:sp modelId="{5D5DD105-941C-4D3B-B8F3-18A43B985575}">
      <dsp:nvSpPr>
        <dsp:cNvPr id="0" name=""/>
        <dsp:cNvSpPr/>
      </dsp:nvSpPr>
      <dsp:spPr>
        <a:xfrm>
          <a:off x="5090913" y="4463286"/>
          <a:ext cx="1272534" cy="1004389"/>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fr-FR" sz="2400" kern="1200"/>
            <a:t>…</a:t>
          </a:r>
          <a:endParaRPr lang="en-US" sz="2400" kern="1200"/>
        </a:p>
      </dsp:txBody>
      <dsp:txXfrm>
        <a:off x="5090913" y="4463286"/>
        <a:ext cx="1272534" cy="1004389"/>
      </dsp:txXfrm>
    </dsp:sp>
    <dsp:sp modelId="{22910CFA-8A4B-4CEB-B3D7-B4DB9D9953CD}">
      <dsp:nvSpPr>
        <dsp:cNvPr id="0" name=""/>
        <dsp:cNvSpPr/>
      </dsp:nvSpPr>
      <dsp:spPr>
        <a:xfrm rot="10800000">
          <a:off x="0" y="2486"/>
          <a:ext cx="6364224" cy="3358155"/>
        </a:xfrm>
        <a:prstGeom prst="upArrowCallou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marL="0" lvl="0" indent="0" algn="ctr" defTabSz="1644650">
            <a:lnSpc>
              <a:spcPct val="90000"/>
            </a:lnSpc>
            <a:spcBef>
              <a:spcPct val="0"/>
            </a:spcBef>
            <a:spcAft>
              <a:spcPct val="35000"/>
            </a:spcAft>
            <a:buNone/>
          </a:pPr>
          <a:r>
            <a:rPr lang="fr-FR" sz="3700" kern="1200" dirty="0"/>
            <a:t>Une modalité est un type de donnée utilisé pour représenter une information.</a:t>
          </a:r>
          <a:endParaRPr lang="en-US" sz="3700" kern="1200" dirty="0"/>
        </a:p>
      </dsp:txBody>
      <dsp:txXfrm rot="10800000">
        <a:off x="0" y="2486"/>
        <a:ext cx="6364224" cy="21820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B12116-E00E-4707-B808-A12391D022AB}">
      <dsp:nvSpPr>
        <dsp:cNvPr id="0" name=""/>
        <dsp:cNvSpPr/>
      </dsp:nvSpPr>
      <dsp:spPr>
        <a:xfrm>
          <a:off x="788484" y="950544"/>
          <a:ext cx="844593" cy="844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C1D8EA-9D4B-43F6-A334-424802B4382B}">
      <dsp:nvSpPr>
        <dsp:cNvPr id="0" name=""/>
        <dsp:cNvSpPr/>
      </dsp:nvSpPr>
      <dsp:spPr>
        <a:xfrm>
          <a:off x="4219" y="187203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fr-FR" sz="1800" kern="1200"/>
            <a:t>Voiture Autonome</a:t>
          </a:r>
          <a:endParaRPr lang="en-US" sz="1800" kern="1200"/>
        </a:p>
      </dsp:txBody>
      <dsp:txXfrm>
        <a:off x="4219" y="1872035"/>
        <a:ext cx="2413125" cy="361968"/>
      </dsp:txXfrm>
    </dsp:sp>
    <dsp:sp modelId="{9F867B80-316D-4DA5-9779-9854DD9886C7}">
      <dsp:nvSpPr>
        <dsp:cNvPr id="0" name=""/>
        <dsp:cNvSpPr/>
      </dsp:nvSpPr>
      <dsp:spPr>
        <a:xfrm>
          <a:off x="4219" y="2269770"/>
          <a:ext cx="2413125" cy="469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fr-FR" sz="1400" kern="1200" dirty="0">
              <a:solidFill>
                <a:prstClr val="black">
                  <a:hueOff val="0"/>
                  <a:satOff val="0"/>
                  <a:lumOff val="0"/>
                  <a:alphaOff val="0"/>
                </a:prstClr>
              </a:solidFill>
              <a:latin typeface="Aptos" panose="02110004020202020204"/>
              <a:ea typeface="+mn-ea"/>
              <a:cs typeface="+mn-cs"/>
            </a:rPr>
            <a:t>La </a:t>
          </a:r>
          <a:r>
            <a:rPr lang="es-AR" sz="1400" b="0" i="0" kern="1200" dirty="0" err="1"/>
            <a:t>détection</a:t>
          </a:r>
          <a:r>
            <a:rPr lang="es-AR" sz="1400" b="0" i="0" kern="1200" dirty="0"/>
            <a:t> </a:t>
          </a:r>
          <a:r>
            <a:rPr lang="es-AR" sz="1400" b="0" i="0" kern="1200" dirty="0" err="1"/>
            <a:t>d'objets</a:t>
          </a:r>
          <a:endParaRPr lang="es-AR" sz="1400" b="0" i="0" kern="1200" dirty="0"/>
        </a:p>
        <a:p>
          <a:pPr marL="0" lvl="0" indent="0" algn="ctr" defTabSz="622300">
            <a:lnSpc>
              <a:spcPct val="90000"/>
            </a:lnSpc>
            <a:spcBef>
              <a:spcPct val="0"/>
            </a:spcBef>
            <a:spcAft>
              <a:spcPct val="35000"/>
            </a:spcAft>
            <a:buNone/>
          </a:pPr>
          <a:r>
            <a:rPr lang="fr-FR" sz="1400" kern="1200" dirty="0" err="1">
              <a:solidFill>
                <a:prstClr val="black">
                  <a:hueOff val="0"/>
                  <a:satOff val="0"/>
                  <a:lumOff val="0"/>
                  <a:alphaOff val="0"/>
                </a:prstClr>
              </a:solidFill>
              <a:latin typeface="Aptos" panose="02110004020202020204"/>
              <a:ea typeface="+mn-ea"/>
              <a:cs typeface="+mn-cs"/>
            </a:rPr>
            <a:t>LiDAR</a:t>
          </a:r>
          <a:r>
            <a:rPr lang="fr-FR" sz="1400" kern="1200" dirty="0">
              <a:solidFill>
                <a:prstClr val="black">
                  <a:hueOff val="0"/>
                  <a:satOff val="0"/>
                  <a:lumOff val="0"/>
                  <a:alphaOff val="0"/>
                </a:prstClr>
              </a:solidFill>
              <a:latin typeface="Aptos" panose="02110004020202020204"/>
              <a:ea typeface="+mn-ea"/>
              <a:cs typeface="+mn-cs"/>
            </a:rPr>
            <a:t> Vidéo Radar</a:t>
          </a:r>
          <a:endParaRPr lang="en-US" sz="1400" kern="1200" dirty="0"/>
        </a:p>
      </dsp:txBody>
      <dsp:txXfrm>
        <a:off x="4219" y="2269770"/>
        <a:ext cx="2413125" cy="469090"/>
      </dsp:txXfrm>
    </dsp:sp>
    <dsp:sp modelId="{60342116-F6C5-4B11-A6F0-506B9648470D}">
      <dsp:nvSpPr>
        <dsp:cNvPr id="0" name=""/>
        <dsp:cNvSpPr/>
      </dsp:nvSpPr>
      <dsp:spPr>
        <a:xfrm>
          <a:off x="3623906" y="950544"/>
          <a:ext cx="844593" cy="844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BE24BE-0A4D-4122-AF08-EAD8D0EE3B6E}">
      <dsp:nvSpPr>
        <dsp:cNvPr id="0" name=""/>
        <dsp:cNvSpPr/>
      </dsp:nvSpPr>
      <dsp:spPr>
        <a:xfrm>
          <a:off x="2839641" y="187203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fr-FR" sz="1800" kern="1200"/>
            <a:t>Secteur médical</a:t>
          </a:r>
          <a:endParaRPr lang="en-US" sz="1800" kern="1200"/>
        </a:p>
      </dsp:txBody>
      <dsp:txXfrm>
        <a:off x="2839641" y="1872035"/>
        <a:ext cx="2413125" cy="361968"/>
      </dsp:txXfrm>
    </dsp:sp>
    <dsp:sp modelId="{E3CAACF9-D7F5-4384-A9E7-459C7B6EACC4}">
      <dsp:nvSpPr>
        <dsp:cNvPr id="0" name=""/>
        <dsp:cNvSpPr/>
      </dsp:nvSpPr>
      <dsp:spPr>
        <a:xfrm>
          <a:off x="2839641" y="2269770"/>
          <a:ext cx="2413125" cy="469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fr-FR" sz="1400" kern="1200" dirty="0"/>
            <a:t>Détection des cancers</a:t>
          </a:r>
        </a:p>
        <a:p>
          <a:pPr marL="0" lvl="0" indent="0" algn="ctr" defTabSz="622300">
            <a:lnSpc>
              <a:spcPct val="90000"/>
            </a:lnSpc>
            <a:spcBef>
              <a:spcPct val="0"/>
            </a:spcBef>
            <a:spcAft>
              <a:spcPct val="35000"/>
            </a:spcAft>
            <a:buNone/>
          </a:pPr>
          <a:r>
            <a:rPr lang="en-US" sz="1400" kern="1200" dirty="0"/>
            <a:t>Image </a:t>
          </a:r>
          <a:r>
            <a:rPr lang="en-US" sz="1400" kern="1200" dirty="0" err="1"/>
            <a:t>texte</a:t>
          </a:r>
          <a:r>
            <a:rPr lang="en-US" sz="1400" kern="1200" dirty="0"/>
            <a:t> </a:t>
          </a:r>
        </a:p>
      </dsp:txBody>
      <dsp:txXfrm>
        <a:off x="2839641" y="2269770"/>
        <a:ext cx="2413125" cy="469090"/>
      </dsp:txXfrm>
    </dsp:sp>
    <dsp:sp modelId="{6EF7DE9F-65B9-45C5-8268-6F1EB7BF6F3F}">
      <dsp:nvSpPr>
        <dsp:cNvPr id="0" name=""/>
        <dsp:cNvSpPr/>
      </dsp:nvSpPr>
      <dsp:spPr>
        <a:xfrm>
          <a:off x="6459328" y="950544"/>
          <a:ext cx="844593" cy="844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A69C89-895D-4B7E-8106-AA7901D6E924}">
      <dsp:nvSpPr>
        <dsp:cNvPr id="0" name=""/>
        <dsp:cNvSpPr/>
      </dsp:nvSpPr>
      <dsp:spPr>
        <a:xfrm>
          <a:off x="5675062" y="187203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fr-FR" sz="1800" kern="1200" dirty="0"/>
            <a:t>LLM</a:t>
          </a:r>
          <a:endParaRPr lang="en-US" sz="1800" kern="1200" dirty="0"/>
        </a:p>
      </dsp:txBody>
      <dsp:txXfrm>
        <a:off x="5675062" y="1872035"/>
        <a:ext cx="2413125" cy="361968"/>
      </dsp:txXfrm>
    </dsp:sp>
    <dsp:sp modelId="{91BE0AF3-2E39-423D-A683-B9950D1F9598}">
      <dsp:nvSpPr>
        <dsp:cNvPr id="0" name=""/>
        <dsp:cNvSpPr/>
      </dsp:nvSpPr>
      <dsp:spPr>
        <a:xfrm>
          <a:off x="5675062" y="2269770"/>
          <a:ext cx="2413125" cy="469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fr-FR" sz="1400" kern="1200" dirty="0"/>
            <a:t>Image texte</a:t>
          </a:r>
          <a:endParaRPr lang="en-US" sz="1400" kern="1200" dirty="0"/>
        </a:p>
      </dsp:txBody>
      <dsp:txXfrm>
        <a:off x="5675062" y="2269770"/>
        <a:ext cx="2413125" cy="469090"/>
      </dsp:txXfrm>
    </dsp:sp>
    <dsp:sp modelId="{E717C28D-5F83-497D-8E4B-642D28C9CCE8}">
      <dsp:nvSpPr>
        <dsp:cNvPr id="0" name=""/>
        <dsp:cNvSpPr/>
      </dsp:nvSpPr>
      <dsp:spPr>
        <a:xfrm>
          <a:off x="9294750" y="950544"/>
          <a:ext cx="844593" cy="8445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435921-FE07-498B-BCA8-C35147196199}">
      <dsp:nvSpPr>
        <dsp:cNvPr id="0" name=""/>
        <dsp:cNvSpPr/>
      </dsp:nvSpPr>
      <dsp:spPr>
        <a:xfrm>
          <a:off x="8510484" y="1872035"/>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fr-FR" sz="1800" kern="1200" dirty="0"/>
            <a:t>Analyse de sentiments</a:t>
          </a:r>
          <a:endParaRPr lang="en-US" sz="1800" kern="1200" dirty="0"/>
        </a:p>
      </dsp:txBody>
      <dsp:txXfrm>
        <a:off x="8510484" y="1872035"/>
        <a:ext cx="2413125" cy="361968"/>
      </dsp:txXfrm>
    </dsp:sp>
    <dsp:sp modelId="{20CB5D7F-AC7E-483C-8FBF-A4491D924A09}">
      <dsp:nvSpPr>
        <dsp:cNvPr id="0" name=""/>
        <dsp:cNvSpPr/>
      </dsp:nvSpPr>
      <dsp:spPr>
        <a:xfrm>
          <a:off x="8510484" y="2269770"/>
          <a:ext cx="2413125" cy="469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a:t>Image audio </a:t>
          </a:r>
          <a:r>
            <a:rPr lang="en-US" sz="1400" kern="1200" dirty="0" err="1"/>
            <a:t>texte</a:t>
          </a:r>
          <a:endParaRPr lang="en-US" sz="1400" kern="1200" dirty="0"/>
        </a:p>
      </dsp:txBody>
      <dsp:txXfrm>
        <a:off x="8510484" y="2269770"/>
        <a:ext cx="2413125" cy="4690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AECE2B-2273-4143-8305-E4D351ED2994}">
      <dsp:nvSpPr>
        <dsp:cNvPr id="0" name=""/>
        <dsp:cNvSpPr/>
      </dsp:nvSpPr>
      <dsp:spPr>
        <a:xfrm>
          <a:off x="828914" y="969477"/>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09DBD9-5D6D-4237-B6C8-B66DBCEBA4AF}">
      <dsp:nvSpPr>
        <dsp:cNvPr id="0" name=""/>
        <dsp:cNvSpPr/>
      </dsp:nvSpPr>
      <dsp:spPr>
        <a:xfrm>
          <a:off x="333914" y="204961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fr-FR" sz="2000" b="1" kern="1200" dirty="0"/>
            <a:t>Fusion</a:t>
          </a:r>
          <a:r>
            <a:rPr lang="fr-FR" sz="2000" kern="1200" dirty="0"/>
            <a:t> </a:t>
          </a:r>
          <a:endParaRPr lang="en-US" sz="2000" kern="1200" dirty="0"/>
        </a:p>
      </dsp:txBody>
      <dsp:txXfrm>
        <a:off x="333914" y="2049612"/>
        <a:ext cx="1800000" cy="720000"/>
      </dsp:txXfrm>
    </dsp:sp>
    <dsp:sp modelId="{EDD65A80-8423-4DF1-8E79-6EDF70057F8A}">
      <dsp:nvSpPr>
        <dsp:cNvPr id="0" name=""/>
        <dsp:cNvSpPr/>
      </dsp:nvSpPr>
      <dsp:spPr>
        <a:xfrm>
          <a:off x="2943914" y="969477"/>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99234B-9CF4-4102-A132-90645053C218}">
      <dsp:nvSpPr>
        <dsp:cNvPr id="0" name=""/>
        <dsp:cNvSpPr/>
      </dsp:nvSpPr>
      <dsp:spPr>
        <a:xfrm>
          <a:off x="2448914" y="204961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fr-FR" sz="2000" b="1" i="0" kern="1200" baseline="0" dirty="0" err="1"/>
            <a:t>Representation</a:t>
          </a:r>
          <a:r>
            <a:rPr lang="fr-FR" sz="2000" b="0" i="0" kern="1200" baseline="0" dirty="0"/>
            <a:t> </a:t>
          </a:r>
          <a:endParaRPr lang="en-US" sz="2000" kern="1200" dirty="0"/>
        </a:p>
      </dsp:txBody>
      <dsp:txXfrm>
        <a:off x="2448914" y="2049612"/>
        <a:ext cx="1800000" cy="720000"/>
      </dsp:txXfrm>
    </dsp:sp>
    <dsp:sp modelId="{3EF79444-47EA-47DA-AE09-DD57D8E9623F}">
      <dsp:nvSpPr>
        <dsp:cNvPr id="0" name=""/>
        <dsp:cNvSpPr/>
      </dsp:nvSpPr>
      <dsp:spPr>
        <a:xfrm>
          <a:off x="5058914" y="969477"/>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2143A5-8353-4652-BB68-409B3B0CE23D}">
      <dsp:nvSpPr>
        <dsp:cNvPr id="0" name=""/>
        <dsp:cNvSpPr/>
      </dsp:nvSpPr>
      <dsp:spPr>
        <a:xfrm>
          <a:off x="4563914" y="204961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fr-FR" sz="2000" b="1" i="0" kern="1200" baseline="0" dirty="0"/>
            <a:t>Translation</a:t>
          </a:r>
          <a:r>
            <a:rPr lang="fr-FR" sz="2000" b="0" i="0" kern="1200" baseline="0" dirty="0"/>
            <a:t> </a:t>
          </a:r>
          <a:endParaRPr lang="en-US" sz="2000" kern="1200" dirty="0"/>
        </a:p>
      </dsp:txBody>
      <dsp:txXfrm>
        <a:off x="4563914" y="2049612"/>
        <a:ext cx="1800000" cy="720000"/>
      </dsp:txXfrm>
    </dsp:sp>
    <dsp:sp modelId="{7FA499EB-A690-47AE-877C-1F6C506686C9}">
      <dsp:nvSpPr>
        <dsp:cNvPr id="0" name=""/>
        <dsp:cNvSpPr/>
      </dsp:nvSpPr>
      <dsp:spPr>
        <a:xfrm>
          <a:off x="7173914" y="969477"/>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E6B2CE-5C63-42C8-AB97-2BD91D6255CF}">
      <dsp:nvSpPr>
        <dsp:cNvPr id="0" name=""/>
        <dsp:cNvSpPr/>
      </dsp:nvSpPr>
      <dsp:spPr>
        <a:xfrm>
          <a:off x="6678914" y="204961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Alignment</a:t>
          </a:r>
          <a:r>
            <a:rPr lang="fr-FR" sz="2000" b="0" i="0" kern="1200" baseline="0" dirty="0"/>
            <a:t> </a:t>
          </a:r>
          <a:endParaRPr lang="en-US" sz="2000" kern="1200" dirty="0"/>
        </a:p>
      </dsp:txBody>
      <dsp:txXfrm>
        <a:off x="6678914" y="2049612"/>
        <a:ext cx="1800000" cy="720000"/>
      </dsp:txXfrm>
    </dsp:sp>
    <dsp:sp modelId="{96CFD845-DAFC-4FB3-BB8D-D7DDB2659D25}">
      <dsp:nvSpPr>
        <dsp:cNvPr id="0" name=""/>
        <dsp:cNvSpPr/>
      </dsp:nvSpPr>
      <dsp:spPr>
        <a:xfrm>
          <a:off x="9288914" y="969477"/>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47FA4E-43E5-4878-91F1-1A5FDF3FE69D}">
      <dsp:nvSpPr>
        <dsp:cNvPr id="0" name=""/>
        <dsp:cNvSpPr/>
      </dsp:nvSpPr>
      <dsp:spPr>
        <a:xfrm>
          <a:off x="8793914" y="204961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fr-FR" sz="2000" b="1" i="0" kern="1200" baseline="0" dirty="0"/>
            <a:t>Co-Learning</a:t>
          </a:r>
          <a:endParaRPr lang="en-US" sz="2000" kern="1200" dirty="0"/>
        </a:p>
      </dsp:txBody>
      <dsp:txXfrm>
        <a:off x="8793914" y="2049612"/>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B9820-C6E7-40C3-A8A9-4077E82E1BE3}">
      <dsp:nvSpPr>
        <dsp:cNvPr id="0" name=""/>
        <dsp:cNvSpPr/>
      </dsp:nvSpPr>
      <dsp:spPr>
        <a:xfrm>
          <a:off x="3201"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09D03-147D-4B99-A308-985C86BA825E}">
      <dsp:nvSpPr>
        <dsp:cNvPr id="0" name=""/>
        <dsp:cNvSpPr/>
      </dsp:nvSpPr>
      <dsp:spPr>
        <a:xfrm>
          <a:off x="257188"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fr-FR" sz="3800" kern="1200" dirty="0" err="1"/>
            <a:t>Early</a:t>
          </a:r>
          <a:r>
            <a:rPr lang="fr-FR" sz="3800" kern="1200" dirty="0"/>
            <a:t> fusion</a:t>
          </a:r>
          <a:endParaRPr lang="en-US" sz="3800" kern="1200" dirty="0"/>
        </a:p>
      </dsp:txBody>
      <dsp:txXfrm>
        <a:off x="299702" y="1282093"/>
        <a:ext cx="2200851" cy="1366505"/>
      </dsp:txXfrm>
    </dsp:sp>
    <dsp:sp modelId="{6E200CAE-02F4-435A-9F5F-8DF8FDD57B96}">
      <dsp:nvSpPr>
        <dsp:cNvPr id="0" name=""/>
        <dsp:cNvSpPr/>
      </dsp:nvSpPr>
      <dsp:spPr>
        <a:xfrm>
          <a:off x="2797054"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73F807-594E-445B-A3C2-798643BA863A}">
      <dsp:nvSpPr>
        <dsp:cNvPr id="0" name=""/>
        <dsp:cNvSpPr/>
      </dsp:nvSpPr>
      <dsp:spPr>
        <a:xfrm>
          <a:off x="3051041"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fr-FR" sz="3800" kern="1200"/>
            <a:t>Deep fusion</a:t>
          </a:r>
          <a:endParaRPr lang="en-US" sz="3800" kern="1200"/>
        </a:p>
      </dsp:txBody>
      <dsp:txXfrm>
        <a:off x="3093555" y="1282093"/>
        <a:ext cx="2200851" cy="1366505"/>
      </dsp:txXfrm>
    </dsp:sp>
    <dsp:sp modelId="{D7478AB1-966C-4088-8B4A-DB1B22BAD9AA}">
      <dsp:nvSpPr>
        <dsp:cNvPr id="0" name=""/>
        <dsp:cNvSpPr/>
      </dsp:nvSpPr>
      <dsp:spPr>
        <a:xfrm>
          <a:off x="5590907"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01BF02-69BF-48E1-A46E-6A96A31B9220}">
      <dsp:nvSpPr>
        <dsp:cNvPr id="0" name=""/>
        <dsp:cNvSpPr/>
      </dsp:nvSpPr>
      <dsp:spPr>
        <a:xfrm>
          <a:off x="5844894"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fr-FR" sz="3800" kern="1200" dirty="0" err="1"/>
            <a:t>Late</a:t>
          </a:r>
          <a:r>
            <a:rPr lang="fr-FR" sz="3800" kern="1200" dirty="0"/>
            <a:t> fusion</a:t>
          </a:r>
          <a:endParaRPr lang="en-US" sz="3800" kern="1200" dirty="0"/>
        </a:p>
      </dsp:txBody>
      <dsp:txXfrm>
        <a:off x="5887408" y="1282093"/>
        <a:ext cx="2200851" cy="1366505"/>
      </dsp:txXfrm>
    </dsp:sp>
    <dsp:sp modelId="{33D76180-5F3B-41E8-83B5-CC336F994BA3}">
      <dsp:nvSpPr>
        <dsp:cNvPr id="0" name=""/>
        <dsp:cNvSpPr/>
      </dsp:nvSpPr>
      <dsp:spPr>
        <a:xfrm>
          <a:off x="8384760"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FE338A-937A-4BAD-8783-FA5A337BD25A}">
      <dsp:nvSpPr>
        <dsp:cNvPr id="0" name=""/>
        <dsp:cNvSpPr/>
      </dsp:nvSpPr>
      <dsp:spPr>
        <a:xfrm>
          <a:off x="8638747"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fr-FR" sz="3800" kern="1200"/>
            <a:t>Hybrid fusion </a:t>
          </a:r>
          <a:endParaRPr lang="en-US" sz="3800" kern="1200"/>
        </a:p>
      </dsp:txBody>
      <dsp:txXfrm>
        <a:off x="8681261" y="1282093"/>
        <a:ext cx="2200851" cy="13665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C9E05-6EA5-460D-AC12-599AC99C6018}">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5C9F96-14F9-4935-A54F-70E53C7DF36C}">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Data </a:t>
          </a:r>
          <a:r>
            <a:rPr lang="fr-FR" sz="3200" kern="1200" dirty="0" err="1"/>
            <a:t>Representation</a:t>
          </a:r>
          <a:endParaRPr lang="en-US" sz="3200" kern="1200" dirty="0"/>
        </a:p>
      </dsp:txBody>
      <dsp:txXfrm>
        <a:off x="398656" y="1088253"/>
        <a:ext cx="2959127" cy="1837317"/>
      </dsp:txXfrm>
    </dsp:sp>
    <dsp:sp modelId="{ED2A4AAE-5A1C-462D-8878-09B11FC049CE}">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A09759-FE6E-4769-AC9B-D52EFFBAF83C}">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Data Translation</a:t>
          </a:r>
          <a:endParaRPr lang="en-US" sz="3200" kern="1200" dirty="0"/>
        </a:p>
      </dsp:txBody>
      <dsp:txXfrm>
        <a:off x="4155097" y="1088253"/>
        <a:ext cx="2959127" cy="1837317"/>
      </dsp:txXfrm>
    </dsp:sp>
    <dsp:sp modelId="{3F40AA91-2C8C-45CE-A85F-BAC8DB16CC4D}">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78F5CD-AED8-4A06-AB3D-A9B3055275D2}">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Data </a:t>
          </a:r>
          <a:r>
            <a:rPr lang="fr-FR" sz="3200" kern="1200" dirty="0" err="1"/>
            <a:t>Alignment</a:t>
          </a:r>
          <a:endParaRPr lang="en-US" sz="3200" kern="1200" dirty="0"/>
        </a:p>
      </dsp:txBody>
      <dsp:txXfrm>
        <a:off x="7911539" y="10882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D1E85C-B242-45CA-A591-1CB75F4C12E8}" type="datetimeFigureOut">
              <a:rPr lang="fr-FR" smtClean="0"/>
              <a:t>29/01/2026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639CAE-AB21-4710-80C8-BF7B7344CF34}" type="slidenum">
              <a:rPr lang="fr-FR" smtClean="0"/>
              <a:t>‹N°›</a:t>
            </a:fld>
            <a:endParaRPr lang="fr-FR"/>
          </a:p>
        </p:txBody>
      </p:sp>
    </p:spTree>
    <p:extLst>
      <p:ext uri="{BB962C8B-B14F-4D97-AF65-F5344CB8AC3E}">
        <p14:creationId xmlns:p14="http://schemas.microsoft.com/office/powerpoint/2010/main" val="1142401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a:t>
            </a:fld>
            <a:endParaRPr lang="fr-FR"/>
          </a:p>
        </p:txBody>
      </p:sp>
    </p:spTree>
    <p:extLst>
      <p:ext uri="{BB962C8B-B14F-4D97-AF65-F5344CB8AC3E}">
        <p14:creationId xmlns:p14="http://schemas.microsoft.com/office/powerpoint/2010/main" val="2471709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2</a:t>
            </a:fld>
            <a:endParaRPr lang="fr-FR"/>
          </a:p>
        </p:txBody>
      </p:sp>
    </p:spTree>
    <p:extLst>
      <p:ext uri="{BB962C8B-B14F-4D97-AF65-F5344CB8AC3E}">
        <p14:creationId xmlns:p14="http://schemas.microsoft.com/office/powerpoint/2010/main" val="1940204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3</a:t>
            </a:fld>
            <a:endParaRPr lang="fr-FR"/>
          </a:p>
        </p:txBody>
      </p:sp>
    </p:spTree>
    <p:extLst>
      <p:ext uri="{BB962C8B-B14F-4D97-AF65-F5344CB8AC3E}">
        <p14:creationId xmlns:p14="http://schemas.microsoft.com/office/powerpoint/2010/main" val="2147036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4</a:t>
            </a:fld>
            <a:endParaRPr lang="fr-FR"/>
          </a:p>
        </p:txBody>
      </p:sp>
    </p:spTree>
    <p:extLst>
      <p:ext uri="{BB962C8B-B14F-4D97-AF65-F5344CB8AC3E}">
        <p14:creationId xmlns:p14="http://schemas.microsoft.com/office/powerpoint/2010/main" val="1715703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5</a:t>
            </a:fld>
            <a:endParaRPr lang="fr-FR"/>
          </a:p>
        </p:txBody>
      </p:sp>
    </p:spTree>
    <p:extLst>
      <p:ext uri="{BB962C8B-B14F-4D97-AF65-F5344CB8AC3E}">
        <p14:creationId xmlns:p14="http://schemas.microsoft.com/office/powerpoint/2010/main" val="3138188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6</a:t>
            </a:fld>
            <a:endParaRPr lang="fr-FR"/>
          </a:p>
        </p:txBody>
      </p:sp>
    </p:spTree>
    <p:extLst>
      <p:ext uri="{BB962C8B-B14F-4D97-AF65-F5344CB8AC3E}">
        <p14:creationId xmlns:p14="http://schemas.microsoft.com/office/powerpoint/2010/main" val="1717971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04B92-4981-A862-0525-582C60EA4D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D6E133-5182-1678-F301-EB9A57A7D1D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56A3A28-DCD7-D5ED-6D19-372318950D44}"/>
              </a:ext>
            </a:extLst>
          </p:cNvPr>
          <p:cNvSpPr>
            <a:spLocks noGrp="1"/>
          </p:cNvSpPr>
          <p:nvPr>
            <p:ph type="body" idx="1"/>
          </p:nvPr>
        </p:nvSpPr>
        <p:spPr/>
        <p:txBody>
          <a:bodyPr/>
          <a:lstStyle/>
          <a:p>
            <a:endParaRPr lang="es-AR" dirty="0"/>
          </a:p>
        </p:txBody>
      </p:sp>
      <p:sp>
        <p:nvSpPr>
          <p:cNvPr id="4" name="Espace réservé du numéro de diapositive 3">
            <a:extLst>
              <a:ext uri="{FF2B5EF4-FFF2-40B4-BE49-F238E27FC236}">
                <a16:creationId xmlns:a16="http://schemas.microsoft.com/office/drawing/2014/main" id="{3A9D64D7-5594-378B-C8D1-1DDB7848E84D}"/>
              </a:ext>
            </a:extLst>
          </p:cNvPr>
          <p:cNvSpPr>
            <a:spLocks noGrp="1"/>
          </p:cNvSpPr>
          <p:nvPr>
            <p:ph type="sldNum" sz="quarter" idx="5"/>
          </p:nvPr>
        </p:nvSpPr>
        <p:spPr/>
        <p:txBody>
          <a:bodyPr/>
          <a:lstStyle/>
          <a:p>
            <a:fld id="{61639CAE-AB21-4710-80C8-BF7B7344CF34}" type="slidenum">
              <a:rPr lang="fr-FR" smtClean="0"/>
              <a:t>7</a:t>
            </a:fld>
            <a:endParaRPr lang="fr-FR"/>
          </a:p>
        </p:txBody>
      </p:sp>
    </p:spTree>
    <p:extLst>
      <p:ext uri="{BB962C8B-B14F-4D97-AF65-F5344CB8AC3E}">
        <p14:creationId xmlns:p14="http://schemas.microsoft.com/office/powerpoint/2010/main" val="3749726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8</a:t>
            </a:fld>
            <a:endParaRPr lang="fr-FR"/>
          </a:p>
        </p:txBody>
      </p:sp>
    </p:spTree>
    <p:extLst>
      <p:ext uri="{BB962C8B-B14F-4D97-AF65-F5344CB8AC3E}">
        <p14:creationId xmlns:p14="http://schemas.microsoft.com/office/powerpoint/2010/main" val="428136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BBB98-C514-87F7-4A61-4F58615758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5595E7-5E40-EB12-F51A-113C991E841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BCF12F-4FE4-6EED-FE4B-B29944FE9713}"/>
              </a:ext>
            </a:extLst>
          </p:cNvPr>
          <p:cNvSpPr>
            <a:spLocks noGrp="1"/>
          </p:cNvSpPr>
          <p:nvPr>
            <p:ph type="body" idx="1"/>
          </p:nvPr>
        </p:nvSpPr>
        <p:spPr/>
        <p:txBody>
          <a:bodyPr/>
          <a:lstStyle/>
          <a:p>
            <a:endParaRPr lang="es-AR" dirty="0"/>
          </a:p>
        </p:txBody>
      </p:sp>
      <p:sp>
        <p:nvSpPr>
          <p:cNvPr id="4" name="Espace réservé du numéro de diapositive 3">
            <a:extLst>
              <a:ext uri="{FF2B5EF4-FFF2-40B4-BE49-F238E27FC236}">
                <a16:creationId xmlns:a16="http://schemas.microsoft.com/office/drawing/2014/main" id="{4BEDF5C2-335C-2295-9B98-9289FABD7725}"/>
              </a:ext>
            </a:extLst>
          </p:cNvPr>
          <p:cNvSpPr>
            <a:spLocks noGrp="1"/>
          </p:cNvSpPr>
          <p:nvPr>
            <p:ph type="sldNum" sz="quarter" idx="5"/>
          </p:nvPr>
        </p:nvSpPr>
        <p:spPr/>
        <p:txBody>
          <a:bodyPr/>
          <a:lstStyle/>
          <a:p>
            <a:fld id="{61639CAE-AB21-4710-80C8-BF7B7344CF34}" type="slidenum">
              <a:rPr lang="fr-FR" smtClean="0"/>
              <a:t>9</a:t>
            </a:fld>
            <a:endParaRPr lang="fr-FR"/>
          </a:p>
        </p:txBody>
      </p:sp>
    </p:spTree>
    <p:extLst>
      <p:ext uri="{BB962C8B-B14F-4D97-AF65-F5344CB8AC3E}">
        <p14:creationId xmlns:p14="http://schemas.microsoft.com/office/powerpoint/2010/main" val="3734249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10</a:t>
            </a:fld>
            <a:endParaRPr lang="fr-FR"/>
          </a:p>
        </p:txBody>
      </p:sp>
    </p:spTree>
    <p:extLst>
      <p:ext uri="{BB962C8B-B14F-4D97-AF65-F5344CB8AC3E}">
        <p14:creationId xmlns:p14="http://schemas.microsoft.com/office/powerpoint/2010/main" val="1902015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13</a:t>
            </a:fld>
            <a:endParaRPr lang="fr-FR"/>
          </a:p>
        </p:txBody>
      </p:sp>
    </p:spTree>
    <p:extLst>
      <p:ext uri="{BB962C8B-B14F-4D97-AF65-F5344CB8AC3E}">
        <p14:creationId xmlns:p14="http://schemas.microsoft.com/office/powerpoint/2010/main" val="29063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14</a:t>
            </a:fld>
            <a:endParaRPr lang="fr-FR"/>
          </a:p>
        </p:txBody>
      </p:sp>
    </p:spTree>
    <p:extLst>
      <p:ext uri="{BB962C8B-B14F-4D97-AF65-F5344CB8AC3E}">
        <p14:creationId xmlns:p14="http://schemas.microsoft.com/office/powerpoint/2010/main" val="304013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100"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15</a:t>
            </a:fld>
            <a:endParaRPr lang="fr-FR"/>
          </a:p>
        </p:txBody>
      </p:sp>
    </p:spTree>
    <p:extLst>
      <p:ext uri="{BB962C8B-B14F-4D97-AF65-F5344CB8AC3E}">
        <p14:creationId xmlns:p14="http://schemas.microsoft.com/office/powerpoint/2010/main" val="3087688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16</a:t>
            </a:fld>
            <a:endParaRPr lang="fr-FR"/>
          </a:p>
        </p:txBody>
      </p:sp>
    </p:spTree>
    <p:extLst>
      <p:ext uri="{BB962C8B-B14F-4D97-AF65-F5344CB8AC3E}">
        <p14:creationId xmlns:p14="http://schemas.microsoft.com/office/powerpoint/2010/main" val="2833685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17</a:t>
            </a:fld>
            <a:endParaRPr lang="fr-FR"/>
          </a:p>
        </p:txBody>
      </p:sp>
    </p:spTree>
    <p:extLst>
      <p:ext uri="{BB962C8B-B14F-4D97-AF65-F5344CB8AC3E}">
        <p14:creationId xmlns:p14="http://schemas.microsoft.com/office/powerpoint/2010/main" val="3631765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5031E-F60B-1EFA-FA16-35B30711DA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DAD2D7-C134-81E9-9AA6-3C89DEE4077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01A943E-418E-DFB1-9484-41DDDBC9F1D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327BF71-3659-98F9-7300-49F2A8C84511}"/>
              </a:ext>
            </a:extLst>
          </p:cNvPr>
          <p:cNvSpPr>
            <a:spLocks noGrp="1"/>
          </p:cNvSpPr>
          <p:nvPr>
            <p:ph type="sldNum" sz="quarter" idx="5"/>
          </p:nvPr>
        </p:nvSpPr>
        <p:spPr/>
        <p:txBody>
          <a:bodyPr/>
          <a:lstStyle/>
          <a:p>
            <a:fld id="{61639CAE-AB21-4710-80C8-BF7B7344CF34}" type="slidenum">
              <a:rPr lang="fr-FR" smtClean="0"/>
              <a:t>18</a:t>
            </a:fld>
            <a:endParaRPr lang="fr-FR"/>
          </a:p>
        </p:txBody>
      </p:sp>
    </p:spTree>
    <p:extLst>
      <p:ext uri="{BB962C8B-B14F-4D97-AF65-F5344CB8AC3E}">
        <p14:creationId xmlns:p14="http://schemas.microsoft.com/office/powerpoint/2010/main" val="331100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19</a:t>
            </a:fld>
            <a:endParaRPr lang="fr-FR"/>
          </a:p>
        </p:txBody>
      </p:sp>
    </p:spTree>
    <p:extLst>
      <p:ext uri="{BB962C8B-B14F-4D97-AF65-F5344CB8AC3E}">
        <p14:creationId xmlns:p14="http://schemas.microsoft.com/office/powerpoint/2010/main" val="3509595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20</a:t>
            </a:fld>
            <a:endParaRPr lang="fr-FR"/>
          </a:p>
        </p:txBody>
      </p:sp>
    </p:spTree>
    <p:extLst>
      <p:ext uri="{BB962C8B-B14F-4D97-AF65-F5344CB8AC3E}">
        <p14:creationId xmlns:p14="http://schemas.microsoft.com/office/powerpoint/2010/main" val="2985443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BADBF-B65A-4786-AFAD-19BFABC4BF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9BFCBF-FCB3-1743-FDA7-E47E6C523C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5D3D4E5-167B-10C5-243B-BCF513696698}"/>
              </a:ext>
            </a:extLst>
          </p:cNvPr>
          <p:cNvSpPr>
            <a:spLocks noGrp="1"/>
          </p:cNvSpPr>
          <p:nvPr>
            <p:ph type="body" idx="1"/>
          </p:nvPr>
        </p:nvSpPr>
        <p:spPr/>
        <p:txBody>
          <a:bodyPr/>
          <a:lstStyle/>
          <a:p>
            <a:endParaRPr lang="es-AR" dirty="0"/>
          </a:p>
        </p:txBody>
      </p:sp>
      <p:sp>
        <p:nvSpPr>
          <p:cNvPr id="4" name="Espace réservé du numéro de diapositive 3">
            <a:extLst>
              <a:ext uri="{FF2B5EF4-FFF2-40B4-BE49-F238E27FC236}">
                <a16:creationId xmlns:a16="http://schemas.microsoft.com/office/drawing/2014/main" id="{0E3A7E69-B277-CA20-D357-66801CF3E3A1}"/>
              </a:ext>
            </a:extLst>
          </p:cNvPr>
          <p:cNvSpPr>
            <a:spLocks noGrp="1"/>
          </p:cNvSpPr>
          <p:nvPr>
            <p:ph type="sldNum" sz="quarter" idx="5"/>
          </p:nvPr>
        </p:nvSpPr>
        <p:spPr/>
        <p:txBody>
          <a:bodyPr/>
          <a:lstStyle/>
          <a:p>
            <a:fld id="{61639CAE-AB21-4710-80C8-BF7B7344CF34}" type="slidenum">
              <a:rPr lang="fr-FR" smtClean="0"/>
              <a:t>21</a:t>
            </a:fld>
            <a:endParaRPr lang="fr-FR"/>
          </a:p>
        </p:txBody>
      </p:sp>
    </p:spTree>
    <p:extLst>
      <p:ext uri="{BB962C8B-B14F-4D97-AF65-F5344CB8AC3E}">
        <p14:creationId xmlns:p14="http://schemas.microsoft.com/office/powerpoint/2010/main" val="4180033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6CEE7-9F7A-4B3E-A564-087E0D78B0D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4443288-EBCC-DC5B-5950-C102EAF88D9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64A1EF7-BD7C-6429-DD51-F1DFDEA03EA0}"/>
              </a:ext>
            </a:extLst>
          </p:cNvPr>
          <p:cNvSpPr>
            <a:spLocks noGrp="1"/>
          </p:cNvSpPr>
          <p:nvPr>
            <p:ph type="body" idx="1"/>
          </p:nvPr>
        </p:nvSpPr>
        <p:spPr/>
        <p:txBody>
          <a:bodyPr/>
          <a:lstStyle/>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p:sp>
        <p:nvSpPr>
          <p:cNvPr id="4" name="Espace réservé du numéro de diapositive 3">
            <a:extLst>
              <a:ext uri="{FF2B5EF4-FFF2-40B4-BE49-F238E27FC236}">
                <a16:creationId xmlns:a16="http://schemas.microsoft.com/office/drawing/2014/main" id="{ECE4977C-C3B6-B988-C803-D61E68FF311C}"/>
              </a:ext>
            </a:extLst>
          </p:cNvPr>
          <p:cNvSpPr>
            <a:spLocks noGrp="1"/>
          </p:cNvSpPr>
          <p:nvPr>
            <p:ph type="sldNum" sz="quarter" idx="5"/>
          </p:nvPr>
        </p:nvSpPr>
        <p:spPr/>
        <p:txBody>
          <a:bodyPr/>
          <a:lstStyle/>
          <a:p>
            <a:fld id="{61639CAE-AB21-4710-80C8-BF7B7344CF34}" type="slidenum">
              <a:rPr lang="fr-FR" smtClean="0"/>
              <a:t>22</a:t>
            </a:fld>
            <a:endParaRPr lang="fr-FR"/>
          </a:p>
        </p:txBody>
      </p:sp>
    </p:spTree>
    <p:extLst>
      <p:ext uri="{BB962C8B-B14F-4D97-AF65-F5344CB8AC3E}">
        <p14:creationId xmlns:p14="http://schemas.microsoft.com/office/powerpoint/2010/main" val="1924950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83DF8-0B1C-4DDB-1868-482F368533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414340-C79B-5E0E-9072-DD4EF014486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8E5D84F-6420-B9EF-4F14-8149707C0EA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8DB9CDC-2E3C-0977-8B7C-F63B04810B60}"/>
              </a:ext>
            </a:extLst>
          </p:cNvPr>
          <p:cNvSpPr>
            <a:spLocks noGrp="1"/>
          </p:cNvSpPr>
          <p:nvPr>
            <p:ph type="sldNum" sz="quarter" idx="5"/>
          </p:nvPr>
        </p:nvSpPr>
        <p:spPr/>
        <p:txBody>
          <a:bodyPr/>
          <a:lstStyle/>
          <a:p>
            <a:fld id="{61639CAE-AB21-4710-80C8-BF7B7344CF34}" type="slidenum">
              <a:rPr lang="fr-FR" smtClean="0"/>
              <a:t>23</a:t>
            </a:fld>
            <a:endParaRPr lang="fr-FR"/>
          </a:p>
        </p:txBody>
      </p:sp>
    </p:spTree>
    <p:extLst>
      <p:ext uri="{BB962C8B-B14F-4D97-AF65-F5344CB8AC3E}">
        <p14:creationId xmlns:p14="http://schemas.microsoft.com/office/powerpoint/2010/main" val="3061314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A5570-68FD-D24D-0769-40F560BE15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16A099-C455-3357-FDED-B0F18D955C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6FAD433-D0FE-8E21-9462-828CE26AD0F5}"/>
              </a:ext>
            </a:extLst>
          </p:cNvPr>
          <p:cNvSpPr>
            <a:spLocks noGrp="1"/>
          </p:cNvSpPr>
          <p:nvPr>
            <p:ph type="body" idx="1"/>
          </p:nvPr>
        </p:nvSpPr>
        <p:spPr/>
        <p:txBody>
          <a:bodyPr/>
          <a:lstStyle/>
          <a:p>
            <a:endParaRPr lang="es-AR" b="1" dirty="0"/>
          </a:p>
        </p:txBody>
      </p:sp>
      <p:sp>
        <p:nvSpPr>
          <p:cNvPr id="4" name="Espace réservé du numéro de diapositive 3">
            <a:extLst>
              <a:ext uri="{FF2B5EF4-FFF2-40B4-BE49-F238E27FC236}">
                <a16:creationId xmlns:a16="http://schemas.microsoft.com/office/drawing/2014/main" id="{62608A15-630D-557B-28D2-C95CC1E80CCD}"/>
              </a:ext>
            </a:extLst>
          </p:cNvPr>
          <p:cNvSpPr>
            <a:spLocks noGrp="1"/>
          </p:cNvSpPr>
          <p:nvPr>
            <p:ph type="sldNum" sz="quarter" idx="5"/>
          </p:nvPr>
        </p:nvSpPr>
        <p:spPr/>
        <p:txBody>
          <a:bodyPr/>
          <a:lstStyle/>
          <a:p>
            <a:fld id="{61639CAE-AB21-4710-80C8-BF7B7344CF34}" type="slidenum">
              <a:rPr lang="fr-FR" smtClean="0"/>
              <a:t>24</a:t>
            </a:fld>
            <a:endParaRPr lang="fr-FR"/>
          </a:p>
        </p:txBody>
      </p:sp>
    </p:spTree>
    <p:extLst>
      <p:ext uri="{BB962C8B-B14F-4D97-AF65-F5344CB8AC3E}">
        <p14:creationId xmlns:p14="http://schemas.microsoft.com/office/powerpoint/2010/main" val="29094351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8D91F-4EBE-94E5-5177-DA32232371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604C07-C911-2591-B4B0-43531FDE17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A5BC62-20A6-0BAC-35C3-144387945BCF}"/>
              </a:ext>
            </a:extLst>
          </p:cNvPr>
          <p:cNvSpPr>
            <a:spLocks noGrp="1"/>
          </p:cNvSpPr>
          <p:nvPr>
            <p:ph type="body" idx="1"/>
          </p:nvPr>
        </p:nvSpPr>
        <p:spPr/>
        <p:txBody>
          <a:bodyPr/>
          <a:lstStyle/>
          <a:p>
            <a:endParaRPr lang="es-AR" b="1" dirty="0"/>
          </a:p>
        </p:txBody>
      </p:sp>
      <p:sp>
        <p:nvSpPr>
          <p:cNvPr id="4" name="Espace réservé du numéro de diapositive 3">
            <a:extLst>
              <a:ext uri="{FF2B5EF4-FFF2-40B4-BE49-F238E27FC236}">
                <a16:creationId xmlns:a16="http://schemas.microsoft.com/office/drawing/2014/main" id="{F64867FE-3C16-C280-E272-8126DE2F426A}"/>
              </a:ext>
            </a:extLst>
          </p:cNvPr>
          <p:cNvSpPr>
            <a:spLocks noGrp="1"/>
          </p:cNvSpPr>
          <p:nvPr>
            <p:ph type="sldNum" sz="quarter" idx="5"/>
          </p:nvPr>
        </p:nvSpPr>
        <p:spPr/>
        <p:txBody>
          <a:bodyPr/>
          <a:lstStyle/>
          <a:p>
            <a:fld id="{61639CAE-AB21-4710-80C8-BF7B7344CF34}" type="slidenum">
              <a:rPr lang="fr-FR" smtClean="0"/>
              <a:t>25</a:t>
            </a:fld>
            <a:endParaRPr lang="fr-FR"/>
          </a:p>
        </p:txBody>
      </p:sp>
    </p:spTree>
    <p:extLst>
      <p:ext uri="{BB962C8B-B14F-4D97-AF65-F5344CB8AC3E}">
        <p14:creationId xmlns:p14="http://schemas.microsoft.com/office/powerpoint/2010/main" val="1987838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17B72-7690-9CF3-BADA-5CF6B87B51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1004DD0-1A3E-6D11-EDFB-4BF7D27A5D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28A72F-A3A1-6DA8-457F-D1259552DE2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EE2A1FF-3F2B-6909-F1B9-F081CE24D10A}"/>
              </a:ext>
            </a:extLst>
          </p:cNvPr>
          <p:cNvSpPr>
            <a:spLocks noGrp="1"/>
          </p:cNvSpPr>
          <p:nvPr>
            <p:ph type="sldNum" sz="quarter" idx="5"/>
          </p:nvPr>
        </p:nvSpPr>
        <p:spPr/>
        <p:txBody>
          <a:bodyPr/>
          <a:lstStyle/>
          <a:p>
            <a:fld id="{61639CAE-AB21-4710-80C8-BF7B7344CF34}" type="slidenum">
              <a:rPr lang="fr-FR" smtClean="0"/>
              <a:t>26</a:t>
            </a:fld>
            <a:endParaRPr lang="fr-FR"/>
          </a:p>
        </p:txBody>
      </p:sp>
    </p:spTree>
    <p:extLst>
      <p:ext uri="{BB962C8B-B14F-4D97-AF65-F5344CB8AC3E}">
        <p14:creationId xmlns:p14="http://schemas.microsoft.com/office/powerpoint/2010/main" val="3274977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3BA0B-E8E5-7E47-9332-B6964F367F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5225F2-1A75-BADF-BBDC-FEE22571CA7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AAAD303-7C01-A4E8-F428-D78ADEF9C5E5}"/>
              </a:ext>
            </a:extLst>
          </p:cNvPr>
          <p:cNvSpPr>
            <a:spLocks noGrp="1"/>
          </p:cNvSpPr>
          <p:nvPr>
            <p:ph type="body" idx="1"/>
          </p:nvPr>
        </p:nvSpPr>
        <p:spPr/>
        <p:txBody>
          <a:bodyPr/>
          <a:lstStyle/>
          <a:p>
            <a:pPr marL="285750" indent="-285750">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ABD0D767-62FA-C26F-24A9-E520C3FB26A9}"/>
              </a:ext>
            </a:extLst>
          </p:cNvPr>
          <p:cNvSpPr>
            <a:spLocks noGrp="1"/>
          </p:cNvSpPr>
          <p:nvPr>
            <p:ph type="sldNum" sz="quarter" idx="5"/>
          </p:nvPr>
        </p:nvSpPr>
        <p:spPr/>
        <p:txBody>
          <a:bodyPr/>
          <a:lstStyle/>
          <a:p>
            <a:fld id="{61639CAE-AB21-4710-80C8-BF7B7344CF34}" type="slidenum">
              <a:rPr lang="fr-FR" smtClean="0"/>
              <a:t>27</a:t>
            </a:fld>
            <a:endParaRPr lang="fr-FR"/>
          </a:p>
        </p:txBody>
      </p:sp>
    </p:spTree>
    <p:extLst>
      <p:ext uri="{BB962C8B-B14F-4D97-AF65-F5344CB8AC3E}">
        <p14:creationId xmlns:p14="http://schemas.microsoft.com/office/powerpoint/2010/main" val="24857271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F5D43-D91B-CF2F-81A6-07D6D1F0D23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5E228A-D6FF-1DE4-6CC6-66D68656ED7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EDA709C-CF5C-7DA9-3C5E-7E89AEEEFD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A3884BDB-CF24-CC73-172B-8F9D1851D7F1}"/>
              </a:ext>
            </a:extLst>
          </p:cNvPr>
          <p:cNvSpPr>
            <a:spLocks noGrp="1"/>
          </p:cNvSpPr>
          <p:nvPr>
            <p:ph type="sldNum" sz="quarter" idx="5"/>
          </p:nvPr>
        </p:nvSpPr>
        <p:spPr/>
        <p:txBody>
          <a:bodyPr/>
          <a:lstStyle/>
          <a:p>
            <a:fld id="{61639CAE-AB21-4710-80C8-BF7B7344CF34}" type="slidenum">
              <a:rPr lang="fr-FR" smtClean="0"/>
              <a:t>28</a:t>
            </a:fld>
            <a:endParaRPr lang="fr-FR"/>
          </a:p>
        </p:txBody>
      </p:sp>
    </p:spTree>
    <p:extLst>
      <p:ext uri="{BB962C8B-B14F-4D97-AF65-F5344CB8AC3E}">
        <p14:creationId xmlns:p14="http://schemas.microsoft.com/office/powerpoint/2010/main" val="703877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s-AR" dirty="0"/>
          </a:p>
        </p:txBody>
      </p:sp>
      <p:sp>
        <p:nvSpPr>
          <p:cNvPr id="4" name="Espace réservé du numéro de diapositive 3"/>
          <p:cNvSpPr>
            <a:spLocks noGrp="1"/>
          </p:cNvSpPr>
          <p:nvPr>
            <p:ph type="sldNum" sz="quarter" idx="5"/>
          </p:nvPr>
        </p:nvSpPr>
        <p:spPr/>
        <p:txBody>
          <a:bodyPr/>
          <a:lstStyle/>
          <a:p>
            <a:fld id="{61639CAE-AB21-4710-80C8-BF7B7344CF34}" type="slidenum">
              <a:rPr lang="fr-FR" smtClean="0"/>
              <a:t>29</a:t>
            </a:fld>
            <a:endParaRPr lang="fr-FR"/>
          </a:p>
        </p:txBody>
      </p:sp>
    </p:spTree>
    <p:extLst>
      <p:ext uri="{BB962C8B-B14F-4D97-AF65-F5344CB8AC3E}">
        <p14:creationId xmlns:p14="http://schemas.microsoft.com/office/powerpoint/2010/main" val="1792291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2FEF21-BE07-C767-6D06-CA7AC7F61F8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B6A65D8-4228-BBC1-C68B-B7438AA50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481885A-1A2C-3C19-7326-77E968DF8130}"/>
              </a:ext>
            </a:extLst>
          </p:cNvPr>
          <p:cNvSpPr>
            <a:spLocks noGrp="1"/>
          </p:cNvSpPr>
          <p:nvPr>
            <p:ph type="dt" sz="half" idx="10"/>
          </p:nvPr>
        </p:nvSpPr>
        <p:spPr/>
        <p:txBody>
          <a:bodyPr/>
          <a:lstStyle/>
          <a:p>
            <a:fld id="{11F52F01-F947-41D9-BA07-76A29AF3FB3C}" type="datetime1">
              <a:rPr lang="fr-FR" smtClean="0"/>
              <a:t>29/01/2026</a:t>
            </a:fld>
            <a:endParaRPr lang="fr-FR"/>
          </a:p>
        </p:txBody>
      </p:sp>
      <p:sp>
        <p:nvSpPr>
          <p:cNvPr id="5" name="Espace réservé du pied de page 4">
            <a:extLst>
              <a:ext uri="{FF2B5EF4-FFF2-40B4-BE49-F238E27FC236}">
                <a16:creationId xmlns:a16="http://schemas.microsoft.com/office/drawing/2014/main" id="{B137D759-0697-C512-8DB1-6F74DB5F19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A06B875-45CF-958A-E98F-D899BE5DA998}"/>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3379255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4731ED-D666-E47F-6968-876ED86821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A7484E6-C068-F46C-C254-EE9DEA61636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F8AE677-3ADC-2392-6A8A-9291FD113519}"/>
              </a:ext>
            </a:extLst>
          </p:cNvPr>
          <p:cNvSpPr>
            <a:spLocks noGrp="1"/>
          </p:cNvSpPr>
          <p:nvPr>
            <p:ph type="dt" sz="half" idx="10"/>
          </p:nvPr>
        </p:nvSpPr>
        <p:spPr/>
        <p:txBody>
          <a:bodyPr/>
          <a:lstStyle/>
          <a:p>
            <a:fld id="{76421966-8986-482C-90C2-62BF1A11D36D}" type="datetime1">
              <a:rPr lang="fr-FR" smtClean="0"/>
              <a:t>29/01/2026</a:t>
            </a:fld>
            <a:endParaRPr lang="fr-FR"/>
          </a:p>
        </p:txBody>
      </p:sp>
      <p:sp>
        <p:nvSpPr>
          <p:cNvPr id="5" name="Espace réservé du pied de page 4">
            <a:extLst>
              <a:ext uri="{FF2B5EF4-FFF2-40B4-BE49-F238E27FC236}">
                <a16:creationId xmlns:a16="http://schemas.microsoft.com/office/drawing/2014/main" id="{6739F935-51D3-7B5E-860F-FE0FD0DE85F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556D72D-B83D-8F15-0917-19DF133B9A2D}"/>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710156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495BD6-4F5A-47DF-00A5-BCFE842B2A9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E33194D-A5A5-7F53-E6BB-10ABC19FC6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A285A67-7AE2-096A-5849-0B2C8DDF8EFB}"/>
              </a:ext>
            </a:extLst>
          </p:cNvPr>
          <p:cNvSpPr>
            <a:spLocks noGrp="1"/>
          </p:cNvSpPr>
          <p:nvPr>
            <p:ph type="dt" sz="half" idx="10"/>
          </p:nvPr>
        </p:nvSpPr>
        <p:spPr/>
        <p:txBody>
          <a:bodyPr/>
          <a:lstStyle/>
          <a:p>
            <a:fld id="{E4A31AD7-4506-4F25-A60F-0300DAE3D063}" type="datetime1">
              <a:rPr lang="fr-FR" smtClean="0"/>
              <a:t>29/01/2026</a:t>
            </a:fld>
            <a:endParaRPr lang="fr-FR"/>
          </a:p>
        </p:txBody>
      </p:sp>
      <p:sp>
        <p:nvSpPr>
          <p:cNvPr id="5" name="Espace réservé du pied de page 4">
            <a:extLst>
              <a:ext uri="{FF2B5EF4-FFF2-40B4-BE49-F238E27FC236}">
                <a16:creationId xmlns:a16="http://schemas.microsoft.com/office/drawing/2014/main" id="{A5D2372D-4AB3-7667-452B-2AE5087D89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59139E3-1049-FA9B-1312-C56D5D1DEFDF}"/>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45156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DEE8B1-49F8-B7C7-D323-150DCDCDA39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6D31B1F-AC0F-7891-4034-0A655837095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FF2C907-CD58-FFD9-B1CF-A5A67B7D600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62277E3-BC90-29E6-8592-24A5098ADC15}"/>
              </a:ext>
            </a:extLst>
          </p:cNvPr>
          <p:cNvSpPr>
            <a:spLocks noGrp="1"/>
          </p:cNvSpPr>
          <p:nvPr>
            <p:ph type="dt" sz="half" idx="10"/>
          </p:nvPr>
        </p:nvSpPr>
        <p:spPr/>
        <p:txBody>
          <a:bodyPr/>
          <a:lstStyle/>
          <a:p>
            <a:fld id="{FDC9F305-6BE9-477E-B049-8DB9C44E0473}" type="datetime1">
              <a:rPr lang="fr-FR" smtClean="0"/>
              <a:t>29/01/2026</a:t>
            </a:fld>
            <a:endParaRPr lang="fr-FR"/>
          </a:p>
        </p:txBody>
      </p:sp>
      <p:sp>
        <p:nvSpPr>
          <p:cNvPr id="6" name="Espace réservé du pied de page 5">
            <a:extLst>
              <a:ext uri="{FF2B5EF4-FFF2-40B4-BE49-F238E27FC236}">
                <a16:creationId xmlns:a16="http://schemas.microsoft.com/office/drawing/2014/main" id="{C547F5B8-788B-26CD-F07F-B5D3227028E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426BD32-5FFD-C238-F0E0-E0CB1580EECF}"/>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765093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55028-61BB-4707-4BF2-DB1C33DF2B5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7381BCD-72BE-027A-B773-747AC020F9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379EBCB-D800-8B45-9515-D356BCB3C59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D26BCCF-1628-A962-4A05-F4E794F198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F91449E-A6EA-42E9-1133-ECAA092C3F1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BC8F80D-B5B7-5163-C849-C07CAA28AAF3}"/>
              </a:ext>
            </a:extLst>
          </p:cNvPr>
          <p:cNvSpPr>
            <a:spLocks noGrp="1"/>
          </p:cNvSpPr>
          <p:nvPr>
            <p:ph type="dt" sz="half" idx="10"/>
          </p:nvPr>
        </p:nvSpPr>
        <p:spPr/>
        <p:txBody>
          <a:bodyPr/>
          <a:lstStyle/>
          <a:p>
            <a:fld id="{2BE00478-2532-4426-A347-BBB69087F0B3}" type="datetime1">
              <a:rPr lang="fr-FR" smtClean="0"/>
              <a:t>29/01/2026</a:t>
            </a:fld>
            <a:endParaRPr lang="fr-FR"/>
          </a:p>
        </p:txBody>
      </p:sp>
      <p:sp>
        <p:nvSpPr>
          <p:cNvPr id="8" name="Espace réservé du pied de page 7">
            <a:extLst>
              <a:ext uri="{FF2B5EF4-FFF2-40B4-BE49-F238E27FC236}">
                <a16:creationId xmlns:a16="http://schemas.microsoft.com/office/drawing/2014/main" id="{BB575822-4A04-C0C2-44DE-22C30D84F8A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E6E4F87-6DDC-93D7-A2B3-3CA8A6647EB5}"/>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2901284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50798F-34EA-C7AF-C7E8-2ACE5115156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B3AEEC2-CDC1-942E-AE90-35C538304F83}"/>
              </a:ext>
            </a:extLst>
          </p:cNvPr>
          <p:cNvSpPr>
            <a:spLocks noGrp="1"/>
          </p:cNvSpPr>
          <p:nvPr>
            <p:ph type="dt" sz="half" idx="10"/>
          </p:nvPr>
        </p:nvSpPr>
        <p:spPr/>
        <p:txBody>
          <a:bodyPr/>
          <a:lstStyle/>
          <a:p>
            <a:fld id="{08B6C776-B065-4BFE-A3E9-F437B6796D90}" type="datetime1">
              <a:rPr lang="fr-FR" smtClean="0"/>
              <a:t>29/01/2026</a:t>
            </a:fld>
            <a:endParaRPr lang="fr-FR"/>
          </a:p>
        </p:txBody>
      </p:sp>
      <p:sp>
        <p:nvSpPr>
          <p:cNvPr id="4" name="Espace réservé du pied de page 3">
            <a:extLst>
              <a:ext uri="{FF2B5EF4-FFF2-40B4-BE49-F238E27FC236}">
                <a16:creationId xmlns:a16="http://schemas.microsoft.com/office/drawing/2014/main" id="{71A28256-6E06-B150-0AE9-3E664B4B27D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5F77DEC-5C15-A48B-F1B9-B1956FE6B227}"/>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1037766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77E66B2-7B3A-B9F5-80DA-A1B3989AEBCA}"/>
              </a:ext>
            </a:extLst>
          </p:cNvPr>
          <p:cNvSpPr>
            <a:spLocks noGrp="1"/>
          </p:cNvSpPr>
          <p:nvPr>
            <p:ph type="dt" sz="half" idx="10"/>
          </p:nvPr>
        </p:nvSpPr>
        <p:spPr/>
        <p:txBody>
          <a:bodyPr/>
          <a:lstStyle/>
          <a:p>
            <a:fld id="{085604E2-3368-4A8D-80EB-F1000403030A}" type="datetime1">
              <a:rPr lang="fr-FR" smtClean="0"/>
              <a:t>29/01/2026</a:t>
            </a:fld>
            <a:endParaRPr lang="fr-FR"/>
          </a:p>
        </p:txBody>
      </p:sp>
      <p:sp>
        <p:nvSpPr>
          <p:cNvPr id="3" name="Espace réservé du pied de page 2">
            <a:extLst>
              <a:ext uri="{FF2B5EF4-FFF2-40B4-BE49-F238E27FC236}">
                <a16:creationId xmlns:a16="http://schemas.microsoft.com/office/drawing/2014/main" id="{DA890969-6C25-7E22-D1D2-C088504539C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5E38297-A3C8-FB90-D231-95F2E0DD2BFB}"/>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456371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0F2BF0-E471-2BF8-795E-87D6AFD03BB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9810BBD-9A55-AD92-1453-C33D9916EA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42DDD96-CF79-65BA-1588-C8B405C27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CD88BF7-2719-FCAD-13B7-4B5492A1A6C1}"/>
              </a:ext>
            </a:extLst>
          </p:cNvPr>
          <p:cNvSpPr>
            <a:spLocks noGrp="1"/>
          </p:cNvSpPr>
          <p:nvPr>
            <p:ph type="dt" sz="half" idx="10"/>
          </p:nvPr>
        </p:nvSpPr>
        <p:spPr/>
        <p:txBody>
          <a:bodyPr/>
          <a:lstStyle/>
          <a:p>
            <a:fld id="{D4EEA691-572F-4F04-BC85-BD56FDB68B16}" type="datetime1">
              <a:rPr lang="fr-FR" smtClean="0"/>
              <a:t>29/01/2026</a:t>
            </a:fld>
            <a:endParaRPr lang="fr-FR"/>
          </a:p>
        </p:txBody>
      </p:sp>
      <p:sp>
        <p:nvSpPr>
          <p:cNvPr id="6" name="Espace réservé du pied de page 5">
            <a:extLst>
              <a:ext uri="{FF2B5EF4-FFF2-40B4-BE49-F238E27FC236}">
                <a16:creationId xmlns:a16="http://schemas.microsoft.com/office/drawing/2014/main" id="{AD550B3B-6EED-4C5A-11BF-A10057F0CD4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C65A815-A939-069E-9B43-22718216DA41}"/>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238173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92DE17-34A0-0FAA-C27F-9ACB82962FF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F79FB5BC-2203-BE1A-83F2-AC126DE4B7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82EDC98-2130-1FD8-5624-C090E19632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147D0A9-F84A-00B4-7130-4D8BF5C042F9}"/>
              </a:ext>
            </a:extLst>
          </p:cNvPr>
          <p:cNvSpPr>
            <a:spLocks noGrp="1"/>
          </p:cNvSpPr>
          <p:nvPr>
            <p:ph type="dt" sz="half" idx="10"/>
          </p:nvPr>
        </p:nvSpPr>
        <p:spPr/>
        <p:txBody>
          <a:bodyPr/>
          <a:lstStyle/>
          <a:p>
            <a:fld id="{F51E280F-F899-4FD0-A249-C2535D392737}" type="datetime1">
              <a:rPr lang="fr-FR" smtClean="0"/>
              <a:t>29/01/2026</a:t>
            </a:fld>
            <a:endParaRPr lang="fr-FR"/>
          </a:p>
        </p:txBody>
      </p:sp>
      <p:sp>
        <p:nvSpPr>
          <p:cNvPr id="6" name="Espace réservé du pied de page 5">
            <a:extLst>
              <a:ext uri="{FF2B5EF4-FFF2-40B4-BE49-F238E27FC236}">
                <a16:creationId xmlns:a16="http://schemas.microsoft.com/office/drawing/2014/main" id="{60ADC480-639E-252B-C8C5-AE86E77F28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67E4955-EEE0-04A6-0E28-9EABCCC7FE19}"/>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1213994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75A681-4CA9-BB0C-4BFC-542EB03BA90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1771ADB-7713-8915-9C2B-8CB7EC0897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0885611-0EC6-1147-0D66-131556F43D7E}"/>
              </a:ext>
            </a:extLst>
          </p:cNvPr>
          <p:cNvSpPr>
            <a:spLocks noGrp="1"/>
          </p:cNvSpPr>
          <p:nvPr>
            <p:ph type="dt" sz="half" idx="10"/>
          </p:nvPr>
        </p:nvSpPr>
        <p:spPr/>
        <p:txBody>
          <a:bodyPr/>
          <a:lstStyle/>
          <a:p>
            <a:fld id="{FE6FA391-0CE9-40D0-A2F7-85DBD7240798}" type="datetime1">
              <a:rPr lang="fr-FR" smtClean="0"/>
              <a:t>29/01/2026</a:t>
            </a:fld>
            <a:endParaRPr lang="fr-FR"/>
          </a:p>
        </p:txBody>
      </p:sp>
      <p:sp>
        <p:nvSpPr>
          <p:cNvPr id="5" name="Espace réservé du pied de page 4">
            <a:extLst>
              <a:ext uri="{FF2B5EF4-FFF2-40B4-BE49-F238E27FC236}">
                <a16:creationId xmlns:a16="http://schemas.microsoft.com/office/drawing/2014/main" id="{F9864813-959F-EF55-E4A4-F78010EBDA9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E24510-22FB-000E-E129-9DE2E8EA8A0F}"/>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484116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CC24598-E7BA-754B-486F-BEB67379ABD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2E47A81-FC0C-D5A1-5C5A-E069BAE668D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9977DE5-ACC5-43E7-3EA3-1D9A3EEF1812}"/>
              </a:ext>
            </a:extLst>
          </p:cNvPr>
          <p:cNvSpPr>
            <a:spLocks noGrp="1"/>
          </p:cNvSpPr>
          <p:nvPr>
            <p:ph type="dt" sz="half" idx="10"/>
          </p:nvPr>
        </p:nvSpPr>
        <p:spPr/>
        <p:txBody>
          <a:bodyPr/>
          <a:lstStyle/>
          <a:p>
            <a:fld id="{81B1AECE-E014-45BC-B18F-7BDB4D69CDE5}" type="datetime1">
              <a:rPr lang="fr-FR" smtClean="0"/>
              <a:t>29/01/2026</a:t>
            </a:fld>
            <a:endParaRPr lang="fr-FR"/>
          </a:p>
        </p:txBody>
      </p:sp>
      <p:sp>
        <p:nvSpPr>
          <p:cNvPr id="5" name="Espace réservé du pied de page 4">
            <a:extLst>
              <a:ext uri="{FF2B5EF4-FFF2-40B4-BE49-F238E27FC236}">
                <a16:creationId xmlns:a16="http://schemas.microsoft.com/office/drawing/2014/main" id="{DD618474-730F-7697-0270-51726F23479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F35F53-8A2B-16A4-DF94-5CC8908881BC}"/>
              </a:ext>
            </a:extLst>
          </p:cNvPr>
          <p:cNvSpPr>
            <a:spLocks noGrp="1"/>
          </p:cNvSpPr>
          <p:nvPr>
            <p:ph type="sldNum" sz="quarter" idx="12"/>
          </p:nvPr>
        </p:nvSpPr>
        <p:spPr/>
        <p:txBody>
          <a:bodyPr/>
          <a:lstStyle/>
          <a:p>
            <a:fld id="{BBC07E23-5D66-4BDA-857C-D8615BC30D33}" type="slidenum">
              <a:rPr lang="fr-FR" smtClean="0"/>
              <a:t>‹N°›</a:t>
            </a:fld>
            <a:endParaRPr lang="fr-FR"/>
          </a:p>
        </p:txBody>
      </p:sp>
    </p:spTree>
    <p:extLst>
      <p:ext uri="{BB962C8B-B14F-4D97-AF65-F5344CB8AC3E}">
        <p14:creationId xmlns:p14="http://schemas.microsoft.com/office/powerpoint/2010/main" val="2573715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5188544-5627-BEB8-E1A9-9F258A7735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CD1928C-0617-D19F-6634-73737EF6AB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54FEFD-22C9-B210-98A1-EBB5ABFC8C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49E18-1044-428F-89F4-DDEB76B54A54}" type="datetime1">
              <a:rPr lang="fr-FR" smtClean="0"/>
              <a:t>29/01/2026</a:t>
            </a:fld>
            <a:endParaRPr lang="fr-FR"/>
          </a:p>
        </p:txBody>
      </p:sp>
      <p:sp>
        <p:nvSpPr>
          <p:cNvPr id="5" name="Espace réservé du pied de page 4">
            <a:extLst>
              <a:ext uri="{FF2B5EF4-FFF2-40B4-BE49-F238E27FC236}">
                <a16:creationId xmlns:a16="http://schemas.microsoft.com/office/drawing/2014/main" id="{224CB006-5F5C-3788-892E-0936FBD520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F1FDBCB-0611-9C7D-2E28-A6D54D7C5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07E23-5D66-4BDA-857C-D8615BC30D33}" type="slidenum">
              <a:rPr lang="fr-FR" smtClean="0"/>
              <a:t>‹N°›</a:t>
            </a:fld>
            <a:endParaRPr lang="fr-FR"/>
          </a:p>
        </p:txBody>
      </p:sp>
    </p:spTree>
    <p:extLst>
      <p:ext uri="{BB962C8B-B14F-4D97-AF65-F5344CB8AC3E}">
        <p14:creationId xmlns:p14="http://schemas.microsoft.com/office/powerpoint/2010/main" val="2975626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2.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paulliang279"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www.youtube.com/@LPMorenc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6D03FA7-3D73-F860-D803-F3FD4CEA0C4B}"/>
              </a:ext>
            </a:extLst>
          </p:cNvPr>
          <p:cNvSpPr>
            <a:spLocks noGrp="1"/>
          </p:cNvSpPr>
          <p:nvPr>
            <p:ph type="title"/>
          </p:nvPr>
        </p:nvSpPr>
        <p:spPr>
          <a:xfrm>
            <a:off x="2751502" y="778545"/>
            <a:ext cx="6714699" cy="3178689"/>
          </a:xfrm>
        </p:spPr>
        <p:txBody>
          <a:bodyPr vert="horz" lIns="91440" tIns="45720" rIns="91440" bIns="45720" rtlCol="0" anchor="b">
            <a:normAutofit/>
          </a:bodyPr>
          <a:lstStyle/>
          <a:p>
            <a:r>
              <a:rPr lang="fr-FR" sz="4800" dirty="0">
                <a:solidFill>
                  <a:schemeClr val="bg1"/>
                </a:solidFill>
              </a:rPr>
              <a:t>Introduction aux modèles multimodaux</a:t>
            </a:r>
            <a:endParaRPr lang="en-US" sz="4800" kern="1200" dirty="0">
              <a:solidFill>
                <a:schemeClr val="bg1"/>
              </a:solidFill>
              <a:latin typeface="+mj-lt"/>
              <a:ea typeface="+mj-ea"/>
              <a:cs typeface="+mj-cs"/>
            </a:endParaRPr>
          </a:p>
        </p:txBody>
      </p:sp>
      <p:sp>
        <p:nvSpPr>
          <p:cNvPr id="23" name="Rectangle 22">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space réservé du numéro de diapositive 3">
            <a:extLst>
              <a:ext uri="{FF2B5EF4-FFF2-40B4-BE49-F238E27FC236}">
                <a16:creationId xmlns:a16="http://schemas.microsoft.com/office/drawing/2014/main" id="{BE0DD1E2-9457-87AC-C4AE-42768AAB7B7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BBC07E23-5D66-4BDA-857C-D8615BC30D33}" type="slidenum">
              <a:rPr lang="en-US" sz="1100">
                <a:solidFill>
                  <a:srgbClr val="FFFFFF"/>
                </a:solidFill>
              </a:rPr>
              <a:pPr>
                <a:spcAft>
                  <a:spcPts val="600"/>
                </a:spcAft>
              </a:pPr>
              <a:t>1</a:t>
            </a:fld>
            <a:endParaRPr lang="en-US" sz="1100">
              <a:solidFill>
                <a:srgbClr val="FFFFFF"/>
              </a:solidFill>
            </a:endParaRPr>
          </a:p>
        </p:txBody>
      </p:sp>
      <p:sp>
        <p:nvSpPr>
          <p:cNvPr id="3" name="ZoneTexte 2">
            <a:extLst>
              <a:ext uri="{FF2B5EF4-FFF2-40B4-BE49-F238E27FC236}">
                <a16:creationId xmlns:a16="http://schemas.microsoft.com/office/drawing/2014/main" id="{06FD22EC-7417-3587-B5FC-0BDE636CF7BF}"/>
              </a:ext>
            </a:extLst>
          </p:cNvPr>
          <p:cNvSpPr txBox="1"/>
          <p:nvPr/>
        </p:nvSpPr>
        <p:spPr>
          <a:xfrm>
            <a:off x="277523" y="5483077"/>
            <a:ext cx="4947958" cy="923330"/>
          </a:xfrm>
          <a:prstGeom prst="rect">
            <a:avLst/>
          </a:prstGeom>
          <a:noFill/>
        </p:spPr>
        <p:txBody>
          <a:bodyPr wrap="none" rtlCol="0">
            <a:spAutoFit/>
          </a:bodyPr>
          <a:lstStyle/>
          <a:p>
            <a:r>
              <a:rPr lang="fr-FR" dirty="0">
                <a:solidFill>
                  <a:schemeClr val="bg1"/>
                </a:solidFill>
              </a:rPr>
              <a:t>Robin Mougne</a:t>
            </a:r>
          </a:p>
          <a:p>
            <a:r>
              <a:rPr lang="fr-FR" dirty="0">
                <a:solidFill>
                  <a:schemeClr val="bg1"/>
                </a:solidFill>
              </a:rPr>
              <a:t>ESAIP Angers</a:t>
            </a:r>
          </a:p>
          <a:p>
            <a:r>
              <a:rPr lang="fr-FR" dirty="0">
                <a:solidFill>
                  <a:schemeClr val="bg1"/>
                </a:solidFill>
              </a:rPr>
              <a:t>Période de stage : septembre 2025 - février 2026</a:t>
            </a:r>
          </a:p>
        </p:txBody>
      </p:sp>
    </p:spTree>
    <p:extLst>
      <p:ext uri="{BB962C8B-B14F-4D97-AF65-F5344CB8AC3E}">
        <p14:creationId xmlns:p14="http://schemas.microsoft.com/office/powerpoint/2010/main" val="34803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rrière-plan de carte de circuit imprimé">
            <a:extLst>
              <a:ext uri="{FF2B5EF4-FFF2-40B4-BE49-F238E27FC236}">
                <a16:creationId xmlns:a16="http://schemas.microsoft.com/office/drawing/2014/main" id="{40DA87CF-CC19-9877-2794-4F5A3A05EC97}"/>
              </a:ext>
            </a:extLst>
          </p:cNvPr>
          <p:cNvPicPr>
            <a:picLocks noChangeAspect="1"/>
          </p:cNvPicPr>
          <p:nvPr/>
        </p:nvPicPr>
        <p:blipFill>
          <a:blip r:embed="rId3"/>
          <a:srcRect r="6237"/>
          <a:stretch>
            <a:fillRect/>
          </a:stretch>
        </p:blipFill>
        <p:spPr>
          <a:xfrm>
            <a:off x="1" y="10"/>
            <a:ext cx="9669642" cy="6857990"/>
          </a:xfrm>
          <a:prstGeom prst="rect">
            <a:avLst/>
          </a:prstGeom>
        </p:spPr>
      </p:pic>
      <p:sp>
        <p:nvSpPr>
          <p:cNvPr id="23" name="Rectangle 2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1201251-8AB0-3F4E-30E2-5A2B46C15249}"/>
              </a:ext>
            </a:extLst>
          </p:cNvPr>
          <p:cNvSpPr>
            <a:spLocks noGrp="1"/>
          </p:cNvSpPr>
          <p:nvPr>
            <p:ph type="title"/>
          </p:nvPr>
        </p:nvSpPr>
        <p:spPr>
          <a:xfrm>
            <a:off x="7531610" y="365125"/>
            <a:ext cx="3822189" cy="1899912"/>
          </a:xfrm>
        </p:spPr>
        <p:txBody>
          <a:bodyPr>
            <a:normAutofit/>
          </a:bodyPr>
          <a:lstStyle/>
          <a:p>
            <a:r>
              <a:rPr lang="fr-FR" sz="4000" dirty="0"/>
              <a:t>Sommaire :</a:t>
            </a:r>
          </a:p>
        </p:txBody>
      </p:sp>
      <p:sp>
        <p:nvSpPr>
          <p:cNvPr id="3" name="Espace réservé du contenu 2">
            <a:extLst>
              <a:ext uri="{FF2B5EF4-FFF2-40B4-BE49-F238E27FC236}">
                <a16:creationId xmlns:a16="http://schemas.microsoft.com/office/drawing/2014/main" id="{962B5EC8-D024-B2A3-AE7B-C5A7DCB34128}"/>
              </a:ext>
            </a:extLst>
          </p:cNvPr>
          <p:cNvSpPr>
            <a:spLocks noGrp="1"/>
          </p:cNvSpPr>
          <p:nvPr>
            <p:ph idx="1"/>
          </p:nvPr>
        </p:nvSpPr>
        <p:spPr>
          <a:xfrm>
            <a:off x="7531610" y="2434201"/>
            <a:ext cx="3822189" cy="3742762"/>
          </a:xfrm>
        </p:spPr>
        <p:txBody>
          <a:bodyPr>
            <a:normAutofit/>
          </a:bodyPr>
          <a:lstStyle/>
          <a:p>
            <a:r>
              <a:rPr lang="fr-FR" sz="2000" dirty="0"/>
              <a:t>Introduction</a:t>
            </a:r>
          </a:p>
          <a:p>
            <a:r>
              <a:rPr lang="fr-FR" sz="2000" dirty="0"/>
              <a:t>Domaines d’applications</a:t>
            </a:r>
          </a:p>
          <a:p>
            <a:r>
              <a:rPr lang="fr-FR" sz="2000" dirty="0"/>
              <a:t>Outils de la multimodalité </a:t>
            </a:r>
          </a:p>
          <a:p>
            <a:r>
              <a:rPr lang="en-US" sz="2000" dirty="0" err="1"/>
              <a:t>Défis</a:t>
            </a:r>
            <a:r>
              <a:rPr lang="en-US" sz="2000" dirty="0"/>
              <a:t> </a:t>
            </a:r>
            <a:r>
              <a:rPr lang="en-US" sz="2000" dirty="0" err="1"/>
              <a:t>ouverts</a:t>
            </a:r>
            <a:r>
              <a:rPr lang="en-US" sz="2000" dirty="0"/>
              <a:t> et solutions possibles</a:t>
            </a:r>
            <a:endParaRPr lang="fr-FR" sz="2000" dirty="0"/>
          </a:p>
        </p:txBody>
      </p:sp>
      <p:sp>
        <p:nvSpPr>
          <p:cNvPr id="4" name="Espace réservé du numéro de diapositive 3">
            <a:extLst>
              <a:ext uri="{FF2B5EF4-FFF2-40B4-BE49-F238E27FC236}">
                <a16:creationId xmlns:a16="http://schemas.microsoft.com/office/drawing/2014/main" id="{51D2A657-B0EB-5916-15EB-E333F724F210}"/>
              </a:ext>
            </a:extLst>
          </p:cNvPr>
          <p:cNvSpPr>
            <a:spLocks noGrp="1"/>
          </p:cNvSpPr>
          <p:nvPr>
            <p:ph type="sldNum" sz="quarter" idx="12"/>
          </p:nvPr>
        </p:nvSpPr>
        <p:spPr>
          <a:xfrm>
            <a:off x="8610600" y="6356350"/>
            <a:ext cx="2743200" cy="365125"/>
          </a:xfrm>
        </p:spPr>
        <p:txBody>
          <a:bodyPr>
            <a:normAutofit/>
          </a:bodyPr>
          <a:lstStyle/>
          <a:p>
            <a:pPr>
              <a:spcAft>
                <a:spcPts val="600"/>
              </a:spcAft>
            </a:pPr>
            <a:fld id="{BBC07E23-5D66-4BDA-857C-D8615BC30D33}" type="slidenum">
              <a:rPr lang="fr-FR" smtClean="0"/>
              <a:pPr>
                <a:spcAft>
                  <a:spcPts val="600"/>
                </a:spcAft>
              </a:pPr>
              <a:t>2</a:t>
            </a:fld>
            <a:endParaRPr lang="fr-FR"/>
          </a:p>
        </p:txBody>
      </p:sp>
    </p:spTree>
    <p:extLst>
      <p:ext uri="{BB962C8B-B14F-4D97-AF65-F5344CB8AC3E}">
        <p14:creationId xmlns:p14="http://schemas.microsoft.com/office/powerpoint/2010/main" val="3979975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19DA5FD2-2F28-9B11-54FF-5A2FEAC2183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fr-FR" sz="4000" dirty="0">
                <a:solidFill>
                  <a:schemeClr val="bg1"/>
                </a:solidFill>
              </a:rPr>
              <a:t>Modalité</a:t>
            </a:r>
            <a:endParaRPr lang="en-US" sz="4000" kern="1200" dirty="0">
              <a:solidFill>
                <a:schemeClr val="bg1"/>
              </a:solidFill>
              <a:latin typeface="+mj-lt"/>
              <a:ea typeface="+mj-ea"/>
              <a:cs typeface="+mj-cs"/>
            </a:endParaRPr>
          </a:p>
        </p:txBody>
      </p:sp>
      <p:sp>
        <p:nvSpPr>
          <p:cNvPr id="5" name="Espace réservé du numéro de diapositive 4">
            <a:extLst>
              <a:ext uri="{FF2B5EF4-FFF2-40B4-BE49-F238E27FC236}">
                <a16:creationId xmlns:a16="http://schemas.microsoft.com/office/drawing/2014/main" id="{FD8B7B88-95CE-3785-7A81-E58EEA8F0B6A}"/>
              </a:ext>
            </a:extLst>
          </p:cNvPr>
          <p:cNvSpPr>
            <a:spLocks noGrp="1"/>
          </p:cNvSpPr>
          <p:nvPr>
            <p:ph type="sldNum" sz="quarter" idx="12"/>
          </p:nvPr>
        </p:nvSpPr>
        <p:spPr/>
        <p:txBody>
          <a:bodyPr/>
          <a:lstStyle/>
          <a:p>
            <a:fld id="{BBC07E23-5D66-4BDA-857C-D8615BC30D33}" type="slidenum">
              <a:rPr lang="fr-FR" smtClean="0"/>
              <a:t>3</a:t>
            </a:fld>
            <a:endParaRPr lang="fr-FR"/>
          </a:p>
        </p:txBody>
      </p:sp>
      <p:graphicFrame>
        <p:nvGraphicFramePr>
          <p:cNvPr id="7" name="Espace réservé du contenu 2">
            <a:extLst>
              <a:ext uri="{FF2B5EF4-FFF2-40B4-BE49-F238E27FC236}">
                <a16:creationId xmlns:a16="http://schemas.microsoft.com/office/drawing/2014/main" id="{BEFFD754-9DC3-7DEB-4460-DCAA505ED271}"/>
              </a:ext>
            </a:extLst>
          </p:cNvPr>
          <p:cNvGraphicFramePr>
            <a:graphicFrameLocks/>
          </p:cNvGraphicFramePr>
          <p:nvPr>
            <p:extLst>
              <p:ext uri="{D42A27DB-BD31-4B8C-83A1-F6EECF244321}">
                <p14:modId xmlns:p14="http://schemas.microsoft.com/office/powerpoint/2010/main" val="17026392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40646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553D618-21D5-B52D-6309-A783583768FB}"/>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Les modèles multimodaux : </a:t>
            </a:r>
          </a:p>
        </p:txBody>
      </p:sp>
      <p:pic>
        <p:nvPicPr>
          <p:cNvPr id="9" name="Image 8" descr="Une image contenant texte, capture d’écran, Police, logo&#10;&#10;Le contenu généré par l’IA peut être incorrect.">
            <a:extLst>
              <a:ext uri="{FF2B5EF4-FFF2-40B4-BE49-F238E27FC236}">
                <a16:creationId xmlns:a16="http://schemas.microsoft.com/office/drawing/2014/main" id="{CB623DEB-FD94-934E-02A3-6101B8E673CF}"/>
              </a:ext>
            </a:extLst>
          </p:cNvPr>
          <p:cNvPicPr>
            <a:picLocks noChangeAspect="1"/>
          </p:cNvPicPr>
          <p:nvPr/>
        </p:nvPicPr>
        <p:blipFill>
          <a:blip r:embed="rId3"/>
          <a:stretch>
            <a:fillRect/>
          </a:stretch>
        </p:blipFill>
        <p:spPr>
          <a:xfrm>
            <a:off x="1621468" y="1966293"/>
            <a:ext cx="8949063" cy="4452160"/>
          </a:xfrm>
          <a:prstGeom prst="rect">
            <a:avLst/>
          </a:prstGeom>
        </p:spPr>
      </p:pic>
      <p:sp>
        <p:nvSpPr>
          <p:cNvPr id="4" name="Espace réservé du numéro de diapositive 3">
            <a:extLst>
              <a:ext uri="{FF2B5EF4-FFF2-40B4-BE49-F238E27FC236}">
                <a16:creationId xmlns:a16="http://schemas.microsoft.com/office/drawing/2014/main" id="{977D760F-65A3-B682-D2A8-D583AA6DB500}"/>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4</a:t>
            </a:fld>
            <a:endParaRPr lang="en-US" sz="1100">
              <a:solidFill>
                <a:schemeClr val="tx1">
                  <a:lumMod val="50000"/>
                  <a:lumOff val="50000"/>
                </a:schemeClr>
              </a:solidFill>
            </a:endParaRPr>
          </a:p>
        </p:txBody>
      </p:sp>
    </p:spTree>
    <p:extLst>
      <p:ext uri="{BB962C8B-B14F-4D97-AF65-F5344CB8AC3E}">
        <p14:creationId xmlns:p14="http://schemas.microsoft.com/office/powerpoint/2010/main" val="2264990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5EEBFD7-A76E-255A-BEA0-7B36E6B26404}"/>
              </a:ext>
            </a:extLst>
          </p:cNvPr>
          <p:cNvSpPr>
            <a:spLocks noGrp="1"/>
          </p:cNvSpPr>
          <p:nvPr>
            <p:ph type="title"/>
          </p:nvPr>
        </p:nvSpPr>
        <p:spPr>
          <a:xfrm>
            <a:off x="1383564" y="348865"/>
            <a:ext cx="9718111" cy="1576446"/>
          </a:xfrm>
        </p:spPr>
        <p:txBody>
          <a:bodyPr anchor="ctr">
            <a:normAutofit/>
          </a:bodyPr>
          <a:lstStyle/>
          <a:p>
            <a:r>
              <a:rPr lang="fr-FR" sz="4000" dirty="0">
                <a:solidFill>
                  <a:srgbClr val="FFFFFF"/>
                </a:solidFill>
              </a:rPr>
              <a:t>Domaines d’applications</a:t>
            </a:r>
            <a:endParaRPr lang="es-AR" sz="4000" dirty="0">
              <a:solidFill>
                <a:srgbClr val="FFFFFF"/>
              </a:solidFill>
            </a:endParaRPr>
          </a:p>
        </p:txBody>
      </p:sp>
      <p:sp>
        <p:nvSpPr>
          <p:cNvPr id="4" name="Espace réservé du numéro de diapositive 3">
            <a:extLst>
              <a:ext uri="{FF2B5EF4-FFF2-40B4-BE49-F238E27FC236}">
                <a16:creationId xmlns:a16="http://schemas.microsoft.com/office/drawing/2014/main" id="{573A36BC-DF62-35A2-6C36-3DF67D581AAF}"/>
              </a:ext>
            </a:extLst>
          </p:cNvPr>
          <p:cNvSpPr>
            <a:spLocks noGrp="1"/>
          </p:cNvSpPr>
          <p:nvPr>
            <p:ph type="sldNum" sz="quarter" idx="12"/>
          </p:nvPr>
        </p:nvSpPr>
        <p:spPr>
          <a:xfrm>
            <a:off x="11704320" y="6455664"/>
            <a:ext cx="448056" cy="365125"/>
          </a:xfrm>
        </p:spPr>
        <p:txBody>
          <a:bodyPr>
            <a:normAutofit/>
          </a:bodyPr>
          <a:lstStyle/>
          <a:p>
            <a:pPr>
              <a:spcAft>
                <a:spcPts val="600"/>
              </a:spcAft>
            </a:pPr>
            <a:fld id="{BBC07E23-5D66-4BDA-857C-D8615BC30D33}" type="slidenum">
              <a:rPr lang="fr-FR" sz="1100">
                <a:solidFill>
                  <a:schemeClr val="tx1">
                    <a:lumMod val="50000"/>
                    <a:lumOff val="50000"/>
                  </a:schemeClr>
                </a:solidFill>
              </a:rPr>
              <a:pPr>
                <a:spcAft>
                  <a:spcPts val="600"/>
                </a:spcAft>
              </a:pPr>
              <a:t>5</a:t>
            </a:fld>
            <a:endParaRPr lang="fr-FR" sz="1100">
              <a:solidFill>
                <a:schemeClr val="tx1">
                  <a:lumMod val="50000"/>
                  <a:lumOff val="50000"/>
                </a:schemeClr>
              </a:solidFill>
            </a:endParaRPr>
          </a:p>
        </p:txBody>
      </p:sp>
      <p:graphicFrame>
        <p:nvGraphicFramePr>
          <p:cNvPr id="19" name="Espace réservé du contenu 2">
            <a:extLst>
              <a:ext uri="{FF2B5EF4-FFF2-40B4-BE49-F238E27FC236}">
                <a16:creationId xmlns:a16="http://schemas.microsoft.com/office/drawing/2014/main" id="{4DC2CD44-6111-DA18-A369-EE4FBABFBC26}"/>
              </a:ext>
            </a:extLst>
          </p:cNvPr>
          <p:cNvGraphicFramePr>
            <a:graphicFrameLocks noGrp="1"/>
          </p:cNvGraphicFramePr>
          <p:nvPr>
            <p:ph idx="1"/>
            <p:extLst>
              <p:ext uri="{D42A27DB-BD31-4B8C-83A1-F6EECF244321}">
                <p14:modId xmlns:p14="http://schemas.microsoft.com/office/powerpoint/2010/main" val="206362209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3780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79259912-2B72-B1D7-8A2E-C593972E6DA7}"/>
              </a:ext>
            </a:extLst>
          </p:cNvPr>
          <p:cNvSpPr>
            <a:spLocks noGrp="1"/>
          </p:cNvSpPr>
          <p:nvPr>
            <p:ph type="title"/>
          </p:nvPr>
        </p:nvSpPr>
        <p:spPr>
          <a:xfrm>
            <a:off x="1383564" y="348865"/>
            <a:ext cx="9718111" cy="1576446"/>
          </a:xfrm>
        </p:spPr>
        <p:txBody>
          <a:bodyPr anchor="ctr">
            <a:normAutofit/>
          </a:bodyPr>
          <a:lstStyle/>
          <a:p>
            <a:r>
              <a:rPr lang="fr-FR" sz="4000" dirty="0">
                <a:solidFill>
                  <a:srgbClr val="FFFFFF"/>
                </a:solidFill>
              </a:rPr>
              <a:t>Les Outils des </a:t>
            </a:r>
            <a:r>
              <a:rPr lang="fr-FR" sz="4000" dirty="0">
                <a:solidFill>
                  <a:schemeClr val="bg1"/>
                </a:solidFill>
              </a:rPr>
              <a:t>modèles multimodaux</a:t>
            </a:r>
            <a:endParaRPr lang="fr-FR" sz="4000" dirty="0">
              <a:solidFill>
                <a:srgbClr val="FFFFFF"/>
              </a:solidFill>
            </a:endParaRPr>
          </a:p>
        </p:txBody>
      </p:sp>
      <p:graphicFrame>
        <p:nvGraphicFramePr>
          <p:cNvPr id="25" name="Rectangle 1">
            <a:extLst>
              <a:ext uri="{FF2B5EF4-FFF2-40B4-BE49-F238E27FC236}">
                <a16:creationId xmlns:a16="http://schemas.microsoft.com/office/drawing/2014/main" id="{B0752E3E-493A-A3E9-E38E-46AEC92DA971}"/>
              </a:ext>
            </a:extLst>
          </p:cNvPr>
          <p:cNvGraphicFramePr>
            <a:graphicFrameLocks noGrp="1"/>
          </p:cNvGraphicFramePr>
          <p:nvPr>
            <p:ph idx="1"/>
            <p:extLst>
              <p:ext uri="{D42A27DB-BD31-4B8C-83A1-F6EECF244321}">
                <p14:modId xmlns:p14="http://schemas.microsoft.com/office/powerpoint/2010/main" val="683105128"/>
              </p:ext>
            </p:extLst>
          </p:nvPr>
        </p:nvGraphicFramePr>
        <p:xfrm>
          <a:off x="644056" y="2615979"/>
          <a:ext cx="10927829" cy="37390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numéro de diapositive 3">
            <a:extLst>
              <a:ext uri="{FF2B5EF4-FFF2-40B4-BE49-F238E27FC236}">
                <a16:creationId xmlns:a16="http://schemas.microsoft.com/office/drawing/2014/main" id="{60C41CF1-5808-22FC-DA02-ED4AA38172F6}"/>
              </a:ext>
            </a:extLst>
          </p:cNvPr>
          <p:cNvSpPr>
            <a:spLocks noGrp="1"/>
          </p:cNvSpPr>
          <p:nvPr>
            <p:ph type="sldNum" sz="quarter" idx="12"/>
          </p:nvPr>
        </p:nvSpPr>
        <p:spPr/>
        <p:txBody>
          <a:bodyPr/>
          <a:lstStyle/>
          <a:p>
            <a:fld id="{BBC07E23-5D66-4BDA-857C-D8615BC30D33}" type="slidenum">
              <a:rPr lang="fr-FR" smtClean="0"/>
              <a:t>6</a:t>
            </a:fld>
            <a:endParaRPr lang="fr-FR"/>
          </a:p>
        </p:txBody>
      </p:sp>
    </p:spTree>
    <p:extLst>
      <p:ext uri="{BB962C8B-B14F-4D97-AF65-F5344CB8AC3E}">
        <p14:creationId xmlns:p14="http://schemas.microsoft.com/office/powerpoint/2010/main" val="891168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D02E03-608B-BAB0-9131-7BF1B92335E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5D13F-2E0E-288E-817F-6703C3BA3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F188A7-8ED3-CB6E-DAA4-1AED744B09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5F04C99-DBA0-5539-3685-D0ED65B87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3C20F72-1E6A-9DB8-3B10-526ACBA55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8278FD0-A69A-D947-1FE0-316226A54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ACC4091A-588E-EA00-3AE7-8D5B43A2AFD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La fusion</a:t>
            </a:r>
          </a:p>
        </p:txBody>
      </p:sp>
      <p:pic>
        <p:nvPicPr>
          <p:cNvPr id="4" name="Espace réservé du contenu 3" descr="Une image contenant texte, capture d’écran, Police, nombre&#10;&#10;Le contenu généré par l’IA peut être incorrect.">
            <a:extLst>
              <a:ext uri="{FF2B5EF4-FFF2-40B4-BE49-F238E27FC236}">
                <a16:creationId xmlns:a16="http://schemas.microsoft.com/office/drawing/2014/main" id="{EE53AA58-A767-4E7F-556A-EE40D4A9E6F8}"/>
              </a:ext>
            </a:extLst>
          </p:cNvPr>
          <p:cNvPicPr>
            <a:picLocks noGrp="1" noChangeAspect="1"/>
          </p:cNvPicPr>
          <p:nvPr>
            <p:ph idx="1"/>
          </p:nvPr>
        </p:nvPicPr>
        <p:blipFill>
          <a:blip r:embed="rId3"/>
          <a:stretch>
            <a:fillRect/>
          </a:stretch>
        </p:blipFill>
        <p:spPr>
          <a:xfrm>
            <a:off x="4502428" y="1396759"/>
            <a:ext cx="7225748" cy="4064482"/>
          </a:xfrm>
          <a:prstGeom prst="rect">
            <a:avLst/>
          </a:prstGeom>
        </p:spPr>
      </p:pic>
      <p:sp>
        <p:nvSpPr>
          <p:cNvPr id="5" name="Espace réservé du numéro de diapositive 4">
            <a:extLst>
              <a:ext uri="{FF2B5EF4-FFF2-40B4-BE49-F238E27FC236}">
                <a16:creationId xmlns:a16="http://schemas.microsoft.com/office/drawing/2014/main" id="{CD20897E-A921-8B97-7206-0C93D263AA31}"/>
              </a:ext>
            </a:extLst>
          </p:cNvPr>
          <p:cNvSpPr>
            <a:spLocks noGrp="1"/>
          </p:cNvSpPr>
          <p:nvPr>
            <p:ph type="sldNum" sz="quarter" idx="12"/>
          </p:nvPr>
        </p:nvSpPr>
        <p:spPr/>
        <p:txBody>
          <a:bodyPr/>
          <a:lstStyle/>
          <a:p>
            <a:fld id="{BBC07E23-5D66-4BDA-857C-D8615BC30D33}" type="slidenum">
              <a:rPr lang="fr-FR" smtClean="0"/>
              <a:t>7</a:t>
            </a:fld>
            <a:endParaRPr lang="fr-FR"/>
          </a:p>
        </p:txBody>
      </p:sp>
    </p:spTree>
    <p:extLst>
      <p:ext uri="{BB962C8B-B14F-4D97-AF65-F5344CB8AC3E}">
        <p14:creationId xmlns:p14="http://schemas.microsoft.com/office/powerpoint/2010/main" val="2681741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72AF66E-B9AA-06A7-9A7D-EA6E5CCDEE82}"/>
              </a:ext>
            </a:extLst>
          </p:cNvPr>
          <p:cNvSpPr>
            <a:spLocks noGrp="1"/>
          </p:cNvSpPr>
          <p:nvPr>
            <p:ph type="title"/>
          </p:nvPr>
        </p:nvSpPr>
        <p:spPr>
          <a:xfrm>
            <a:off x="1383564" y="348865"/>
            <a:ext cx="9718111" cy="1576446"/>
          </a:xfrm>
        </p:spPr>
        <p:txBody>
          <a:bodyPr anchor="ctr">
            <a:normAutofit/>
          </a:bodyPr>
          <a:lstStyle/>
          <a:p>
            <a:r>
              <a:rPr lang="fr-FR" sz="4000">
                <a:solidFill>
                  <a:srgbClr val="FFFFFF"/>
                </a:solidFill>
              </a:rPr>
              <a:t>Les méthodes de fusion</a:t>
            </a:r>
          </a:p>
        </p:txBody>
      </p:sp>
      <p:graphicFrame>
        <p:nvGraphicFramePr>
          <p:cNvPr id="5" name="Espace réservé du contenu 2">
            <a:extLst>
              <a:ext uri="{FF2B5EF4-FFF2-40B4-BE49-F238E27FC236}">
                <a16:creationId xmlns:a16="http://schemas.microsoft.com/office/drawing/2014/main" id="{890679FC-A84E-3CDA-DCFD-B7F6B4E2C3E0}"/>
              </a:ext>
            </a:extLst>
          </p:cNvPr>
          <p:cNvGraphicFramePr>
            <a:graphicFrameLocks noGrp="1"/>
          </p:cNvGraphicFramePr>
          <p:nvPr>
            <p:ph idx="1"/>
            <p:extLst>
              <p:ext uri="{D42A27DB-BD31-4B8C-83A1-F6EECF244321}">
                <p14:modId xmlns:p14="http://schemas.microsoft.com/office/powerpoint/2010/main" val="378553260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numéro de diapositive 3">
            <a:extLst>
              <a:ext uri="{FF2B5EF4-FFF2-40B4-BE49-F238E27FC236}">
                <a16:creationId xmlns:a16="http://schemas.microsoft.com/office/drawing/2014/main" id="{44199317-AFC1-78B7-9E3E-933D8F309A79}"/>
              </a:ext>
            </a:extLst>
          </p:cNvPr>
          <p:cNvSpPr>
            <a:spLocks noGrp="1"/>
          </p:cNvSpPr>
          <p:nvPr>
            <p:ph type="sldNum" sz="quarter" idx="12"/>
          </p:nvPr>
        </p:nvSpPr>
        <p:spPr/>
        <p:txBody>
          <a:bodyPr/>
          <a:lstStyle/>
          <a:p>
            <a:fld id="{BBC07E23-5D66-4BDA-857C-D8615BC30D33}" type="slidenum">
              <a:rPr lang="fr-FR" smtClean="0"/>
              <a:t>8</a:t>
            </a:fld>
            <a:endParaRPr lang="fr-FR"/>
          </a:p>
        </p:txBody>
      </p:sp>
    </p:spTree>
    <p:extLst>
      <p:ext uri="{BB962C8B-B14F-4D97-AF65-F5344CB8AC3E}">
        <p14:creationId xmlns:p14="http://schemas.microsoft.com/office/powerpoint/2010/main" val="2357825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7CA16D-5769-48EF-CA4C-73F741AD102D}"/>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8E2EEF1-A01C-8EFD-9DE0-E73F8FFB4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49E5A1-38A3-B04D-4025-5A2DB0135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C384252-5B83-F3BB-179D-53E730578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3ED89E3-27EC-288E-7990-4131F037E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19A4C64-AB5F-42F9-2A44-7A5FD99EA73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s-AR" sz="4000" dirty="0" err="1">
                <a:solidFill>
                  <a:schemeClr val="bg1"/>
                </a:solidFill>
              </a:rPr>
              <a:t>Modèle</a:t>
            </a:r>
            <a:r>
              <a:rPr lang="es-AR" sz="4000" dirty="0">
                <a:solidFill>
                  <a:schemeClr val="bg1"/>
                </a:solidFill>
              </a:rPr>
              <a:t> unimodal</a:t>
            </a:r>
            <a:endParaRPr lang="en-US" sz="4000" kern="1200" dirty="0">
              <a:solidFill>
                <a:schemeClr val="bg1"/>
              </a:solidFill>
              <a:latin typeface="+mj-lt"/>
              <a:ea typeface="+mj-ea"/>
              <a:cs typeface="+mj-cs"/>
            </a:endParaRPr>
          </a:p>
        </p:txBody>
      </p:sp>
      <p:sp>
        <p:nvSpPr>
          <p:cNvPr id="5" name="Espace réservé du numéro de diapositive 4">
            <a:extLst>
              <a:ext uri="{FF2B5EF4-FFF2-40B4-BE49-F238E27FC236}">
                <a16:creationId xmlns:a16="http://schemas.microsoft.com/office/drawing/2014/main" id="{404B20A7-78C2-4A32-9AC5-27E03B20C291}"/>
              </a:ext>
            </a:extLst>
          </p:cNvPr>
          <p:cNvSpPr>
            <a:spLocks noGrp="1"/>
          </p:cNvSpPr>
          <p:nvPr>
            <p:ph type="sldNum" sz="quarter" idx="12"/>
          </p:nvPr>
        </p:nvSpPr>
        <p:spPr/>
        <p:txBody>
          <a:bodyPr/>
          <a:lstStyle/>
          <a:p>
            <a:fld id="{BBC07E23-5D66-4BDA-857C-D8615BC30D33}" type="slidenum">
              <a:rPr lang="fr-FR" smtClean="0"/>
              <a:t>9</a:t>
            </a:fld>
            <a:endParaRPr lang="fr-FR"/>
          </a:p>
        </p:txBody>
      </p:sp>
      <p:pic>
        <p:nvPicPr>
          <p:cNvPr id="8" name="Image 7" descr="Une image contenant texte, chien, capture d’écran&#10;&#10;Le contenu généré par l’IA peut être incorrect.">
            <a:extLst>
              <a:ext uri="{FF2B5EF4-FFF2-40B4-BE49-F238E27FC236}">
                <a16:creationId xmlns:a16="http://schemas.microsoft.com/office/drawing/2014/main" id="{8D7EC4CA-3865-B300-1EC3-969ECE0A2494}"/>
              </a:ext>
            </a:extLst>
          </p:cNvPr>
          <p:cNvPicPr>
            <a:picLocks noChangeAspect="1"/>
          </p:cNvPicPr>
          <p:nvPr/>
        </p:nvPicPr>
        <p:blipFill>
          <a:blip r:embed="rId3"/>
          <a:stretch>
            <a:fillRect/>
          </a:stretch>
        </p:blipFill>
        <p:spPr>
          <a:xfrm>
            <a:off x="1480491" y="3108783"/>
            <a:ext cx="9231013" cy="1714739"/>
          </a:xfrm>
          <a:prstGeom prst="rect">
            <a:avLst/>
          </a:prstGeom>
        </p:spPr>
      </p:pic>
    </p:spTree>
    <p:extLst>
      <p:ext uri="{BB962C8B-B14F-4D97-AF65-F5344CB8AC3E}">
        <p14:creationId xmlns:p14="http://schemas.microsoft.com/office/powerpoint/2010/main" val="553003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5ED729F-41EA-8387-A66D-AD9D5E5D5CC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Early Fusion</a:t>
            </a:r>
          </a:p>
        </p:txBody>
      </p:sp>
      <p:sp>
        <p:nvSpPr>
          <p:cNvPr id="5" name="Espace réservé du numéro de diapositive 4">
            <a:extLst>
              <a:ext uri="{FF2B5EF4-FFF2-40B4-BE49-F238E27FC236}">
                <a16:creationId xmlns:a16="http://schemas.microsoft.com/office/drawing/2014/main" id="{1376BBDB-7C7F-A1A1-C862-90EE7BE4301F}"/>
              </a:ext>
            </a:extLst>
          </p:cNvPr>
          <p:cNvSpPr>
            <a:spLocks noGrp="1"/>
          </p:cNvSpPr>
          <p:nvPr>
            <p:ph type="sldNum" sz="quarter" idx="12"/>
          </p:nvPr>
        </p:nvSpPr>
        <p:spPr/>
        <p:txBody>
          <a:bodyPr/>
          <a:lstStyle/>
          <a:p>
            <a:fld id="{BBC07E23-5D66-4BDA-857C-D8615BC30D33}" type="slidenum">
              <a:rPr lang="fr-FR" smtClean="0"/>
              <a:t>10</a:t>
            </a:fld>
            <a:endParaRPr lang="fr-FR"/>
          </a:p>
        </p:txBody>
      </p:sp>
      <p:pic>
        <p:nvPicPr>
          <p:cNvPr id="8" name="Image 7" descr="Une image contenant texte, capture d’écran&#10;&#10;Le contenu généré par l’IA peut être incorrect.">
            <a:extLst>
              <a:ext uri="{FF2B5EF4-FFF2-40B4-BE49-F238E27FC236}">
                <a16:creationId xmlns:a16="http://schemas.microsoft.com/office/drawing/2014/main" id="{3A6D3E72-A02D-0855-21D5-47361B67D71E}"/>
              </a:ext>
            </a:extLst>
          </p:cNvPr>
          <p:cNvPicPr>
            <a:picLocks noChangeAspect="1"/>
          </p:cNvPicPr>
          <p:nvPr/>
        </p:nvPicPr>
        <p:blipFill>
          <a:blip r:embed="rId3"/>
          <a:stretch>
            <a:fillRect/>
          </a:stretch>
        </p:blipFill>
        <p:spPr>
          <a:xfrm>
            <a:off x="951780" y="1905908"/>
            <a:ext cx="10288436" cy="4448796"/>
          </a:xfrm>
          <a:prstGeom prst="rect">
            <a:avLst/>
          </a:prstGeom>
        </p:spPr>
      </p:pic>
    </p:spTree>
    <p:extLst>
      <p:ext uri="{BB962C8B-B14F-4D97-AF65-F5344CB8AC3E}">
        <p14:creationId xmlns:p14="http://schemas.microsoft.com/office/powerpoint/2010/main" val="2939821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6F12F2-5CD7-B8F4-91DB-A78DB2DEE0DC}"/>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FA296A9-3C03-C0D4-9712-0FB73BB85F9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Deep Fusion</a:t>
            </a:r>
          </a:p>
        </p:txBody>
      </p:sp>
      <p:sp>
        <p:nvSpPr>
          <p:cNvPr id="5" name="Espace réservé du numéro de diapositive 4">
            <a:extLst>
              <a:ext uri="{FF2B5EF4-FFF2-40B4-BE49-F238E27FC236}">
                <a16:creationId xmlns:a16="http://schemas.microsoft.com/office/drawing/2014/main" id="{00AD0C1F-D5AB-3659-605B-20788BFA7B5F}"/>
              </a:ext>
            </a:extLst>
          </p:cNvPr>
          <p:cNvSpPr>
            <a:spLocks noGrp="1"/>
          </p:cNvSpPr>
          <p:nvPr>
            <p:ph type="sldNum" sz="quarter" idx="12"/>
          </p:nvPr>
        </p:nvSpPr>
        <p:spPr/>
        <p:txBody>
          <a:bodyPr/>
          <a:lstStyle/>
          <a:p>
            <a:fld id="{BBC07E23-5D66-4BDA-857C-D8615BC30D33}" type="slidenum">
              <a:rPr lang="fr-FR" smtClean="0"/>
              <a:t>11</a:t>
            </a:fld>
            <a:endParaRPr lang="fr-FR"/>
          </a:p>
        </p:txBody>
      </p:sp>
      <p:pic>
        <p:nvPicPr>
          <p:cNvPr id="4" name="Image 3" descr="Une image contenant texte, capture d’écran&#10;&#10;Le contenu généré par l’IA peut être incorrect.">
            <a:extLst>
              <a:ext uri="{FF2B5EF4-FFF2-40B4-BE49-F238E27FC236}">
                <a16:creationId xmlns:a16="http://schemas.microsoft.com/office/drawing/2014/main" id="{61829686-D7AD-BFFD-CEA6-367446A3E186}"/>
              </a:ext>
            </a:extLst>
          </p:cNvPr>
          <p:cNvPicPr>
            <a:picLocks noChangeAspect="1"/>
          </p:cNvPicPr>
          <p:nvPr/>
        </p:nvPicPr>
        <p:blipFill>
          <a:blip r:embed="rId2"/>
          <a:stretch>
            <a:fillRect/>
          </a:stretch>
        </p:blipFill>
        <p:spPr>
          <a:xfrm>
            <a:off x="1232807" y="1907554"/>
            <a:ext cx="9726382" cy="4448796"/>
          </a:xfrm>
          <a:prstGeom prst="rect">
            <a:avLst/>
          </a:prstGeom>
        </p:spPr>
      </p:pic>
    </p:spTree>
    <p:extLst>
      <p:ext uri="{BB962C8B-B14F-4D97-AF65-F5344CB8AC3E}">
        <p14:creationId xmlns:p14="http://schemas.microsoft.com/office/powerpoint/2010/main" val="441688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BD2A36-0FDB-AD4C-283E-66EFC3BC0D0E}"/>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A9CA998-3388-00F8-6082-DC640591A36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Late Fusion</a:t>
            </a:r>
          </a:p>
        </p:txBody>
      </p:sp>
      <p:sp>
        <p:nvSpPr>
          <p:cNvPr id="5" name="Espace réservé du numéro de diapositive 4">
            <a:extLst>
              <a:ext uri="{FF2B5EF4-FFF2-40B4-BE49-F238E27FC236}">
                <a16:creationId xmlns:a16="http://schemas.microsoft.com/office/drawing/2014/main" id="{5FDF3D5D-7F76-B069-32E8-D2E19570FF7C}"/>
              </a:ext>
            </a:extLst>
          </p:cNvPr>
          <p:cNvSpPr>
            <a:spLocks noGrp="1"/>
          </p:cNvSpPr>
          <p:nvPr>
            <p:ph type="sldNum" sz="quarter" idx="12"/>
          </p:nvPr>
        </p:nvSpPr>
        <p:spPr/>
        <p:txBody>
          <a:bodyPr/>
          <a:lstStyle/>
          <a:p>
            <a:fld id="{BBC07E23-5D66-4BDA-857C-D8615BC30D33}" type="slidenum">
              <a:rPr lang="fr-FR" smtClean="0"/>
              <a:t>12</a:t>
            </a:fld>
            <a:endParaRPr lang="fr-FR"/>
          </a:p>
        </p:txBody>
      </p:sp>
      <p:pic>
        <p:nvPicPr>
          <p:cNvPr id="4" name="Image 3" descr="Une image contenant texte, capture d’écran, chien&#10;&#10;Le contenu généré par l’IA peut être incorrect.">
            <a:extLst>
              <a:ext uri="{FF2B5EF4-FFF2-40B4-BE49-F238E27FC236}">
                <a16:creationId xmlns:a16="http://schemas.microsoft.com/office/drawing/2014/main" id="{4AF1D286-4F87-3E48-4462-AFDDD9E94466}"/>
              </a:ext>
            </a:extLst>
          </p:cNvPr>
          <p:cNvPicPr>
            <a:picLocks noChangeAspect="1"/>
          </p:cNvPicPr>
          <p:nvPr/>
        </p:nvPicPr>
        <p:blipFill>
          <a:blip r:embed="rId2"/>
          <a:stretch>
            <a:fillRect/>
          </a:stretch>
        </p:blipFill>
        <p:spPr>
          <a:xfrm>
            <a:off x="1480491" y="1822348"/>
            <a:ext cx="9231013" cy="4439270"/>
          </a:xfrm>
          <a:prstGeom prst="rect">
            <a:avLst/>
          </a:prstGeom>
        </p:spPr>
      </p:pic>
    </p:spTree>
    <p:extLst>
      <p:ext uri="{BB962C8B-B14F-4D97-AF65-F5344CB8AC3E}">
        <p14:creationId xmlns:p14="http://schemas.microsoft.com/office/powerpoint/2010/main" val="3392706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ADB575-138F-05A5-1719-D03AD3D0AC56}"/>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EDD3ADE-A832-94C0-CD21-41C726C36D02}"/>
              </a:ext>
            </a:extLst>
          </p:cNvPr>
          <p:cNvSpPr>
            <a:spLocks noGrp="1"/>
          </p:cNvSpPr>
          <p:nvPr>
            <p:ph type="title"/>
          </p:nvPr>
        </p:nvSpPr>
        <p:spPr>
          <a:xfrm>
            <a:off x="669896" y="257977"/>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Hybrid Fusion</a:t>
            </a:r>
          </a:p>
        </p:txBody>
      </p:sp>
      <p:sp>
        <p:nvSpPr>
          <p:cNvPr id="5" name="Espace réservé du numéro de diapositive 4">
            <a:extLst>
              <a:ext uri="{FF2B5EF4-FFF2-40B4-BE49-F238E27FC236}">
                <a16:creationId xmlns:a16="http://schemas.microsoft.com/office/drawing/2014/main" id="{9F9A99F0-374E-0D09-BF80-1BE333CA60C4}"/>
              </a:ext>
            </a:extLst>
          </p:cNvPr>
          <p:cNvSpPr>
            <a:spLocks noGrp="1"/>
          </p:cNvSpPr>
          <p:nvPr>
            <p:ph type="sldNum" sz="quarter" idx="12"/>
          </p:nvPr>
        </p:nvSpPr>
        <p:spPr/>
        <p:txBody>
          <a:bodyPr/>
          <a:lstStyle/>
          <a:p>
            <a:fld id="{BBC07E23-5D66-4BDA-857C-D8615BC30D33}" type="slidenum">
              <a:rPr lang="fr-FR" smtClean="0"/>
              <a:t>13</a:t>
            </a:fld>
            <a:endParaRPr lang="fr-FR"/>
          </a:p>
        </p:txBody>
      </p:sp>
      <p:pic>
        <p:nvPicPr>
          <p:cNvPr id="6" name="Image 5" descr="Une image contenant texte, capture d’écran, chien&#10;&#10;Le contenu généré par l’IA peut être incorrect.">
            <a:extLst>
              <a:ext uri="{FF2B5EF4-FFF2-40B4-BE49-F238E27FC236}">
                <a16:creationId xmlns:a16="http://schemas.microsoft.com/office/drawing/2014/main" id="{18BF3DFB-6C59-F2D6-B1DC-9001D6C9F711}"/>
              </a:ext>
            </a:extLst>
          </p:cNvPr>
          <p:cNvPicPr>
            <a:picLocks noChangeAspect="1"/>
          </p:cNvPicPr>
          <p:nvPr/>
        </p:nvPicPr>
        <p:blipFill>
          <a:blip r:embed="rId3"/>
          <a:stretch>
            <a:fillRect/>
          </a:stretch>
        </p:blipFill>
        <p:spPr>
          <a:xfrm>
            <a:off x="1528123" y="1822348"/>
            <a:ext cx="9135750" cy="4448796"/>
          </a:xfrm>
          <a:prstGeom prst="rect">
            <a:avLst/>
          </a:prstGeom>
        </p:spPr>
      </p:pic>
    </p:spTree>
    <p:extLst>
      <p:ext uri="{BB962C8B-B14F-4D97-AF65-F5344CB8AC3E}">
        <p14:creationId xmlns:p14="http://schemas.microsoft.com/office/powerpoint/2010/main" val="3331981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EF3DD86-2D5A-9894-9452-C530E63942BF}"/>
              </a:ext>
            </a:extLst>
          </p:cNvPr>
          <p:cNvSpPr>
            <a:spLocks noGrp="1"/>
          </p:cNvSpPr>
          <p:nvPr>
            <p:ph type="title"/>
          </p:nvPr>
        </p:nvSpPr>
        <p:spPr>
          <a:xfrm>
            <a:off x="1383564" y="348865"/>
            <a:ext cx="9718111" cy="1576446"/>
          </a:xfrm>
        </p:spPr>
        <p:txBody>
          <a:bodyPr anchor="ctr">
            <a:normAutofit/>
          </a:bodyPr>
          <a:lstStyle/>
          <a:p>
            <a:r>
              <a:rPr lang="fr-FR" sz="4000" dirty="0">
                <a:solidFill>
                  <a:srgbClr val="FFFFFF"/>
                </a:solidFill>
              </a:rPr>
              <a:t>Technologies de Fusion</a:t>
            </a:r>
          </a:p>
        </p:txBody>
      </p:sp>
      <p:graphicFrame>
        <p:nvGraphicFramePr>
          <p:cNvPr id="5" name="Espace réservé du contenu 2">
            <a:extLst>
              <a:ext uri="{FF2B5EF4-FFF2-40B4-BE49-F238E27FC236}">
                <a16:creationId xmlns:a16="http://schemas.microsoft.com/office/drawing/2014/main" id="{FFC0724E-F78B-1599-0BE3-7BFA9B85D9E1}"/>
              </a:ext>
            </a:extLst>
          </p:cNvPr>
          <p:cNvGraphicFramePr>
            <a:graphicFrameLocks noGrp="1"/>
          </p:cNvGraphicFramePr>
          <p:nvPr>
            <p:ph idx="1"/>
            <p:extLst>
              <p:ext uri="{D42A27DB-BD31-4B8C-83A1-F6EECF244321}">
                <p14:modId xmlns:p14="http://schemas.microsoft.com/office/powerpoint/2010/main" val="260510946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numéro de diapositive 3">
            <a:extLst>
              <a:ext uri="{FF2B5EF4-FFF2-40B4-BE49-F238E27FC236}">
                <a16:creationId xmlns:a16="http://schemas.microsoft.com/office/drawing/2014/main" id="{B41B5C15-A131-E598-A156-3BA90FE00DE5}"/>
              </a:ext>
            </a:extLst>
          </p:cNvPr>
          <p:cNvSpPr>
            <a:spLocks noGrp="1"/>
          </p:cNvSpPr>
          <p:nvPr>
            <p:ph type="sldNum" sz="quarter" idx="12"/>
          </p:nvPr>
        </p:nvSpPr>
        <p:spPr/>
        <p:txBody>
          <a:bodyPr/>
          <a:lstStyle/>
          <a:p>
            <a:fld id="{BBC07E23-5D66-4BDA-857C-D8615BC30D33}" type="slidenum">
              <a:rPr lang="fr-FR" smtClean="0"/>
              <a:t>14</a:t>
            </a:fld>
            <a:endParaRPr lang="fr-FR"/>
          </a:p>
        </p:txBody>
      </p:sp>
    </p:spTree>
    <p:extLst>
      <p:ext uri="{BB962C8B-B14F-4D97-AF65-F5344CB8AC3E}">
        <p14:creationId xmlns:p14="http://schemas.microsoft.com/office/powerpoint/2010/main" val="1583089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CD6DD8F-A0FA-BAE5-E36D-E2E238B0F4AE}"/>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4000" kern="1200" dirty="0">
                <a:solidFill>
                  <a:schemeClr val="tx1"/>
                </a:solidFill>
                <a:latin typeface="+mj-lt"/>
                <a:ea typeface="+mj-ea"/>
                <a:cs typeface="+mj-cs"/>
              </a:rPr>
              <a:t>Data Representation :</a:t>
            </a:r>
          </a:p>
        </p:txBody>
      </p:sp>
      <p:sp>
        <p:nvSpPr>
          <p:cNvPr id="6" name="Espace réservé du contenu 2">
            <a:extLst>
              <a:ext uri="{FF2B5EF4-FFF2-40B4-BE49-F238E27FC236}">
                <a16:creationId xmlns:a16="http://schemas.microsoft.com/office/drawing/2014/main" id="{DDC4E616-B944-E50B-DE25-D9491B703713}"/>
              </a:ext>
            </a:extLst>
          </p:cNvPr>
          <p:cNvSpPr txBox="1">
            <a:spLocks/>
          </p:cNvSpPr>
          <p:nvPr/>
        </p:nvSpPr>
        <p:spPr>
          <a:xfrm>
            <a:off x="1136397" y="2820897"/>
            <a:ext cx="5315189" cy="353508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AR" sz="2400" dirty="0"/>
              <a:t>Vise à </a:t>
            </a:r>
            <a:r>
              <a:rPr lang="es-AR" sz="2400" dirty="0" err="1"/>
              <a:t>réduire</a:t>
            </a:r>
            <a:r>
              <a:rPr lang="es-AR" sz="2400" dirty="0"/>
              <a:t> </a:t>
            </a:r>
            <a:r>
              <a:rPr lang="fr-FR" sz="2100" dirty="0"/>
              <a:t>l’hétérogénéité entre les modalités.</a:t>
            </a:r>
          </a:p>
          <a:p>
            <a:pPr marL="0" indent="0">
              <a:buNone/>
            </a:pPr>
            <a:r>
              <a:rPr lang="fr-FR" dirty="0"/>
              <a:t> </a:t>
            </a:r>
          </a:p>
          <a:p>
            <a:r>
              <a:rPr lang="en-US" sz="2000" b="1" dirty="0"/>
              <a:t>Joint Representation</a:t>
            </a:r>
          </a:p>
          <a:p>
            <a:r>
              <a:rPr lang="en-US" sz="2000" b="1" dirty="0"/>
              <a:t>Coordinated Representation</a:t>
            </a:r>
          </a:p>
        </p:txBody>
      </p:sp>
      <p:sp>
        <p:nvSpPr>
          <p:cNvPr id="23" name="Rectangle 2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Espace réservé du numéro de diapositive 4">
            <a:extLst>
              <a:ext uri="{FF2B5EF4-FFF2-40B4-BE49-F238E27FC236}">
                <a16:creationId xmlns:a16="http://schemas.microsoft.com/office/drawing/2014/main" id="{E5B5B405-90BD-C2B1-9A65-BC8B3610B324}"/>
              </a:ext>
            </a:extLst>
          </p:cNvPr>
          <p:cNvSpPr>
            <a:spLocks noGrp="1"/>
          </p:cNvSpPr>
          <p:nvPr>
            <p:ph type="sldNum" sz="quarter" idx="12"/>
          </p:nvPr>
        </p:nvSpPr>
        <p:spPr/>
        <p:txBody>
          <a:bodyPr/>
          <a:lstStyle/>
          <a:p>
            <a:fld id="{BBC07E23-5D66-4BDA-857C-D8615BC30D33}" type="slidenum">
              <a:rPr lang="fr-FR" smtClean="0"/>
              <a:t>15</a:t>
            </a:fld>
            <a:endParaRPr lang="fr-FR"/>
          </a:p>
        </p:txBody>
      </p:sp>
      <p:pic>
        <p:nvPicPr>
          <p:cNvPr id="9" name="Image 8" descr="Une image contenant texte, capture d’écran, diagramme, Police&#10;&#10;Le contenu généré par l’IA peut être incorrect.">
            <a:extLst>
              <a:ext uri="{FF2B5EF4-FFF2-40B4-BE49-F238E27FC236}">
                <a16:creationId xmlns:a16="http://schemas.microsoft.com/office/drawing/2014/main" id="{F5AC5A39-8449-AFC0-DC3C-F0FBB16DC35E}"/>
              </a:ext>
            </a:extLst>
          </p:cNvPr>
          <p:cNvPicPr>
            <a:picLocks noChangeAspect="1"/>
          </p:cNvPicPr>
          <p:nvPr/>
        </p:nvPicPr>
        <p:blipFill>
          <a:blip r:embed="rId3"/>
          <a:stretch>
            <a:fillRect/>
          </a:stretch>
        </p:blipFill>
        <p:spPr>
          <a:xfrm>
            <a:off x="6250239" y="2241055"/>
            <a:ext cx="5703902" cy="2375889"/>
          </a:xfrm>
          <a:prstGeom prst="rect">
            <a:avLst/>
          </a:prstGeom>
          <a:ln>
            <a:solidFill>
              <a:schemeClr val="tx1"/>
            </a:solidFill>
          </a:ln>
        </p:spPr>
      </p:pic>
    </p:spTree>
    <p:extLst>
      <p:ext uri="{BB962C8B-B14F-4D97-AF65-F5344CB8AC3E}">
        <p14:creationId xmlns:p14="http://schemas.microsoft.com/office/powerpoint/2010/main" val="2666592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DC6D9FA-C277-77E7-D65A-B17143F45FB4}"/>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Data Translation</a:t>
            </a:r>
          </a:p>
        </p:txBody>
      </p:sp>
      <p:sp>
        <p:nvSpPr>
          <p:cNvPr id="5" name="ZoneTexte 4">
            <a:extLst>
              <a:ext uri="{FF2B5EF4-FFF2-40B4-BE49-F238E27FC236}">
                <a16:creationId xmlns:a16="http://schemas.microsoft.com/office/drawing/2014/main" id="{D7F56C88-046F-D9E7-8BD4-4BA82279F704}"/>
              </a:ext>
            </a:extLst>
          </p:cNvPr>
          <p:cNvSpPr txBox="1"/>
          <p:nvPr/>
        </p:nvSpPr>
        <p:spPr>
          <a:xfrm>
            <a:off x="6503158" y="649480"/>
            <a:ext cx="4862447" cy="5546047"/>
          </a:xfrm>
          <a:prstGeom prst="rect">
            <a:avLst/>
          </a:prstGeom>
        </p:spPr>
        <p:txBody>
          <a:bodyPr vert="horz" lIns="91440" tIns="45720" rIns="91440" bIns="45720" rtlCol="0" anchor="ctr">
            <a:normAutofit/>
          </a:bodyPr>
          <a:lstStyle/>
          <a:p>
            <a:pPr>
              <a:lnSpc>
                <a:spcPct val="90000"/>
              </a:lnSpc>
              <a:spcAft>
                <a:spcPts val="600"/>
              </a:spcAft>
            </a:pPr>
            <a:endParaRPr lang="en-US" sz="2000" dirty="0"/>
          </a:p>
        </p:txBody>
      </p:sp>
      <p:sp>
        <p:nvSpPr>
          <p:cNvPr id="4" name="Espace réservé du numéro de diapositive 3">
            <a:extLst>
              <a:ext uri="{FF2B5EF4-FFF2-40B4-BE49-F238E27FC236}">
                <a16:creationId xmlns:a16="http://schemas.microsoft.com/office/drawing/2014/main" id="{0304715F-64A9-2798-4B43-0A182CEEB0B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16</a:t>
            </a:fld>
            <a:endParaRPr lang="en-US" sz="1100">
              <a:solidFill>
                <a:schemeClr val="tx1">
                  <a:lumMod val="50000"/>
                  <a:lumOff val="50000"/>
                </a:schemeClr>
              </a:solidFill>
            </a:endParaRPr>
          </a:p>
        </p:txBody>
      </p:sp>
      <p:pic>
        <p:nvPicPr>
          <p:cNvPr id="3" name="Graphique 6" descr="Flèche vers la droite avec un remplissage uni">
            <a:extLst>
              <a:ext uri="{FF2B5EF4-FFF2-40B4-BE49-F238E27FC236}">
                <a16:creationId xmlns:a16="http://schemas.microsoft.com/office/drawing/2014/main" id="{68F84852-876A-9F4E-C4F6-329DD055D9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5495" y="2257922"/>
            <a:ext cx="1603331" cy="1040141"/>
          </a:xfrm>
          <a:prstGeom prst="rect">
            <a:avLst/>
          </a:prstGeom>
        </p:spPr>
      </p:pic>
      <p:pic>
        <p:nvPicPr>
          <p:cNvPr id="6" name="Graphique 2" descr="Document avec un remplissage uni">
            <a:extLst>
              <a:ext uri="{FF2B5EF4-FFF2-40B4-BE49-F238E27FC236}">
                <a16:creationId xmlns:a16="http://schemas.microsoft.com/office/drawing/2014/main" id="{61856182-C6DF-B4DA-363B-160F9151AE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90319" y="2280316"/>
            <a:ext cx="914400" cy="914400"/>
          </a:xfrm>
          <a:prstGeom prst="rect">
            <a:avLst/>
          </a:prstGeom>
        </p:spPr>
      </p:pic>
      <p:pic>
        <p:nvPicPr>
          <p:cNvPr id="7" name="Graphique 6" descr="Flèche vers la droite avec un remplissage uni">
            <a:extLst>
              <a:ext uri="{FF2B5EF4-FFF2-40B4-BE49-F238E27FC236}">
                <a16:creationId xmlns:a16="http://schemas.microsoft.com/office/drawing/2014/main" id="{07DD1054-5F2B-439C-6D97-F0048D2D37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5495" y="3298063"/>
            <a:ext cx="1603331" cy="1040141"/>
          </a:xfrm>
          <a:prstGeom prst="rect">
            <a:avLst/>
          </a:prstGeom>
        </p:spPr>
      </p:pic>
      <p:pic>
        <p:nvPicPr>
          <p:cNvPr id="8" name="Graphique 2" descr="Document avec un remplissage uni">
            <a:extLst>
              <a:ext uri="{FF2B5EF4-FFF2-40B4-BE49-F238E27FC236}">
                <a16:creationId xmlns:a16="http://schemas.microsoft.com/office/drawing/2014/main" id="{1C92F604-8281-4F9B-6038-5B2A427ED2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90319" y="3320457"/>
            <a:ext cx="914400" cy="914400"/>
          </a:xfrm>
          <a:prstGeom prst="rect">
            <a:avLst/>
          </a:prstGeom>
        </p:spPr>
      </p:pic>
      <p:pic>
        <p:nvPicPr>
          <p:cNvPr id="9" name="Graphique 1" descr="Images avec un remplissage uni">
            <a:extLst>
              <a:ext uri="{FF2B5EF4-FFF2-40B4-BE49-F238E27FC236}">
                <a16:creationId xmlns:a16="http://schemas.microsoft.com/office/drawing/2014/main" id="{A0F93B82-846B-FEA5-3E54-04E593B7805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68392" y="4234857"/>
            <a:ext cx="914400" cy="914400"/>
          </a:xfrm>
          <a:prstGeom prst="rect">
            <a:avLst/>
          </a:prstGeom>
        </p:spPr>
      </p:pic>
      <p:pic>
        <p:nvPicPr>
          <p:cNvPr id="10" name="Graphique 6" descr="Flèche vers la droite avec un remplissage uni">
            <a:extLst>
              <a:ext uri="{FF2B5EF4-FFF2-40B4-BE49-F238E27FC236}">
                <a16:creationId xmlns:a16="http://schemas.microsoft.com/office/drawing/2014/main" id="{60E4460E-53D4-AC1E-BE29-28957A0D67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5495" y="4212463"/>
            <a:ext cx="1603331" cy="1040141"/>
          </a:xfrm>
          <a:prstGeom prst="rect">
            <a:avLst/>
          </a:prstGeom>
        </p:spPr>
      </p:pic>
      <p:pic>
        <p:nvPicPr>
          <p:cNvPr id="11" name="Graphique 2" descr="Document avec un remplissage uni">
            <a:extLst>
              <a:ext uri="{FF2B5EF4-FFF2-40B4-BE49-F238E27FC236}">
                <a16:creationId xmlns:a16="http://schemas.microsoft.com/office/drawing/2014/main" id="{250BF6E1-C31C-3D65-426D-01FBB097C8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69101" y="4234857"/>
            <a:ext cx="914400" cy="914400"/>
          </a:xfrm>
          <a:prstGeom prst="rect">
            <a:avLst/>
          </a:prstGeom>
        </p:spPr>
      </p:pic>
      <p:pic>
        <p:nvPicPr>
          <p:cNvPr id="12" name="Graphique 1" descr="Images avec un remplissage uni">
            <a:extLst>
              <a:ext uri="{FF2B5EF4-FFF2-40B4-BE49-F238E27FC236}">
                <a16:creationId xmlns:a16="http://schemas.microsoft.com/office/drawing/2014/main" id="{6332FD86-ED3E-3E05-1019-0BB4FAE19C9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09602" y="1379338"/>
            <a:ext cx="914400" cy="914400"/>
          </a:xfrm>
          <a:prstGeom prst="rect">
            <a:avLst/>
          </a:prstGeom>
        </p:spPr>
      </p:pic>
      <p:pic>
        <p:nvPicPr>
          <p:cNvPr id="13" name="Graphique 6" descr="Flèche vers la droite avec un remplissage uni">
            <a:extLst>
              <a:ext uri="{FF2B5EF4-FFF2-40B4-BE49-F238E27FC236}">
                <a16:creationId xmlns:a16="http://schemas.microsoft.com/office/drawing/2014/main" id="{F587747B-A0F1-E51B-032F-068256DFEF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5495" y="1382683"/>
            <a:ext cx="1603331" cy="1040141"/>
          </a:xfrm>
          <a:prstGeom prst="rect">
            <a:avLst/>
          </a:prstGeom>
        </p:spPr>
      </p:pic>
      <p:pic>
        <p:nvPicPr>
          <p:cNvPr id="14" name="Graphique 2" descr="Document avec un remplissage uni">
            <a:extLst>
              <a:ext uri="{FF2B5EF4-FFF2-40B4-BE49-F238E27FC236}">
                <a16:creationId xmlns:a16="http://schemas.microsoft.com/office/drawing/2014/main" id="{66442A5A-1DDB-FC6A-B58F-390909F710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90319" y="1405077"/>
            <a:ext cx="914400" cy="914400"/>
          </a:xfrm>
          <a:prstGeom prst="rect">
            <a:avLst/>
          </a:prstGeom>
        </p:spPr>
      </p:pic>
      <p:pic>
        <p:nvPicPr>
          <p:cNvPr id="15" name="Graphique 4" descr="Présentation avec multimédia avec un remplissage uni">
            <a:extLst>
              <a:ext uri="{FF2B5EF4-FFF2-40B4-BE49-F238E27FC236}">
                <a16:creationId xmlns:a16="http://schemas.microsoft.com/office/drawing/2014/main" id="{075FDECB-A57C-F343-1D95-20C3A1D82D8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09602" y="2364121"/>
            <a:ext cx="914400" cy="914400"/>
          </a:xfrm>
          <a:prstGeom prst="rect">
            <a:avLst/>
          </a:prstGeom>
        </p:spPr>
      </p:pic>
      <p:pic>
        <p:nvPicPr>
          <p:cNvPr id="16" name="Graphique 5" descr="Commande vocale avec un remplissage uni">
            <a:extLst>
              <a:ext uri="{FF2B5EF4-FFF2-40B4-BE49-F238E27FC236}">
                <a16:creationId xmlns:a16="http://schemas.microsoft.com/office/drawing/2014/main" id="{FCAEF404-4DEF-3399-F776-920534C9192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75349" y="3219022"/>
            <a:ext cx="914400" cy="914400"/>
          </a:xfrm>
          <a:prstGeom prst="rect">
            <a:avLst/>
          </a:prstGeom>
        </p:spPr>
      </p:pic>
    </p:spTree>
    <p:extLst>
      <p:ext uri="{BB962C8B-B14F-4D97-AF65-F5344CB8AC3E}">
        <p14:creationId xmlns:p14="http://schemas.microsoft.com/office/powerpoint/2010/main" val="2436435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F1E377C-B493-3EAC-F9A5-9B44BBB340F5}"/>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Data Alignment</a:t>
            </a:r>
            <a:endParaRPr lang="fr-FR" sz="4000" dirty="0">
              <a:solidFill>
                <a:srgbClr val="FFFFFF"/>
              </a:solidFill>
            </a:endParaRPr>
          </a:p>
        </p:txBody>
      </p:sp>
      <p:sp>
        <p:nvSpPr>
          <p:cNvPr id="4" name="Espace réservé du numéro de diapositive 3">
            <a:extLst>
              <a:ext uri="{FF2B5EF4-FFF2-40B4-BE49-F238E27FC236}">
                <a16:creationId xmlns:a16="http://schemas.microsoft.com/office/drawing/2014/main" id="{1C25C1BF-4B4E-ED0A-977F-799D8CD01FD7}"/>
              </a:ext>
            </a:extLst>
          </p:cNvPr>
          <p:cNvSpPr>
            <a:spLocks noGrp="1"/>
          </p:cNvSpPr>
          <p:nvPr>
            <p:ph type="sldNum" sz="quarter" idx="12"/>
          </p:nvPr>
        </p:nvSpPr>
        <p:spPr>
          <a:xfrm>
            <a:off x="11704320" y="6455664"/>
            <a:ext cx="448056" cy="365125"/>
          </a:xfrm>
        </p:spPr>
        <p:txBody>
          <a:bodyPr>
            <a:normAutofit/>
          </a:bodyPr>
          <a:lstStyle/>
          <a:p>
            <a:pPr>
              <a:spcAft>
                <a:spcPts val="600"/>
              </a:spcAft>
            </a:pPr>
            <a:fld id="{BBC07E23-5D66-4BDA-857C-D8615BC30D33}" type="slidenum">
              <a:rPr lang="fr-FR" sz="1100">
                <a:solidFill>
                  <a:schemeClr val="tx1">
                    <a:lumMod val="50000"/>
                    <a:lumOff val="50000"/>
                  </a:schemeClr>
                </a:solidFill>
              </a:rPr>
              <a:pPr>
                <a:spcAft>
                  <a:spcPts val="600"/>
                </a:spcAft>
              </a:pPr>
              <a:t>17</a:t>
            </a:fld>
            <a:endParaRPr lang="fr-FR" sz="1100">
              <a:solidFill>
                <a:schemeClr val="tx1">
                  <a:lumMod val="50000"/>
                  <a:lumOff val="50000"/>
                </a:schemeClr>
              </a:solidFill>
            </a:endParaRPr>
          </a:p>
        </p:txBody>
      </p:sp>
      <p:pic>
        <p:nvPicPr>
          <p:cNvPr id="5" name="Espace réservé du contenu 3" descr="Une image contenant herbe, plein air, chien, animal domestique&#10;&#10;Le contenu généré par l’IA peut être incorrect.">
            <a:extLst>
              <a:ext uri="{FF2B5EF4-FFF2-40B4-BE49-F238E27FC236}">
                <a16:creationId xmlns:a16="http://schemas.microsoft.com/office/drawing/2014/main" id="{BCAE9E72-EEF7-A1D4-2C21-F3E3FCF28BA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l="13818" t="9091"/>
          <a:stretch>
            <a:fillRect/>
          </a:stretch>
        </p:blipFill>
        <p:spPr bwMode="auto">
          <a:xfrm>
            <a:off x="6611797" y="848623"/>
            <a:ext cx="4862513" cy="3846156"/>
          </a:xfrm>
          <a:prstGeom prst="rect">
            <a:avLst/>
          </a:prstGeom>
          <a:noFill/>
        </p:spPr>
      </p:pic>
      <p:sp>
        <p:nvSpPr>
          <p:cNvPr id="7" name="ZoneTexte 6">
            <a:extLst>
              <a:ext uri="{FF2B5EF4-FFF2-40B4-BE49-F238E27FC236}">
                <a16:creationId xmlns:a16="http://schemas.microsoft.com/office/drawing/2014/main" id="{FA5424BE-CC94-D2B4-B6E1-14D1E87E2983}"/>
              </a:ext>
            </a:extLst>
          </p:cNvPr>
          <p:cNvSpPr txBox="1"/>
          <p:nvPr/>
        </p:nvSpPr>
        <p:spPr>
          <a:xfrm>
            <a:off x="7138108" y="5666142"/>
            <a:ext cx="3809890" cy="343235"/>
          </a:xfrm>
          <a:prstGeom prst="rect">
            <a:avLst/>
          </a:prstGeom>
          <a:noFill/>
          <a:ln>
            <a:solidFill>
              <a:schemeClr val="tx2"/>
            </a:solidFill>
          </a:ln>
        </p:spPr>
        <p:txBody>
          <a:bodyPr wrap="square">
            <a:spAutoFit/>
          </a:bodyPr>
          <a:lstStyle/>
          <a:p>
            <a:pPr>
              <a:lnSpc>
                <a:spcPct val="90000"/>
              </a:lnSpc>
              <a:spcBef>
                <a:spcPts val="1000"/>
              </a:spcBef>
            </a:pPr>
            <a:r>
              <a:rPr lang="en-US" sz="1800" kern="1200" dirty="0">
                <a:latin typeface="+mn-lt"/>
                <a:ea typeface="+mn-ea"/>
                <a:cs typeface="+mn-cs"/>
              </a:rPr>
              <a:t>“ </a:t>
            </a:r>
            <a:r>
              <a:rPr lang="en-US" sz="1800" kern="1200" dirty="0">
                <a:highlight>
                  <a:srgbClr val="FF0000"/>
                </a:highlight>
                <a:latin typeface="+mn-lt"/>
                <a:ea typeface="+mn-ea"/>
                <a:cs typeface="+mn-cs"/>
              </a:rPr>
              <a:t>Le Chien </a:t>
            </a:r>
            <a:r>
              <a:rPr lang="en-US" sz="1800" kern="1200" dirty="0">
                <a:latin typeface="+mn-lt"/>
                <a:ea typeface="+mn-ea"/>
                <a:cs typeface="+mn-cs"/>
              </a:rPr>
              <a:t>court dans </a:t>
            </a:r>
            <a:r>
              <a:rPr lang="en-US" sz="1800" kern="1200" dirty="0" err="1">
                <a:highlight>
                  <a:srgbClr val="FFFF00"/>
                </a:highlight>
                <a:latin typeface="+mn-lt"/>
                <a:ea typeface="+mn-ea"/>
                <a:cs typeface="+mn-cs"/>
              </a:rPr>
              <a:t>l’herbe</a:t>
            </a:r>
            <a:r>
              <a:rPr lang="en-US" sz="1800" kern="1200" dirty="0">
                <a:highlight>
                  <a:srgbClr val="FFFF00"/>
                </a:highlight>
                <a:latin typeface="+mn-lt"/>
                <a:ea typeface="+mn-ea"/>
                <a:cs typeface="+mn-cs"/>
              </a:rPr>
              <a:t> verte </a:t>
            </a:r>
            <a:r>
              <a:rPr lang="en-US" sz="1800" kern="1200" dirty="0">
                <a:latin typeface="+mn-lt"/>
                <a:ea typeface="+mn-ea"/>
                <a:cs typeface="+mn-cs"/>
              </a:rPr>
              <a:t>”</a:t>
            </a:r>
          </a:p>
        </p:txBody>
      </p:sp>
    </p:spTree>
    <p:extLst>
      <p:ext uri="{BB962C8B-B14F-4D97-AF65-F5344CB8AC3E}">
        <p14:creationId xmlns:p14="http://schemas.microsoft.com/office/powerpoint/2010/main" val="2256158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E8311-813D-5C3C-A6D7-CCD9E7AC5A81}"/>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A767897-FD45-0631-108A-0A9D03944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B6F2375-7097-BCD2-BA71-754E007E37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CB93499-DB0F-2B33-7481-F0FCC27C66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D79EA06-0667-9710-C63F-512E4F21A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Espace réservé du numéro de diapositive 5">
            <a:extLst>
              <a:ext uri="{FF2B5EF4-FFF2-40B4-BE49-F238E27FC236}">
                <a16:creationId xmlns:a16="http://schemas.microsoft.com/office/drawing/2014/main" id="{FF2CCAA3-A426-6EDB-DF10-5EB9788FCB78}"/>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18</a:t>
            </a:fld>
            <a:endParaRPr lang="en-US" sz="1100">
              <a:solidFill>
                <a:schemeClr val="tx1">
                  <a:lumMod val="50000"/>
                  <a:lumOff val="50000"/>
                </a:schemeClr>
              </a:solidFill>
            </a:endParaRPr>
          </a:p>
        </p:txBody>
      </p:sp>
      <p:sp>
        <p:nvSpPr>
          <p:cNvPr id="10" name="Titre 1">
            <a:extLst>
              <a:ext uri="{FF2B5EF4-FFF2-40B4-BE49-F238E27FC236}">
                <a16:creationId xmlns:a16="http://schemas.microsoft.com/office/drawing/2014/main" id="{CB761CC0-1A63-1068-FE69-8E449A88AD14}"/>
              </a:ext>
            </a:extLst>
          </p:cNvPr>
          <p:cNvSpPr txBox="1">
            <a:spLocks/>
          </p:cNvSpPr>
          <p:nvPr/>
        </p:nvSpPr>
        <p:spPr>
          <a:xfrm>
            <a:off x="440692" y="125656"/>
            <a:ext cx="9392421" cy="1330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AR" dirty="0" err="1">
                <a:solidFill>
                  <a:schemeClr val="bg1"/>
                </a:solidFill>
              </a:rPr>
              <a:t>Structure</a:t>
            </a:r>
            <a:r>
              <a:rPr lang="es-AR" dirty="0">
                <a:solidFill>
                  <a:schemeClr val="bg1"/>
                </a:solidFill>
              </a:rPr>
              <a:t> </a:t>
            </a:r>
            <a:r>
              <a:rPr lang="es-AR" dirty="0" err="1">
                <a:solidFill>
                  <a:schemeClr val="bg1"/>
                </a:solidFill>
              </a:rPr>
              <a:t>d’alignement</a:t>
            </a:r>
            <a:endParaRPr lang="fr-FR" dirty="0">
              <a:solidFill>
                <a:schemeClr val="bg1"/>
              </a:solidFill>
            </a:endParaRPr>
          </a:p>
        </p:txBody>
      </p:sp>
      <p:sp>
        <p:nvSpPr>
          <p:cNvPr id="11" name="Espace réservé du contenu 2">
            <a:extLst>
              <a:ext uri="{FF2B5EF4-FFF2-40B4-BE49-F238E27FC236}">
                <a16:creationId xmlns:a16="http://schemas.microsoft.com/office/drawing/2014/main" id="{8B4FCAD3-933B-02F1-B22C-B30C83210E59}"/>
              </a:ext>
            </a:extLst>
          </p:cNvPr>
          <p:cNvSpPr>
            <a:spLocks noGrp="1"/>
          </p:cNvSpPr>
          <p:nvPr>
            <p:ph idx="1"/>
          </p:nvPr>
        </p:nvSpPr>
        <p:spPr>
          <a:xfrm>
            <a:off x="961670" y="2899819"/>
            <a:ext cx="4958966" cy="1942475"/>
          </a:xfrm>
        </p:spPr>
        <p:txBody>
          <a:bodyPr>
            <a:normAutofit/>
          </a:bodyPr>
          <a:lstStyle/>
          <a:p>
            <a:pPr marL="0" indent="0">
              <a:buNone/>
            </a:pPr>
            <a:r>
              <a:rPr lang="fr-FR" sz="2000" dirty="0"/>
              <a:t>Il existe deux principales structures, l’alignement discret et l’alignement continu :</a:t>
            </a:r>
          </a:p>
          <a:p>
            <a:r>
              <a:rPr lang="fr-FR" sz="2000" b="1" dirty="0"/>
              <a:t>L’alignement discret </a:t>
            </a:r>
          </a:p>
          <a:p>
            <a:r>
              <a:rPr lang="fr-FR" sz="2000" b="1" dirty="0"/>
              <a:t>L’alignement continu</a:t>
            </a:r>
          </a:p>
          <a:p>
            <a:endParaRPr lang="fr-FR" sz="2000" dirty="0"/>
          </a:p>
        </p:txBody>
      </p:sp>
      <p:pic>
        <p:nvPicPr>
          <p:cNvPr id="12" name="Image 11" descr="Une image contenant texte, ligne, diagramme, capture d’écran&#10;&#10;Le contenu généré par l’IA peut être incorrect.">
            <a:extLst>
              <a:ext uri="{FF2B5EF4-FFF2-40B4-BE49-F238E27FC236}">
                <a16:creationId xmlns:a16="http://schemas.microsoft.com/office/drawing/2014/main" id="{4ED8A8EF-330D-2BF1-6769-FE73EA254A94}"/>
              </a:ext>
            </a:extLst>
          </p:cNvPr>
          <p:cNvPicPr>
            <a:picLocks noChangeAspect="1"/>
          </p:cNvPicPr>
          <p:nvPr/>
        </p:nvPicPr>
        <p:blipFill>
          <a:blip r:embed="rId3"/>
          <a:stretch>
            <a:fillRect/>
          </a:stretch>
        </p:blipFill>
        <p:spPr>
          <a:xfrm>
            <a:off x="6412761" y="3186010"/>
            <a:ext cx="5462478" cy="1942475"/>
          </a:xfrm>
          <a:prstGeom prst="rect">
            <a:avLst/>
          </a:prstGeom>
        </p:spPr>
      </p:pic>
    </p:spTree>
    <p:extLst>
      <p:ext uri="{BB962C8B-B14F-4D97-AF65-F5344CB8AC3E}">
        <p14:creationId xmlns:p14="http://schemas.microsoft.com/office/powerpoint/2010/main" val="1871532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5" name="Rectangle 4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1ED33EF-C029-9B2C-C2EC-CAED1E7D0C3E}"/>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kern="1200" dirty="0">
                <a:solidFill>
                  <a:srgbClr val="FFFFFF"/>
                </a:solidFill>
                <a:latin typeface="+mj-lt"/>
                <a:ea typeface="+mj-ea"/>
                <a:cs typeface="+mj-cs"/>
              </a:rPr>
              <a:t>Le Co-learning</a:t>
            </a:r>
          </a:p>
        </p:txBody>
      </p:sp>
      <p:sp>
        <p:nvSpPr>
          <p:cNvPr id="3" name="ZoneTexte 2">
            <a:extLst>
              <a:ext uri="{FF2B5EF4-FFF2-40B4-BE49-F238E27FC236}">
                <a16:creationId xmlns:a16="http://schemas.microsoft.com/office/drawing/2014/main" id="{D696D38D-8A35-E72B-B2FE-5F6DCCA9E3C4}"/>
              </a:ext>
            </a:extLst>
          </p:cNvPr>
          <p:cNvSpPr txBox="1"/>
          <p:nvPr/>
        </p:nvSpPr>
        <p:spPr>
          <a:xfrm>
            <a:off x="5297557" y="3003756"/>
            <a:ext cx="5817895" cy="3339751"/>
          </a:xfrm>
          <a:prstGeom prst="rect">
            <a:avLst/>
          </a:prstGeom>
        </p:spPr>
        <p:txBody>
          <a:bodyPr vert="horz" lIns="91440" tIns="45720" rIns="91440" bIns="45720" rtlCol="0" anchor="ctr">
            <a:normAutofit/>
          </a:bodyPr>
          <a:lstStyle/>
          <a:p>
            <a:endParaRPr lang="fr-FR" dirty="0"/>
          </a:p>
        </p:txBody>
      </p:sp>
      <p:pic>
        <p:nvPicPr>
          <p:cNvPr id="4" name="Espace réservé du contenu 3" descr="Une image contenant texte, capture d’écran, Police, Rectangle&#10;&#10;Le contenu généré par l’IA peut être incorrect.">
            <a:extLst>
              <a:ext uri="{FF2B5EF4-FFF2-40B4-BE49-F238E27FC236}">
                <a16:creationId xmlns:a16="http://schemas.microsoft.com/office/drawing/2014/main" id="{F401D835-4EA5-E9DA-3880-AEEAC28DD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766112" y="457574"/>
            <a:ext cx="2209913" cy="5922571"/>
          </a:xfrm>
          <a:prstGeom prst="rect">
            <a:avLst/>
          </a:prstGeom>
          <a:noFill/>
        </p:spPr>
      </p:pic>
      <p:sp>
        <p:nvSpPr>
          <p:cNvPr id="5" name="Espace réservé du numéro de diapositive 4">
            <a:extLst>
              <a:ext uri="{FF2B5EF4-FFF2-40B4-BE49-F238E27FC236}">
                <a16:creationId xmlns:a16="http://schemas.microsoft.com/office/drawing/2014/main" id="{CF652423-A3F4-01DA-D14D-7FAF6972D38D}"/>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19</a:t>
            </a:fld>
            <a:endParaRPr lang="en-US" sz="1100">
              <a:solidFill>
                <a:schemeClr val="tx1">
                  <a:lumMod val="50000"/>
                  <a:lumOff val="50000"/>
                </a:schemeClr>
              </a:solidFill>
            </a:endParaRPr>
          </a:p>
        </p:txBody>
      </p:sp>
    </p:spTree>
    <p:extLst>
      <p:ext uri="{BB962C8B-B14F-4D97-AF65-F5344CB8AC3E}">
        <p14:creationId xmlns:p14="http://schemas.microsoft.com/office/powerpoint/2010/main" val="1603024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D901FC-675F-4C8A-C468-E16141D3565F}"/>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400C95E-A6CA-702D-297E-C5A67719F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1B508D6-BD60-184C-7F76-9EFF1C6B1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4" y="-1"/>
            <a:ext cx="8111296"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E2DCDD-B252-4BF1-CA30-9107836C1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858281" y="-401562"/>
            <a:ext cx="6858004" cy="7661129"/>
          </a:xfrm>
          <a:prstGeom prst="rect">
            <a:avLst/>
          </a:prstGeom>
          <a:gradFill>
            <a:gsLst>
              <a:gs pos="0">
                <a:schemeClr val="accent1">
                  <a:alpha val="23000"/>
                </a:schemeClr>
              </a:gs>
              <a:gs pos="71000">
                <a:schemeClr val="accent1">
                  <a:lumMod val="50000"/>
                  <a:alpha val="0"/>
                </a:schemeClr>
              </a:gs>
              <a:gs pos="100000">
                <a:srgbClr val="000000">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2D0F36F-5F54-E5D5-BCD7-1FF16F8E2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9" y="-1"/>
            <a:ext cx="8118331" cy="6858000"/>
          </a:xfrm>
          <a:prstGeom prst="rect">
            <a:avLst/>
          </a:prstGeom>
          <a:gradFill>
            <a:gsLst>
              <a:gs pos="14000">
                <a:schemeClr val="accent1">
                  <a:alpha val="0"/>
                </a:schemeClr>
              </a:gs>
              <a:gs pos="100000">
                <a:srgbClr val="000000">
                  <a:alpha val="82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6E2E3770-2FE0-64B5-6322-F78B3AD13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449520">
            <a:off x="2569700" y="983306"/>
            <a:ext cx="5005754" cy="5005754"/>
          </a:xfrm>
          <a:prstGeom prst="ellipse">
            <a:avLst/>
          </a:prstGeom>
          <a:gradFill>
            <a:gsLst>
              <a:gs pos="17000">
                <a:schemeClr val="accent1">
                  <a:lumMod val="75000"/>
                  <a:alpha val="0"/>
                </a:schemeClr>
              </a:gs>
              <a:gs pos="82000">
                <a:srgbClr val="000000">
                  <a:alpha val="24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80FDBEB-6074-77AE-F7ED-C8DEB70788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8" y="4354178"/>
            <a:ext cx="8118330" cy="2503817"/>
          </a:xfrm>
          <a:prstGeom prst="rect">
            <a:avLst/>
          </a:prstGeom>
          <a:gradFill>
            <a:gsLst>
              <a:gs pos="0">
                <a:schemeClr val="accent1">
                  <a:lumMod val="75000"/>
                  <a:alpha val="33000"/>
                </a:schemeClr>
              </a:gs>
              <a:gs pos="83000">
                <a:srgbClr val="000000">
                  <a:alpha val="21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Espace réservé du contenu 3" descr="Une image contenant texte, capture d’écran, Police, Rectangle&#10;&#10;Le contenu généré par l’IA peut être incorrect.">
            <a:extLst>
              <a:ext uri="{FF2B5EF4-FFF2-40B4-BE49-F238E27FC236}">
                <a16:creationId xmlns:a16="http://schemas.microsoft.com/office/drawing/2014/main" id="{F5A474C5-D771-6929-585A-F21784E390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9039010" y="457200"/>
            <a:ext cx="2217760" cy="5943600"/>
          </a:xfrm>
          <a:prstGeom prst="rect">
            <a:avLst/>
          </a:prstGeom>
          <a:noFill/>
        </p:spPr>
      </p:pic>
      <p:sp>
        <p:nvSpPr>
          <p:cNvPr id="3" name="ZoneTexte 2">
            <a:extLst>
              <a:ext uri="{FF2B5EF4-FFF2-40B4-BE49-F238E27FC236}">
                <a16:creationId xmlns:a16="http://schemas.microsoft.com/office/drawing/2014/main" id="{98223776-0720-7498-5463-5C6C00DBF877}"/>
              </a:ext>
            </a:extLst>
          </p:cNvPr>
          <p:cNvSpPr txBox="1"/>
          <p:nvPr/>
        </p:nvSpPr>
        <p:spPr>
          <a:xfrm>
            <a:off x="456717" y="2413336"/>
            <a:ext cx="6780810" cy="2031325"/>
          </a:xfrm>
          <a:prstGeom prst="rect">
            <a:avLst/>
          </a:prstGeom>
          <a:noFill/>
        </p:spPr>
        <p:txBody>
          <a:bodyPr wrap="square" rtlCol="0">
            <a:spAutoFit/>
          </a:bodyPr>
          <a:lstStyle/>
          <a:p>
            <a:pPr marL="285750" indent="-285750">
              <a:buFont typeface="Arial" panose="020B0604020202020204" pitchFamily="34" charset="0"/>
              <a:buChar char="•"/>
            </a:pPr>
            <a:r>
              <a:rPr lang="es-AR" dirty="0" err="1">
                <a:solidFill>
                  <a:schemeClr val="bg1"/>
                </a:solidFill>
              </a:rPr>
              <a:t>Transfert</a:t>
            </a:r>
            <a:r>
              <a:rPr lang="es-AR" dirty="0">
                <a:solidFill>
                  <a:schemeClr val="bg1"/>
                </a:solidFill>
              </a:rPr>
              <a:t> de </a:t>
            </a:r>
            <a:r>
              <a:rPr lang="es-AR" dirty="0" err="1">
                <a:solidFill>
                  <a:schemeClr val="bg1"/>
                </a:solidFill>
              </a:rPr>
              <a:t>connaissances</a:t>
            </a:r>
            <a:endParaRPr lang="es-AR" dirty="0">
              <a:solidFill>
                <a:schemeClr val="bg1"/>
              </a:solidFill>
            </a:endParaRPr>
          </a:p>
          <a:p>
            <a:pPr marL="285750" indent="-285750">
              <a:buFont typeface="Arial" panose="020B0604020202020204" pitchFamily="34" charset="0"/>
              <a:buChar char="•"/>
            </a:pPr>
            <a:endParaRPr lang="fr-FR" dirty="0">
              <a:solidFill>
                <a:schemeClr val="bg1"/>
              </a:solidFill>
            </a:endParaRPr>
          </a:p>
          <a:p>
            <a:pPr marL="285750" indent="-285750">
              <a:buFont typeface="Arial" panose="020B0604020202020204" pitchFamily="34" charset="0"/>
              <a:buChar char="•"/>
            </a:pPr>
            <a:r>
              <a:rPr lang="fr-FR" dirty="0">
                <a:solidFill>
                  <a:schemeClr val="bg1"/>
                </a:solidFill>
              </a:rPr>
              <a:t>Complémentarité des modalités</a:t>
            </a:r>
          </a:p>
          <a:p>
            <a:pPr marL="285750" indent="-285750">
              <a:buFont typeface="Arial" panose="020B0604020202020204" pitchFamily="34" charset="0"/>
              <a:buChar char="•"/>
            </a:pPr>
            <a:endParaRPr lang="fr-FR" dirty="0">
              <a:solidFill>
                <a:schemeClr val="bg1"/>
              </a:solidFill>
            </a:endParaRPr>
          </a:p>
          <a:p>
            <a:pPr marL="285750" indent="-285750">
              <a:buFont typeface="Arial" panose="020B0604020202020204" pitchFamily="34" charset="0"/>
              <a:buChar char="•"/>
            </a:pPr>
            <a:r>
              <a:rPr lang="fr-FR" dirty="0">
                <a:solidFill>
                  <a:schemeClr val="bg1"/>
                </a:solidFill>
              </a:rPr>
              <a:t>Adaptée à la réalité</a:t>
            </a:r>
          </a:p>
          <a:p>
            <a:pPr marL="285750" indent="-285750">
              <a:buFont typeface="Arial" panose="020B0604020202020204" pitchFamily="34" charset="0"/>
              <a:buChar char="•"/>
            </a:pPr>
            <a:endParaRPr lang="fr-FR" dirty="0">
              <a:solidFill>
                <a:schemeClr val="bg1"/>
              </a:solidFill>
            </a:endParaRPr>
          </a:p>
          <a:p>
            <a:pPr marL="285750" indent="-285750">
              <a:buFont typeface="Arial" panose="020B0604020202020204" pitchFamily="34" charset="0"/>
              <a:buChar char="•"/>
            </a:pPr>
            <a:r>
              <a:rPr lang="fr-FR" dirty="0">
                <a:solidFill>
                  <a:schemeClr val="bg1"/>
                </a:solidFill>
              </a:rPr>
              <a:t>Flexibilité d’apprentissage</a:t>
            </a:r>
          </a:p>
        </p:txBody>
      </p:sp>
      <p:sp>
        <p:nvSpPr>
          <p:cNvPr id="5" name="Espace réservé du numéro de diapositive 4">
            <a:extLst>
              <a:ext uri="{FF2B5EF4-FFF2-40B4-BE49-F238E27FC236}">
                <a16:creationId xmlns:a16="http://schemas.microsoft.com/office/drawing/2014/main" id="{23D18DD9-2199-D765-DFC5-022416D3C81F}"/>
              </a:ext>
            </a:extLst>
          </p:cNvPr>
          <p:cNvSpPr>
            <a:spLocks noGrp="1"/>
          </p:cNvSpPr>
          <p:nvPr>
            <p:ph type="sldNum" sz="quarter" idx="12"/>
          </p:nvPr>
        </p:nvSpPr>
        <p:spPr/>
        <p:txBody>
          <a:bodyPr/>
          <a:lstStyle/>
          <a:p>
            <a:fld id="{BBC07E23-5D66-4BDA-857C-D8615BC30D33}" type="slidenum">
              <a:rPr lang="fr-FR" smtClean="0"/>
              <a:t>20</a:t>
            </a:fld>
            <a:endParaRPr lang="fr-FR"/>
          </a:p>
        </p:txBody>
      </p:sp>
    </p:spTree>
    <p:extLst>
      <p:ext uri="{BB962C8B-B14F-4D97-AF65-F5344CB8AC3E}">
        <p14:creationId xmlns:p14="http://schemas.microsoft.com/office/powerpoint/2010/main" val="3174125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14ACF0-BEE7-9776-296F-E5FD2B55EC6B}"/>
            </a:ext>
          </a:extLst>
        </p:cNvPr>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Freeform: Shape 8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ZoneTexte 2">
            <a:extLst>
              <a:ext uri="{FF2B5EF4-FFF2-40B4-BE49-F238E27FC236}">
                <a16:creationId xmlns:a16="http://schemas.microsoft.com/office/drawing/2014/main" id="{11A8254C-4A28-2E6A-DFEC-DF12A6B0C935}"/>
              </a:ext>
            </a:extLst>
          </p:cNvPr>
          <p:cNvSpPr txBox="1"/>
          <p:nvPr/>
        </p:nvSpPr>
        <p:spPr>
          <a:xfrm>
            <a:off x="660041" y="2767106"/>
            <a:ext cx="2880828" cy="307190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kern="1200" dirty="0" err="1">
                <a:solidFill>
                  <a:srgbClr val="FFFFFF"/>
                </a:solidFill>
                <a:latin typeface="+mj-lt"/>
                <a:ea typeface="+mj-ea"/>
                <a:cs typeface="+mj-cs"/>
              </a:rPr>
              <a:t>Défis</a:t>
            </a:r>
            <a:r>
              <a:rPr lang="en-US" sz="4000" kern="1200" dirty="0">
                <a:solidFill>
                  <a:srgbClr val="FFFFFF"/>
                </a:solidFill>
                <a:latin typeface="+mj-lt"/>
                <a:ea typeface="+mj-ea"/>
                <a:cs typeface="+mj-cs"/>
              </a:rPr>
              <a:t> </a:t>
            </a:r>
            <a:r>
              <a:rPr lang="en-US" sz="4000" kern="1200" dirty="0" err="1">
                <a:solidFill>
                  <a:srgbClr val="FFFFFF"/>
                </a:solidFill>
                <a:latin typeface="+mj-lt"/>
                <a:ea typeface="+mj-ea"/>
                <a:cs typeface="+mj-cs"/>
              </a:rPr>
              <a:t>ouverts</a:t>
            </a:r>
            <a:r>
              <a:rPr lang="en-US" sz="4000" kern="1200" dirty="0">
                <a:solidFill>
                  <a:srgbClr val="FFFFFF"/>
                </a:solidFill>
                <a:latin typeface="+mj-lt"/>
                <a:ea typeface="+mj-ea"/>
                <a:cs typeface="+mj-cs"/>
              </a:rPr>
              <a:t> et solutions possibles :</a:t>
            </a:r>
          </a:p>
        </p:txBody>
      </p:sp>
      <p:pic>
        <p:nvPicPr>
          <p:cNvPr id="48" name="Graphic 47" descr="Ampoule">
            <a:extLst>
              <a:ext uri="{FF2B5EF4-FFF2-40B4-BE49-F238E27FC236}">
                <a16:creationId xmlns:a16="http://schemas.microsoft.com/office/drawing/2014/main" id="{85324288-9544-26DB-290D-F606B3A8B0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3510" y="467208"/>
            <a:ext cx="5923584" cy="5923584"/>
          </a:xfrm>
          <a:prstGeom prst="rect">
            <a:avLst/>
          </a:prstGeom>
        </p:spPr>
      </p:pic>
      <p:sp>
        <p:nvSpPr>
          <p:cNvPr id="5" name="Espace réservé du numéro de diapositive 4">
            <a:extLst>
              <a:ext uri="{FF2B5EF4-FFF2-40B4-BE49-F238E27FC236}">
                <a16:creationId xmlns:a16="http://schemas.microsoft.com/office/drawing/2014/main" id="{F4BC51B5-7B7A-00B6-AE14-32A3548BE55F}"/>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21</a:t>
            </a:fld>
            <a:endParaRPr lang="en-US" sz="1100">
              <a:solidFill>
                <a:schemeClr val="tx1">
                  <a:lumMod val="50000"/>
                  <a:lumOff val="50000"/>
                </a:schemeClr>
              </a:solidFill>
            </a:endParaRPr>
          </a:p>
        </p:txBody>
      </p:sp>
    </p:spTree>
    <p:extLst>
      <p:ext uri="{BB962C8B-B14F-4D97-AF65-F5344CB8AC3E}">
        <p14:creationId xmlns:p14="http://schemas.microsoft.com/office/powerpoint/2010/main" val="42752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48"/>
                                        </p:tgtEl>
                                        <p:attrNameLst>
                                          <p:attrName>style.visibility</p:attrName>
                                        </p:attrNameLst>
                                      </p:cBhvr>
                                      <p:to>
                                        <p:strVal val="visible"/>
                                      </p:to>
                                    </p:set>
                                    <p:animEffect transition="in" filter="fade">
                                      <p:cBhvr>
                                        <p:cTn id="7" dur="7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535EC-3D36-3C1B-5E8D-94956D810C7D}"/>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C92C2BA-6A82-7941-09A0-3B873A353188}"/>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b="1" kern="1200" dirty="0" err="1">
                <a:solidFill>
                  <a:srgbClr val="FFFFFF"/>
                </a:solidFill>
                <a:latin typeface="+mj-lt"/>
                <a:ea typeface="+mj-ea"/>
                <a:cs typeface="+mj-cs"/>
              </a:rPr>
              <a:t>Qualité</a:t>
            </a:r>
            <a:r>
              <a:rPr lang="en-US" sz="4000" b="1" kern="1200" dirty="0">
                <a:solidFill>
                  <a:srgbClr val="FFFFFF"/>
                </a:solidFill>
                <a:latin typeface="+mj-lt"/>
                <a:ea typeface="+mj-ea"/>
                <a:cs typeface="+mj-cs"/>
              </a:rPr>
              <a:t> des données :</a:t>
            </a:r>
          </a:p>
        </p:txBody>
      </p:sp>
      <p:sp>
        <p:nvSpPr>
          <p:cNvPr id="4" name="ZoneTexte 3">
            <a:extLst>
              <a:ext uri="{FF2B5EF4-FFF2-40B4-BE49-F238E27FC236}">
                <a16:creationId xmlns:a16="http://schemas.microsoft.com/office/drawing/2014/main" id="{894C3EDE-840F-25C0-4FCC-3C04444E36F7}"/>
              </a:ext>
            </a:extLst>
          </p:cNvPr>
          <p:cNvSpPr txBox="1"/>
          <p:nvPr/>
        </p:nvSpPr>
        <p:spPr>
          <a:xfrm>
            <a:off x="1371599" y="2318197"/>
            <a:ext cx="9724031" cy="3683358"/>
          </a:xfrm>
          <a:prstGeom prst="rect">
            <a:avLst/>
          </a:prstGeom>
        </p:spPr>
        <p:txBody>
          <a:bodyPr vert="horz" lIns="91440" tIns="45720" rIns="91440" bIns="45720" rtlCol="0" anchor="ctr">
            <a:normAutofit/>
          </a:bodyPr>
          <a:lstStyle/>
          <a:p>
            <a:pPr>
              <a:lnSpc>
                <a:spcPct val="90000"/>
              </a:lnSpc>
              <a:spcAft>
                <a:spcPts val="600"/>
              </a:spcAft>
            </a:pPr>
            <a:r>
              <a:rPr lang="fr-FR" sz="2000" b="1" dirty="0"/>
              <a:t>Défis </a:t>
            </a:r>
            <a:r>
              <a:rPr lang="en-US" sz="2000" b="1" dirty="0"/>
              <a:t>:</a:t>
            </a:r>
          </a:p>
          <a:p>
            <a:pPr marL="285750" lvl="0" indent="-285750">
              <a:buFont typeface="Arial" panose="020B0604020202020204" pitchFamily="34" charset="0"/>
              <a:buChar char="•"/>
            </a:pPr>
            <a:r>
              <a:rPr lang="es-AR" dirty="0" err="1"/>
              <a:t>Petite</a:t>
            </a:r>
            <a:r>
              <a:rPr lang="es-AR" dirty="0"/>
              <a:t> </a:t>
            </a:r>
            <a:r>
              <a:rPr lang="es-AR" dirty="0" err="1"/>
              <a:t>taille</a:t>
            </a:r>
            <a:r>
              <a:rPr lang="es-AR" dirty="0"/>
              <a:t> du </a:t>
            </a:r>
            <a:r>
              <a:rPr lang="es-AR" dirty="0" err="1"/>
              <a:t>dataset</a:t>
            </a:r>
            <a:endParaRPr lang="es-AR" dirty="0"/>
          </a:p>
          <a:p>
            <a:pPr marL="285750" lvl="0" indent="-285750">
              <a:buFont typeface="Arial" panose="020B0604020202020204" pitchFamily="34" charset="0"/>
              <a:buChar char="•"/>
            </a:pPr>
            <a:r>
              <a:rPr lang="es-AR" dirty="0" err="1"/>
              <a:t>Catégories</a:t>
            </a:r>
            <a:r>
              <a:rPr lang="es-AR" dirty="0"/>
              <a:t> </a:t>
            </a:r>
            <a:r>
              <a:rPr lang="es-AR" dirty="0" err="1"/>
              <a:t>déséquilibrées</a:t>
            </a:r>
            <a:endParaRPr lang="es-AR" dirty="0"/>
          </a:p>
          <a:p>
            <a:pPr marL="285750" lvl="0" indent="-285750">
              <a:buFont typeface="Arial" panose="020B0604020202020204" pitchFamily="34" charset="0"/>
              <a:buChar char="•"/>
            </a:pPr>
            <a:r>
              <a:rPr lang="es-AR" dirty="0" err="1"/>
              <a:t>Erreurs</a:t>
            </a:r>
            <a:r>
              <a:rPr lang="es-AR" dirty="0"/>
              <a:t> </a:t>
            </a:r>
            <a:r>
              <a:rPr lang="es-AR" dirty="0" err="1"/>
              <a:t>d’annotation</a:t>
            </a:r>
            <a:endParaRPr lang="es-AR" dirty="0"/>
          </a:p>
          <a:p>
            <a:pPr lvl="1"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b="1" dirty="0"/>
              <a:t>Solutions possibles :</a:t>
            </a:r>
          </a:p>
          <a:p>
            <a:pPr marL="285750" lvl="0" indent="-285750">
              <a:buFont typeface="Arial" panose="020B0604020202020204" pitchFamily="34" charset="0"/>
              <a:buChar char="•"/>
            </a:pPr>
            <a:r>
              <a:rPr lang="fr-FR" dirty="0"/>
              <a:t>Utilisation de </a:t>
            </a:r>
            <a:r>
              <a:rPr lang="fr-FR" dirty="0" err="1"/>
              <a:t>datasets</a:t>
            </a:r>
            <a:r>
              <a:rPr lang="fr-FR" dirty="0"/>
              <a:t> augmentés par des données synthétiques</a:t>
            </a:r>
            <a:endParaRPr lang="es-AR" dirty="0"/>
          </a:p>
          <a:p>
            <a:pPr marL="285750" lvl="0" indent="-285750">
              <a:buFont typeface="Arial" panose="020B0604020202020204" pitchFamily="34" charset="0"/>
              <a:buChar char="•"/>
            </a:pPr>
            <a:r>
              <a:rPr lang="fr-FR" dirty="0"/>
              <a:t>Augmentation du nombre de capteurs</a:t>
            </a:r>
            <a:endParaRPr lang="es-AR" dirty="0"/>
          </a:p>
          <a:p>
            <a:pPr marL="285750" lvl="0" indent="-285750">
              <a:buFont typeface="Arial" panose="020B0604020202020204" pitchFamily="34" charset="0"/>
              <a:buChar char="•"/>
            </a:pPr>
            <a:r>
              <a:rPr lang="fr-FR" dirty="0"/>
              <a:t>Porter une attention particulière à l’équilibre des données</a:t>
            </a:r>
            <a:endParaRPr lang="es-AR" dirty="0"/>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p:sp>
        <p:nvSpPr>
          <p:cNvPr id="5" name="Espace réservé du numéro de diapositive 4">
            <a:extLst>
              <a:ext uri="{FF2B5EF4-FFF2-40B4-BE49-F238E27FC236}">
                <a16:creationId xmlns:a16="http://schemas.microsoft.com/office/drawing/2014/main" id="{E6CCEE14-FA7D-C8F6-2B28-F84F4CE63AA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22</a:t>
            </a:fld>
            <a:endParaRPr lang="en-US" sz="1100">
              <a:solidFill>
                <a:schemeClr val="tx1">
                  <a:lumMod val="50000"/>
                  <a:lumOff val="50000"/>
                </a:schemeClr>
              </a:solidFill>
            </a:endParaRPr>
          </a:p>
        </p:txBody>
      </p:sp>
    </p:spTree>
    <p:extLst>
      <p:ext uri="{BB962C8B-B14F-4D97-AF65-F5344CB8AC3E}">
        <p14:creationId xmlns:p14="http://schemas.microsoft.com/office/powerpoint/2010/main" val="4011663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29084C-8296-34FA-BA65-E4FE210BBF58}"/>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87169BE-AB4D-733E-CE83-AF0BE93E9622}"/>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Perte </a:t>
            </a:r>
            <a:r>
              <a:rPr lang="en-US" sz="4000" kern="1200" dirty="0" err="1">
                <a:solidFill>
                  <a:srgbClr val="FFFFFF"/>
                </a:solidFill>
                <a:latin typeface="+mj-lt"/>
                <a:ea typeface="+mj-ea"/>
                <a:cs typeface="+mj-cs"/>
              </a:rPr>
              <a:t>d’information</a:t>
            </a:r>
            <a:r>
              <a:rPr lang="en-US" sz="4000" kern="1200" dirty="0">
                <a:solidFill>
                  <a:srgbClr val="FFFFFF"/>
                </a:solidFill>
                <a:latin typeface="+mj-lt"/>
                <a:ea typeface="+mj-ea"/>
                <a:cs typeface="+mj-cs"/>
              </a:rPr>
              <a:t> </a:t>
            </a:r>
            <a:r>
              <a:rPr lang="en-US" sz="4000" b="1" kern="1200" dirty="0">
                <a:solidFill>
                  <a:srgbClr val="FFFFFF"/>
                </a:solidFill>
                <a:latin typeface="+mj-lt"/>
                <a:ea typeface="+mj-ea"/>
                <a:cs typeface="+mj-cs"/>
              </a:rPr>
              <a:t>:</a:t>
            </a:r>
          </a:p>
        </p:txBody>
      </p:sp>
      <p:sp>
        <p:nvSpPr>
          <p:cNvPr id="4" name="ZoneTexte 3">
            <a:extLst>
              <a:ext uri="{FF2B5EF4-FFF2-40B4-BE49-F238E27FC236}">
                <a16:creationId xmlns:a16="http://schemas.microsoft.com/office/drawing/2014/main" id="{791137E7-8003-ABE0-A758-C52792C603EB}"/>
              </a:ext>
            </a:extLst>
          </p:cNvPr>
          <p:cNvSpPr txBox="1"/>
          <p:nvPr/>
        </p:nvSpPr>
        <p:spPr>
          <a:xfrm>
            <a:off x="1371599" y="2739983"/>
            <a:ext cx="9724031" cy="2975466"/>
          </a:xfrm>
          <a:prstGeom prst="rect">
            <a:avLst/>
          </a:prstGeom>
        </p:spPr>
        <p:txBody>
          <a:bodyPr vert="horz" lIns="91440" tIns="45720" rIns="91440" bIns="45720" rtlCol="0" anchor="ctr">
            <a:normAutofit fontScale="92500"/>
          </a:bodyPr>
          <a:lstStyle/>
          <a:p>
            <a:r>
              <a:rPr lang="fr-FR" b="1" dirty="0"/>
              <a:t>Défis :</a:t>
            </a:r>
            <a:br>
              <a:rPr lang="fr-FR" dirty="0"/>
            </a:br>
            <a:r>
              <a:rPr lang="fr-FR" dirty="0"/>
              <a:t>La fusion entraîne une perte d’informations lors de la translation des données d’une modalité vers une autre.</a:t>
            </a:r>
            <a:br>
              <a:rPr lang="fr-FR" dirty="0"/>
            </a:br>
            <a:r>
              <a:rPr lang="fr-FR" dirty="0"/>
              <a:t>Par exemple, lors du passage d’une modalité 3D vers 2D, il y a une perte d’informations, tout comme lors de la transformation d’une image en description textuelle.</a:t>
            </a:r>
          </a:p>
          <a:p>
            <a:endParaRPr lang="es-AR" dirty="0"/>
          </a:p>
          <a:p>
            <a:r>
              <a:rPr lang="es-AR" b="1" dirty="0" err="1"/>
              <a:t>Solutions</a:t>
            </a:r>
            <a:r>
              <a:rPr lang="es-AR" b="1" dirty="0"/>
              <a:t> </a:t>
            </a:r>
            <a:r>
              <a:rPr lang="es-AR" b="1" dirty="0" err="1"/>
              <a:t>possibles</a:t>
            </a:r>
            <a:r>
              <a:rPr lang="es-AR" b="1" dirty="0"/>
              <a:t> :</a:t>
            </a:r>
          </a:p>
          <a:p>
            <a:pPr marL="285750" indent="-285750">
              <a:buFont typeface="Arial" panose="020B0604020202020204" pitchFamily="34" charset="0"/>
              <a:buChar char="•"/>
            </a:pPr>
            <a:r>
              <a:rPr lang="fr-FR" dirty="0"/>
              <a:t>NAS (Neural Architecture </a:t>
            </a:r>
            <a:r>
              <a:rPr lang="fr-FR" dirty="0" err="1"/>
              <a:t>Search</a:t>
            </a:r>
            <a:r>
              <a:rPr lang="fr-FR" dirty="0"/>
              <a:t>)</a:t>
            </a:r>
          </a:p>
          <a:p>
            <a:pPr marL="742950" lvl="1" indent="-285750">
              <a:buFont typeface="Arial" panose="020B0604020202020204" pitchFamily="34" charset="0"/>
              <a:buChar char="•"/>
            </a:pPr>
            <a:r>
              <a:rPr lang="fr-FR" dirty="0"/>
              <a:t>Chercher automatiquement une architecture de réseau plus adaptée.</a:t>
            </a:r>
          </a:p>
          <a:p>
            <a:pPr marL="742950" lvl="1" indent="-285750">
              <a:buFont typeface="Arial" panose="020B0604020202020204" pitchFamily="34" charset="0"/>
              <a:buChar char="•"/>
            </a:pPr>
            <a:r>
              <a:rPr lang="fr-FR" dirty="0"/>
              <a:t>Déterminer où et comment fusionner.</a:t>
            </a:r>
          </a:p>
          <a:p>
            <a:pPr marL="742950" lvl="1" indent="-285750">
              <a:buFont typeface="Arial" panose="020B0604020202020204" pitchFamily="34" charset="0"/>
              <a:buChar char="•"/>
            </a:pPr>
            <a:r>
              <a:rPr lang="fr-FR" dirty="0"/>
              <a:t>Trouver une structure qui maximise la performance tout en minimisant la perte d’information</a:t>
            </a:r>
          </a:p>
          <a:p>
            <a:pPr marL="742950" lvl="1" indent="-285750">
              <a:buFont typeface="Arial" panose="020B0604020202020204" pitchFamily="34" charset="0"/>
              <a:buChar char="•"/>
            </a:pPr>
            <a:endParaRPr lang="fr-FR" dirty="0"/>
          </a:p>
          <a:p>
            <a:pPr marL="742950" lvl="1" indent="-285750">
              <a:buFont typeface="Arial" panose="020B0604020202020204" pitchFamily="34" charset="0"/>
              <a:buChar char="•"/>
            </a:pPr>
            <a:endParaRPr lang="es-AR" dirty="0"/>
          </a:p>
        </p:txBody>
      </p:sp>
      <p:sp>
        <p:nvSpPr>
          <p:cNvPr id="5" name="Espace réservé du numéro de diapositive 4">
            <a:extLst>
              <a:ext uri="{FF2B5EF4-FFF2-40B4-BE49-F238E27FC236}">
                <a16:creationId xmlns:a16="http://schemas.microsoft.com/office/drawing/2014/main" id="{FAD93120-1070-07DE-38AA-60EC49C77119}"/>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23</a:t>
            </a:fld>
            <a:endParaRPr lang="en-US" sz="1100">
              <a:solidFill>
                <a:schemeClr val="tx1">
                  <a:lumMod val="50000"/>
                  <a:lumOff val="50000"/>
                </a:schemeClr>
              </a:solidFill>
            </a:endParaRPr>
          </a:p>
        </p:txBody>
      </p:sp>
    </p:spTree>
    <p:extLst>
      <p:ext uri="{BB962C8B-B14F-4D97-AF65-F5344CB8AC3E}">
        <p14:creationId xmlns:p14="http://schemas.microsoft.com/office/powerpoint/2010/main" val="666588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465869-182C-0AD0-A4D8-34AB5377BB1F}"/>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F8662677-2987-83B9-FD1A-E6F0E2307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C3A56EC-A386-15BC-C4E0-FC6763B68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49709FE-A78E-A6BE-DA78-8222DA37B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0CDC970-1033-520F-C0C8-BA2BDD957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F22B140-637E-C299-E830-F6A275B9D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4953D0E-538C-E65F-8715-0B1F02587055}"/>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s-AR" sz="4000" dirty="0" err="1">
                <a:solidFill>
                  <a:schemeClr val="bg1"/>
                </a:solidFill>
              </a:rPr>
              <a:t>Accumulation</a:t>
            </a:r>
            <a:r>
              <a:rPr lang="es-AR" sz="4000" dirty="0">
                <a:solidFill>
                  <a:schemeClr val="bg1"/>
                </a:solidFill>
              </a:rPr>
              <a:t> </a:t>
            </a:r>
            <a:r>
              <a:rPr lang="es-AR" sz="4000" dirty="0" err="1">
                <a:solidFill>
                  <a:schemeClr val="bg1"/>
                </a:solidFill>
              </a:rPr>
              <a:t>d’erreurs</a:t>
            </a:r>
            <a:r>
              <a:rPr lang="es-AR" sz="4000" dirty="0">
                <a:solidFill>
                  <a:schemeClr val="bg1"/>
                </a:solidFill>
              </a:rPr>
              <a:t> </a:t>
            </a:r>
            <a:r>
              <a:rPr lang="en-US" sz="4000" b="1" kern="1200" dirty="0">
                <a:solidFill>
                  <a:srgbClr val="FFFFFF"/>
                </a:solidFill>
                <a:latin typeface="+mj-lt"/>
                <a:ea typeface="+mj-ea"/>
                <a:cs typeface="+mj-cs"/>
              </a:rPr>
              <a:t>:</a:t>
            </a:r>
          </a:p>
        </p:txBody>
      </p:sp>
      <p:sp>
        <p:nvSpPr>
          <p:cNvPr id="4" name="ZoneTexte 3">
            <a:extLst>
              <a:ext uri="{FF2B5EF4-FFF2-40B4-BE49-F238E27FC236}">
                <a16:creationId xmlns:a16="http://schemas.microsoft.com/office/drawing/2014/main" id="{AE10B7C0-48FB-2B2E-295E-D7798BA132E4}"/>
              </a:ext>
            </a:extLst>
          </p:cNvPr>
          <p:cNvSpPr txBox="1"/>
          <p:nvPr/>
        </p:nvSpPr>
        <p:spPr>
          <a:xfrm>
            <a:off x="1371599" y="2318197"/>
            <a:ext cx="9724031" cy="3683358"/>
          </a:xfrm>
          <a:prstGeom prst="rect">
            <a:avLst/>
          </a:prstGeom>
        </p:spPr>
        <p:txBody>
          <a:bodyPr vert="horz" lIns="91440" tIns="45720" rIns="91440" bIns="45720" rtlCol="0" anchor="ctr">
            <a:normAutofit/>
          </a:bodyPr>
          <a:lstStyle/>
          <a:p>
            <a:r>
              <a:rPr lang="fr-FR" b="1" dirty="0"/>
              <a:t>Défis :</a:t>
            </a:r>
            <a:endParaRPr lang="es-AR" b="1" dirty="0"/>
          </a:p>
          <a:p>
            <a:r>
              <a:rPr lang="fr-FR" dirty="0"/>
              <a:t>La fusion de modalités peut introduire du bruit.</a:t>
            </a:r>
            <a:br>
              <a:rPr lang="fr-FR" dirty="0"/>
            </a:br>
            <a:r>
              <a:rPr lang="fr-FR" dirty="0"/>
              <a:t>On distingue deux types de bruit : interne et externe.</a:t>
            </a:r>
            <a:endParaRPr lang="es-AR" dirty="0"/>
          </a:p>
          <a:p>
            <a:pPr marL="285750" lvl="0" indent="-285750">
              <a:buFont typeface="Arial" panose="020B0604020202020204" pitchFamily="34" charset="0"/>
              <a:buChar char="•"/>
            </a:pPr>
            <a:r>
              <a:rPr lang="fr-FR" dirty="0"/>
              <a:t>Bruit interne ou bruit caractéristique : bruit intrinsèque aux données. </a:t>
            </a:r>
            <a:endParaRPr lang="es-AR" dirty="0"/>
          </a:p>
          <a:p>
            <a:pPr marL="285750" lvl="0" indent="-285750">
              <a:buFont typeface="Arial" panose="020B0604020202020204" pitchFamily="34" charset="0"/>
              <a:buChar char="•"/>
            </a:pPr>
            <a:r>
              <a:rPr lang="fr-FR" dirty="0"/>
              <a:t>Bruit externe : bruit généré lors de l’étape de fusion des données multimodales.</a:t>
            </a:r>
          </a:p>
          <a:p>
            <a:pPr lvl="0"/>
            <a:endParaRPr lang="es-AR" dirty="0"/>
          </a:p>
          <a:p>
            <a:r>
              <a:rPr lang="fr-FR" b="1" dirty="0"/>
              <a:t>Solutions possibles :</a:t>
            </a:r>
          </a:p>
          <a:p>
            <a:pPr marL="285750" indent="-285750">
              <a:buFont typeface="Arial" panose="020B0604020202020204" pitchFamily="34" charset="0"/>
              <a:buChar char="•"/>
            </a:pPr>
            <a:r>
              <a:rPr lang="fr-FR" dirty="0"/>
              <a:t>Choisir de meilleures méthodes d’alignement et de fusion</a:t>
            </a:r>
          </a:p>
          <a:p>
            <a:pPr marL="285750" indent="-285750">
              <a:buFont typeface="Arial" panose="020B0604020202020204" pitchFamily="34" charset="0"/>
              <a:buChar char="•"/>
            </a:pPr>
            <a:r>
              <a:rPr lang="fr-FR" dirty="0"/>
              <a:t>Utiliser la translation</a:t>
            </a:r>
            <a:endParaRPr lang="es-AR" dirty="0"/>
          </a:p>
        </p:txBody>
      </p:sp>
      <p:sp>
        <p:nvSpPr>
          <p:cNvPr id="5" name="Espace réservé du numéro de diapositive 4">
            <a:extLst>
              <a:ext uri="{FF2B5EF4-FFF2-40B4-BE49-F238E27FC236}">
                <a16:creationId xmlns:a16="http://schemas.microsoft.com/office/drawing/2014/main" id="{7DB018E5-5FE0-67F5-F871-6859B93E3683}"/>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24</a:t>
            </a:fld>
            <a:endParaRPr lang="en-US" sz="1100">
              <a:solidFill>
                <a:schemeClr val="tx1">
                  <a:lumMod val="50000"/>
                  <a:lumOff val="50000"/>
                </a:schemeClr>
              </a:solidFill>
            </a:endParaRPr>
          </a:p>
        </p:txBody>
      </p:sp>
    </p:spTree>
    <p:extLst>
      <p:ext uri="{BB962C8B-B14F-4D97-AF65-F5344CB8AC3E}">
        <p14:creationId xmlns:p14="http://schemas.microsoft.com/office/powerpoint/2010/main" val="2427209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B0CD2A-8E6D-2DBB-6389-51011E910A23}"/>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DCF7D8CD-41B6-44ED-DB0B-200027560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EB649D1-F5A6-A58D-54E5-DE7B09F43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4F123C3-9D97-9176-723A-81EBFA0B3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F1EB907-CB4D-0490-8444-DD281BD92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5FD5B13-5DFE-E687-D310-D7C041063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B2B2AF8-27E9-4D0C-2086-9FEE61CCCEEC}"/>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s-AR" sz="4000" dirty="0" err="1">
                <a:solidFill>
                  <a:schemeClr val="bg1"/>
                </a:solidFill>
              </a:rPr>
              <a:t>Quantité</a:t>
            </a:r>
            <a:r>
              <a:rPr lang="es-AR" sz="4000" dirty="0">
                <a:solidFill>
                  <a:schemeClr val="bg1"/>
                </a:solidFill>
              </a:rPr>
              <a:t> de </a:t>
            </a:r>
            <a:r>
              <a:rPr lang="es-AR" sz="4000" dirty="0" err="1">
                <a:solidFill>
                  <a:schemeClr val="bg1"/>
                </a:solidFill>
              </a:rPr>
              <a:t>modalités</a:t>
            </a:r>
            <a:r>
              <a:rPr lang="es-AR" sz="4000" dirty="0">
                <a:solidFill>
                  <a:schemeClr val="bg1"/>
                </a:solidFill>
              </a:rPr>
              <a:t> </a:t>
            </a:r>
            <a:r>
              <a:rPr lang="en-US" sz="4000" b="1" kern="1200" dirty="0">
                <a:solidFill>
                  <a:srgbClr val="FFFFFF"/>
                </a:solidFill>
                <a:latin typeface="+mj-lt"/>
                <a:ea typeface="+mj-ea"/>
                <a:cs typeface="+mj-cs"/>
              </a:rPr>
              <a:t>:</a:t>
            </a:r>
          </a:p>
        </p:txBody>
      </p:sp>
      <p:sp>
        <p:nvSpPr>
          <p:cNvPr id="4" name="ZoneTexte 3">
            <a:extLst>
              <a:ext uri="{FF2B5EF4-FFF2-40B4-BE49-F238E27FC236}">
                <a16:creationId xmlns:a16="http://schemas.microsoft.com/office/drawing/2014/main" id="{56C6DEFA-50C4-CE09-0628-526BB66E9012}"/>
              </a:ext>
            </a:extLst>
          </p:cNvPr>
          <p:cNvSpPr txBox="1"/>
          <p:nvPr/>
        </p:nvSpPr>
        <p:spPr>
          <a:xfrm>
            <a:off x="1371599" y="2318197"/>
            <a:ext cx="9724031" cy="3683358"/>
          </a:xfrm>
          <a:prstGeom prst="rect">
            <a:avLst/>
          </a:prstGeom>
        </p:spPr>
        <p:txBody>
          <a:bodyPr vert="horz" lIns="91440" tIns="45720" rIns="91440" bIns="45720" rtlCol="0" anchor="ctr">
            <a:normAutofit/>
          </a:bodyPr>
          <a:lstStyle/>
          <a:p>
            <a:r>
              <a:rPr lang="fr-FR" b="1" dirty="0"/>
              <a:t>Défis :</a:t>
            </a:r>
            <a:br>
              <a:rPr lang="fr-FR" dirty="0"/>
            </a:br>
            <a:r>
              <a:rPr lang="fr-FR" dirty="0"/>
              <a:t>La plupart des travaux de fusion multimodale se limitent à deux modalités, car l’ajout de modalités supplémentaires augmente fortement la dimension des caractéristiques et introduit davantage de bruit, et rend les calculs plus complexes. Pourtant, certains domaines comme la conduite autonome </a:t>
            </a:r>
            <a:r>
              <a:rPr lang="es-AR" dirty="0" err="1"/>
              <a:t>nécessitent</a:t>
            </a:r>
            <a:r>
              <a:rPr lang="fr-FR" dirty="0"/>
              <a:t> l’utilisation de plus de modalités.</a:t>
            </a:r>
          </a:p>
          <a:p>
            <a:endParaRPr lang="es-AR" dirty="0"/>
          </a:p>
          <a:p>
            <a:r>
              <a:rPr lang="es-AR" b="1" dirty="0" err="1"/>
              <a:t>Solutions</a:t>
            </a:r>
            <a:r>
              <a:rPr lang="es-AR" b="1" dirty="0"/>
              <a:t> </a:t>
            </a:r>
            <a:r>
              <a:rPr lang="es-AR" b="1" dirty="0" err="1"/>
              <a:t>possibles</a:t>
            </a:r>
            <a:r>
              <a:rPr lang="es-AR" b="1" dirty="0"/>
              <a:t> :</a:t>
            </a:r>
            <a:endParaRPr lang="es-AR" dirty="0"/>
          </a:p>
          <a:p>
            <a:pPr marL="285750" lvl="0" indent="-285750">
              <a:buFont typeface="Arial" panose="020B0604020202020204" pitchFamily="34" charset="0"/>
              <a:buChar char="•"/>
            </a:pPr>
            <a:r>
              <a:rPr lang="fr-FR" dirty="0"/>
              <a:t>Réduction de dimension</a:t>
            </a:r>
            <a:endParaRPr lang="es-AR" dirty="0"/>
          </a:p>
          <a:p>
            <a:pPr marL="742950" lvl="1" indent="-285750">
              <a:buFont typeface="Arial" panose="020B0604020202020204" pitchFamily="34" charset="0"/>
              <a:buChar char="•"/>
            </a:pPr>
            <a:r>
              <a:rPr lang="fr-FR" dirty="0"/>
              <a:t>PCA </a:t>
            </a:r>
            <a:endParaRPr lang="es-AR" dirty="0"/>
          </a:p>
          <a:p>
            <a:pPr marL="742950" lvl="1" indent="-285750">
              <a:buFont typeface="Arial" panose="020B0604020202020204" pitchFamily="34" charset="0"/>
              <a:buChar char="•"/>
            </a:pPr>
            <a:r>
              <a:rPr lang="fr-FR" dirty="0"/>
              <a:t>GPLVM (</a:t>
            </a:r>
            <a:r>
              <a:rPr lang="fr-FR" dirty="0" err="1"/>
              <a:t>Gaussian</a:t>
            </a:r>
            <a:r>
              <a:rPr lang="fr-FR" dirty="0"/>
              <a:t> Process Latent Variable Model) </a:t>
            </a:r>
            <a:endParaRPr lang="es-AR" dirty="0"/>
          </a:p>
          <a:p>
            <a:pPr marL="285750" lvl="0" indent="-285750">
              <a:buFont typeface="Arial" panose="020B0604020202020204" pitchFamily="34" charset="0"/>
              <a:buChar char="•"/>
            </a:pPr>
            <a:r>
              <a:rPr lang="fr-FR" dirty="0"/>
              <a:t>Filtrage de caractéristiques </a:t>
            </a:r>
          </a:p>
          <a:p>
            <a:pPr marL="285750" lvl="0" indent="-285750">
              <a:buFont typeface="Arial" panose="020B0604020202020204" pitchFamily="34" charset="0"/>
              <a:buChar char="•"/>
            </a:pPr>
            <a:r>
              <a:rPr lang="fr-FR" dirty="0"/>
              <a:t>Clustering</a:t>
            </a:r>
            <a:endParaRPr lang="es-AR" dirty="0"/>
          </a:p>
        </p:txBody>
      </p:sp>
      <p:sp>
        <p:nvSpPr>
          <p:cNvPr id="5" name="Espace réservé du numéro de diapositive 4">
            <a:extLst>
              <a:ext uri="{FF2B5EF4-FFF2-40B4-BE49-F238E27FC236}">
                <a16:creationId xmlns:a16="http://schemas.microsoft.com/office/drawing/2014/main" id="{D67FC217-BB39-28B0-08FA-FD5D3BFF4205}"/>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25</a:t>
            </a:fld>
            <a:endParaRPr lang="en-US" sz="1100">
              <a:solidFill>
                <a:schemeClr val="tx1">
                  <a:lumMod val="50000"/>
                  <a:lumOff val="50000"/>
                </a:schemeClr>
              </a:solidFill>
            </a:endParaRPr>
          </a:p>
        </p:txBody>
      </p:sp>
    </p:spTree>
    <p:extLst>
      <p:ext uri="{BB962C8B-B14F-4D97-AF65-F5344CB8AC3E}">
        <p14:creationId xmlns:p14="http://schemas.microsoft.com/office/powerpoint/2010/main" val="512397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956481-9C05-C2EE-4200-B0B1877D0AC4}"/>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490D6A23-E5B7-28C5-4D99-C98CAAAA1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DA95082-9737-2E22-E612-9D8A27B39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B211EB1D-644F-0A20-5605-D3866F908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2913725-AD89-0A77-BC77-B357BA23A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5240E08C-EC2E-13C2-DC8F-EB7CABF85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2401567-F394-572A-CCC9-BEC421F65B22}"/>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s-AR" sz="4000" dirty="0" err="1">
                <a:solidFill>
                  <a:schemeClr val="bg1"/>
                </a:solidFill>
              </a:rPr>
              <a:t>Garantie</a:t>
            </a:r>
            <a:r>
              <a:rPr lang="es-AR" sz="4000" dirty="0">
                <a:solidFill>
                  <a:schemeClr val="bg1"/>
                </a:solidFill>
              </a:rPr>
              <a:t> en </a:t>
            </a:r>
            <a:r>
              <a:rPr lang="es-AR" sz="4000" dirty="0" err="1">
                <a:solidFill>
                  <a:schemeClr val="bg1"/>
                </a:solidFill>
              </a:rPr>
              <a:t>temps</a:t>
            </a:r>
            <a:r>
              <a:rPr lang="es-AR" sz="4000" dirty="0">
                <a:solidFill>
                  <a:schemeClr val="bg1"/>
                </a:solidFill>
              </a:rPr>
              <a:t> </a:t>
            </a:r>
            <a:r>
              <a:rPr lang="es-AR" sz="4000" dirty="0" err="1">
                <a:solidFill>
                  <a:schemeClr val="bg1"/>
                </a:solidFill>
              </a:rPr>
              <a:t>réel</a:t>
            </a:r>
            <a:r>
              <a:rPr lang="es-AR" sz="4000" dirty="0">
                <a:solidFill>
                  <a:schemeClr val="bg1"/>
                </a:solidFill>
              </a:rPr>
              <a:t> </a:t>
            </a:r>
            <a:r>
              <a:rPr lang="en-US" sz="4000" b="1" kern="1200" dirty="0">
                <a:solidFill>
                  <a:schemeClr val="bg1"/>
                </a:solidFill>
                <a:latin typeface="+mj-lt"/>
                <a:ea typeface="+mj-ea"/>
                <a:cs typeface="+mj-cs"/>
              </a:rPr>
              <a:t>:</a:t>
            </a:r>
          </a:p>
        </p:txBody>
      </p:sp>
      <p:sp>
        <p:nvSpPr>
          <p:cNvPr id="4" name="ZoneTexte 3">
            <a:extLst>
              <a:ext uri="{FF2B5EF4-FFF2-40B4-BE49-F238E27FC236}">
                <a16:creationId xmlns:a16="http://schemas.microsoft.com/office/drawing/2014/main" id="{BE67FC27-51B8-7818-777F-D2E28AD5329F}"/>
              </a:ext>
            </a:extLst>
          </p:cNvPr>
          <p:cNvSpPr txBox="1"/>
          <p:nvPr/>
        </p:nvSpPr>
        <p:spPr>
          <a:xfrm>
            <a:off x="1371599" y="2318197"/>
            <a:ext cx="9724031" cy="3683358"/>
          </a:xfrm>
          <a:prstGeom prst="rect">
            <a:avLst/>
          </a:prstGeom>
        </p:spPr>
        <p:txBody>
          <a:bodyPr vert="horz" lIns="91440" tIns="45720" rIns="91440" bIns="45720" rtlCol="0" anchor="ctr">
            <a:normAutofit/>
          </a:bodyPr>
          <a:lstStyle/>
          <a:p>
            <a:r>
              <a:rPr lang="fr-FR" b="1" dirty="0"/>
              <a:t>Défis :</a:t>
            </a:r>
          </a:p>
          <a:p>
            <a:r>
              <a:rPr lang="fr-FR" dirty="0"/>
              <a:t>L’ajout de plusieurs modalités implique davantage de traitement et augmente potentiellement la complexité computationnelle. Le temps de réponse peut donc s’allonger, ce qui peut limiter l’utilisation de la fusion multimodale dans des applications en temps réel.</a:t>
            </a:r>
          </a:p>
          <a:p>
            <a:endParaRPr lang="fr-FR" dirty="0"/>
          </a:p>
          <a:p>
            <a:r>
              <a:rPr lang="fr-FR" b="1" dirty="0"/>
              <a:t>Solutions possibles :</a:t>
            </a:r>
          </a:p>
          <a:p>
            <a:pPr marL="285750" indent="-285750">
              <a:buFont typeface="Arial" panose="020B0604020202020204" pitchFamily="34" charset="0"/>
              <a:buChar char="•"/>
            </a:pPr>
            <a:r>
              <a:rPr lang="fr-FR" dirty="0"/>
              <a:t>Réduire la complexité computationnelle</a:t>
            </a:r>
          </a:p>
          <a:p>
            <a:pPr marL="742950" lvl="1" indent="-285750">
              <a:buFont typeface="Arial" panose="020B0604020202020204" pitchFamily="34" charset="0"/>
              <a:buChar char="•"/>
            </a:pPr>
            <a:r>
              <a:rPr lang="fr-FR" i="1" dirty="0" err="1"/>
              <a:t>Pruning</a:t>
            </a:r>
            <a:endParaRPr lang="fr-FR" dirty="0"/>
          </a:p>
          <a:p>
            <a:pPr marL="742950" lvl="1" indent="-285750">
              <a:buFont typeface="Arial" panose="020B0604020202020204" pitchFamily="34" charset="0"/>
              <a:buChar char="•"/>
            </a:pPr>
            <a:r>
              <a:rPr lang="fr-FR" i="1" dirty="0" err="1"/>
              <a:t>Quantization</a:t>
            </a:r>
            <a:endParaRPr lang="fr-FR" dirty="0"/>
          </a:p>
          <a:p>
            <a:pPr marL="285750" indent="-285750">
              <a:buFont typeface="Arial" panose="020B0604020202020204" pitchFamily="34" charset="0"/>
              <a:buChar char="•"/>
            </a:pPr>
            <a:r>
              <a:rPr lang="fr-FR" dirty="0"/>
              <a:t>Stratégies de compression</a:t>
            </a:r>
          </a:p>
        </p:txBody>
      </p:sp>
      <p:sp>
        <p:nvSpPr>
          <p:cNvPr id="5" name="Espace réservé du numéro de diapositive 4">
            <a:extLst>
              <a:ext uri="{FF2B5EF4-FFF2-40B4-BE49-F238E27FC236}">
                <a16:creationId xmlns:a16="http://schemas.microsoft.com/office/drawing/2014/main" id="{E519E10F-12DE-2BC4-91C9-7886FA768CAC}"/>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26</a:t>
            </a:fld>
            <a:endParaRPr lang="en-US" sz="1100">
              <a:solidFill>
                <a:schemeClr val="tx1">
                  <a:lumMod val="50000"/>
                  <a:lumOff val="50000"/>
                </a:schemeClr>
              </a:solidFill>
            </a:endParaRPr>
          </a:p>
        </p:txBody>
      </p:sp>
    </p:spTree>
    <p:extLst>
      <p:ext uri="{BB962C8B-B14F-4D97-AF65-F5344CB8AC3E}">
        <p14:creationId xmlns:p14="http://schemas.microsoft.com/office/powerpoint/2010/main" val="2633640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D6F20B-B41C-7872-9D06-CA6D052A7F44}"/>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FF70798C-740B-6008-ED3B-C80A3DB38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F67D5EA-1F6B-1BB7-3383-0D98C24BC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4333281-8043-6C86-1DAC-1F85DD2B8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1A497E5-A508-96AE-BEA3-A80015E0F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9987398F-CB4E-F98C-E12E-3231CAC15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C92EAF7-0D0A-5152-42F4-6353CF14473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s-AR" sz="4000" dirty="0" err="1">
                <a:solidFill>
                  <a:schemeClr val="bg1"/>
                </a:solidFill>
              </a:rPr>
              <a:t>Environnement</a:t>
            </a:r>
            <a:r>
              <a:rPr lang="es-AR" sz="4000" dirty="0">
                <a:solidFill>
                  <a:schemeClr val="bg1"/>
                </a:solidFill>
              </a:rPr>
              <a:t> </a:t>
            </a:r>
            <a:r>
              <a:rPr lang="es-AR" sz="4000" dirty="0" err="1">
                <a:solidFill>
                  <a:schemeClr val="bg1"/>
                </a:solidFill>
              </a:rPr>
              <a:t>dynamique</a:t>
            </a:r>
            <a:r>
              <a:rPr lang="es-AR" sz="4000" dirty="0">
                <a:solidFill>
                  <a:schemeClr val="bg1"/>
                </a:solidFill>
              </a:rPr>
              <a:t> </a:t>
            </a:r>
            <a:r>
              <a:rPr lang="en-US" sz="4000" b="1" kern="1200" dirty="0">
                <a:solidFill>
                  <a:schemeClr val="bg1"/>
                </a:solidFill>
                <a:latin typeface="+mj-lt"/>
                <a:ea typeface="+mj-ea"/>
                <a:cs typeface="+mj-cs"/>
              </a:rPr>
              <a:t>:</a:t>
            </a:r>
          </a:p>
        </p:txBody>
      </p:sp>
      <p:sp>
        <p:nvSpPr>
          <p:cNvPr id="4" name="ZoneTexte 3">
            <a:extLst>
              <a:ext uri="{FF2B5EF4-FFF2-40B4-BE49-F238E27FC236}">
                <a16:creationId xmlns:a16="http://schemas.microsoft.com/office/drawing/2014/main" id="{8315165D-A46F-6604-6BF6-5693A7789E6E}"/>
              </a:ext>
            </a:extLst>
          </p:cNvPr>
          <p:cNvSpPr txBox="1"/>
          <p:nvPr/>
        </p:nvSpPr>
        <p:spPr>
          <a:xfrm>
            <a:off x="1371599" y="2318197"/>
            <a:ext cx="9724031" cy="3683358"/>
          </a:xfrm>
          <a:prstGeom prst="rect">
            <a:avLst/>
          </a:prstGeom>
        </p:spPr>
        <p:txBody>
          <a:bodyPr vert="horz" lIns="91440" tIns="45720" rIns="91440" bIns="45720" rtlCol="0" anchor="ctr">
            <a:normAutofit/>
          </a:bodyPr>
          <a:lstStyle/>
          <a:p>
            <a:r>
              <a:rPr lang="fr-FR" b="1" dirty="0"/>
              <a:t>Défis :</a:t>
            </a:r>
          </a:p>
          <a:p>
            <a:r>
              <a:rPr lang="fr-FR" dirty="0"/>
              <a:t>Même si les données restent de la même modalité, elles ne sont pas figées : elles évoluent au fil du temps, comme le vocabulaire. Dans ce genre de cas, il est nécessaire de réentraîner les modèles pour les conserver à jour. Cependant, cette approche est souvent très coûteuse et peut entraîner un risque de </a:t>
            </a:r>
            <a:r>
              <a:rPr lang="fr-FR" dirty="0" err="1"/>
              <a:t>catastrophic</a:t>
            </a:r>
            <a:r>
              <a:rPr lang="fr-FR" dirty="0"/>
              <a:t> </a:t>
            </a:r>
            <a:r>
              <a:rPr lang="fr-FR" dirty="0" err="1"/>
              <a:t>forgetting</a:t>
            </a:r>
            <a:r>
              <a:rPr lang="fr-FR" dirty="0"/>
              <a:t>.</a:t>
            </a:r>
          </a:p>
          <a:p>
            <a:endParaRPr lang="fr-FR" b="1" dirty="0"/>
          </a:p>
          <a:p>
            <a:r>
              <a:rPr lang="fr-FR" b="1" dirty="0"/>
              <a:t>Solutions possibles :</a:t>
            </a:r>
          </a:p>
          <a:p>
            <a:pPr marL="285750" indent="-285750">
              <a:buFont typeface="Arial" panose="020B0604020202020204" pitchFamily="34" charset="0"/>
              <a:buChar char="•"/>
            </a:pPr>
            <a:r>
              <a:rPr lang="fr-FR" dirty="0"/>
              <a:t>Intégration des données historiques</a:t>
            </a:r>
          </a:p>
          <a:p>
            <a:pPr marL="285750" indent="-285750">
              <a:buFont typeface="Arial" panose="020B0604020202020204" pitchFamily="34" charset="0"/>
              <a:buChar char="•"/>
            </a:pPr>
            <a:r>
              <a:rPr lang="fr-FR" dirty="0"/>
              <a:t>Implémentation d’une stratégie d’</a:t>
            </a:r>
            <a:r>
              <a:rPr lang="fr-FR" dirty="0" err="1"/>
              <a:t>incremental</a:t>
            </a:r>
            <a:r>
              <a:rPr lang="fr-FR" dirty="0"/>
              <a:t> </a:t>
            </a:r>
            <a:r>
              <a:rPr lang="fr-FR" dirty="0" err="1"/>
              <a:t>learning</a:t>
            </a:r>
            <a:endParaRPr lang="fr-FR" dirty="0"/>
          </a:p>
        </p:txBody>
      </p:sp>
      <p:sp>
        <p:nvSpPr>
          <p:cNvPr id="5" name="Espace réservé du numéro de diapositive 4">
            <a:extLst>
              <a:ext uri="{FF2B5EF4-FFF2-40B4-BE49-F238E27FC236}">
                <a16:creationId xmlns:a16="http://schemas.microsoft.com/office/drawing/2014/main" id="{AE6E3619-C238-D6AA-3494-5D83B004280F}"/>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27</a:t>
            </a:fld>
            <a:endParaRPr lang="en-US" sz="1100">
              <a:solidFill>
                <a:schemeClr val="tx1">
                  <a:lumMod val="50000"/>
                  <a:lumOff val="50000"/>
                </a:schemeClr>
              </a:solidFill>
            </a:endParaRPr>
          </a:p>
        </p:txBody>
      </p:sp>
    </p:spTree>
    <p:extLst>
      <p:ext uri="{BB962C8B-B14F-4D97-AF65-F5344CB8AC3E}">
        <p14:creationId xmlns:p14="http://schemas.microsoft.com/office/powerpoint/2010/main" val="37536107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D71013-BFAD-BB02-0D2C-046BBB56F2C9}"/>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709E9EC-FE21-5F25-65B0-D89B9BF066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9AE8251-E73F-509E-36D9-C2EDCE82C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4F97546-29FC-1CCB-891C-4E2ECA96B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CB4FABC-A6DB-0A21-4604-20E4655BA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C6E0FA15-5697-01FC-D593-9D661C207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B1F636E-1E33-C876-0828-499E043B06DB}"/>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fr-FR" sz="4000" dirty="0">
                <a:solidFill>
                  <a:schemeClr val="bg1"/>
                </a:solidFill>
              </a:rPr>
              <a:t>Synchronisation temporelle </a:t>
            </a:r>
            <a:r>
              <a:rPr lang="en-US" sz="4000" b="1" kern="1200" dirty="0">
                <a:solidFill>
                  <a:schemeClr val="bg1"/>
                </a:solidFill>
                <a:latin typeface="+mj-lt"/>
                <a:ea typeface="+mj-ea"/>
                <a:cs typeface="+mj-cs"/>
              </a:rPr>
              <a:t>:</a:t>
            </a:r>
          </a:p>
        </p:txBody>
      </p:sp>
      <p:sp>
        <p:nvSpPr>
          <p:cNvPr id="4" name="ZoneTexte 3">
            <a:extLst>
              <a:ext uri="{FF2B5EF4-FFF2-40B4-BE49-F238E27FC236}">
                <a16:creationId xmlns:a16="http://schemas.microsoft.com/office/drawing/2014/main" id="{C376C462-6A7E-ECA0-4F02-F2CFD133AD59}"/>
              </a:ext>
            </a:extLst>
          </p:cNvPr>
          <p:cNvSpPr txBox="1"/>
          <p:nvPr/>
        </p:nvSpPr>
        <p:spPr>
          <a:xfrm>
            <a:off x="1371599" y="2318197"/>
            <a:ext cx="9724031" cy="3683358"/>
          </a:xfrm>
          <a:prstGeom prst="rect">
            <a:avLst/>
          </a:prstGeom>
        </p:spPr>
        <p:txBody>
          <a:bodyPr vert="horz" lIns="91440" tIns="45720" rIns="91440" bIns="45720" rtlCol="0" anchor="ctr">
            <a:normAutofit/>
          </a:bodyPr>
          <a:lstStyle/>
          <a:p>
            <a:r>
              <a:rPr lang="fr-FR" b="1" dirty="0"/>
              <a:t>Défis :</a:t>
            </a:r>
            <a:endParaRPr lang="es-AR" b="1" dirty="0"/>
          </a:p>
          <a:p>
            <a:r>
              <a:rPr lang="fr-FR" dirty="0"/>
              <a:t>La synchronisation temporelle consiste à s’assurer que les données multimodales fusionnées sont correctement alignées dans le temps et dans l’espace. Pour les longues séquences, il est difficile de capturer les associations sémantiques entre modalités. </a:t>
            </a:r>
            <a:endParaRPr lang="es-AR" dirty="0"/>
          </a:p>
          <a:p>
            <a:r>
              <a:rPr lang="fr-FR" dirty="0"/>
              <a:t>La collecte des données multimodales peut présenter un désalignement dû au décalage temporel entre les capteurs. </a:t>
            </a:r>
          </a:p>
          <a:p>
            <a:endParaRPr lang="es-AR" dirty="0"/>
          </a:p>
          <a:p>
            <a:r>
              <a:rPr lang="fr-FR" b="1" dirty="0"/>
              <a:t>Solutions possibles :</a:t>
            </a:r>
            <a:endParaRPr lang="es-AR" b="1" dirty="0"/>
          </a:p>
          <a:p>
            <a:pPr marL="285750" lvl="0" indent="-285750">
              <a:buFont typeface="Arial" panose="020B0604020202020204" pitchFamily="34" charset="0"/>
              <a:buChar char="•"/>
            </a:pPr>
            <a:r>
              <a:rPr lang="fr-FR" dirty="0"/>
              <a:t>Mesures de similarité </a:t>
            </a:r>
          </a:p>
          <a:p>
            <a:pPr marL="285750" lvl="0" indent="-285750">
              <a:buFont typeface="Arial" panose="020B0604020202020204" pitchFamily="34" charset="0"/>
              <a:buChar char="•"/>
            </a:pPr>
            <a:r>
              <a:rPr lang="fr-FR" dirty="0"/>
              <a:t>Graphes de connaissances </a:t>
            </a:r>
          </a:p>
          <a:p>
            <a:pPr marL="285750" lvl="0" indent="-285750">
              <a:buFont typeface="Arial" panose="020B0604020202020204" pitchFamily="34" charset="0"/>
              <a:buChar char="•"/>
            </a:pPr>
            <a:r>
              <a:rPr lang="fr-FR" dirty="0"/>
              <a:t>Mécanisme de mise en cache pour gérer la latence des données.</a:t>
            </a:r>
            <a:endParaRPr lang="es-AR" dirty="0"/>
          </a:p>
        </p:txBody>
      </p:sp>
      <p:sp>
        <p:nvSpPr>
          <p:cNvPr id="5" name="Espace réservé du numéro de diapositive 4">
            <a:extLst>
              <a:ext uri="{FF2B5EF4-FFF2-40B4-BE49-F238E27FC236}">
                <a16:creationId xmlns:a16="http://schemas.microsoft.com/office/drawing/2014/main" id="{9C1D2BC6-A921-346B-61EE-142A208945D9}"/>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BBC07E23-5D66-4BDA-857C-D8615BC30D33}" type="slidenum">
              <a:rPr lang="en-US" sz="1100">
                <a:solidFill>
                  <a:schemeClr val="tx1">
                    <a:lumMod val="50000"/>
                    <a:lumOff val="50000"/>
                  </a:schemeClr>
                </a:solidFill>
              </a:rPr>
              <a:pPr>
                <a:spcAft>
                  <a:spcPts val="600"/>
                </a:spcAft>
              </a:pPr>
              <a:t>28</a:t>
            </a:fld>
            <a:endParaRPr lang="en-US" sz="1100">
              <a:solidFill>
                <a:schemeClr val="tx1">
                  <a:lumMod val="50000"/>
                  <a:lumOff val="50000"/>
                </a:schemeClr>
              </a:solidFill>
            </a:endParaRPr>
          </a:p>
        </p:txBody>
      </p:sp>
    </p:spTree>
    <p:extLst>
      <p:ext uri="{BB962C8B-B14F-4D97-AF65-F5344CB8AC3E}">
        <p14:creationId xmlns:p14="http://schemas.microsoft.com/office/powerpoint/2010/main" val="2514937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3FCB4D-5791-BDAD-9D64-F3CE4D60456E}"/>
              </a:ext>
            </a:extLst>
          </p:cNvPr>
          <p:cNvSpPr>
            <a:spLocks noGrp="1"/>
          </p:cNvSpPr>
          <p:nvPr>
            <p:ph type="title"/>
          </p:nvPr>
        </p:nvSpPr>
        <p:spPr/>
        <p:txBody>
          <a:bodyPr/>
          <a:lstStyle/>
          <a:p>
            <a:r>
              <a:rPr lang="fr-FR" dirty="0"/>
              <a:t>Sources:</a:t>
            </a:r>
            <a:endParaRPr lang="es-AR" dirty="0"/>
          </a:p>
        </p:txBody>
      </p:sp>
      <p:sp>
        <p:nvSpPr>
          <p:cNvPr id="3" name="Espace réservé du contenu 2">
            <a:extLst>
              <a:ext uri="{FF2B5EF4-FFF2-40B4-BE49-F238E27FC236}">
                <a16:creationId xmlns:a16="http://schemas.microsoft.com/office/drawing/2014/main" id="{E6FF6EA4-8A67-DB1D-5EB1-7E17095F9270}"/>
              </a:ext>
            </a:extLst>
          </p:cNvPr>
          <p:cNvSpPr>
            <a:spLocks noGrp="1"/>
          </p:cNvSpPr>
          <p:nvPr>
            <p:ph idx="1"/>
          </p:nvPr>
        </p:nvSpPr>
        <p:spPr/>
        <p:txBody>
          <a:bodyPr>
            <a:normAutofit/>
          </a:bodyPr>
          <a:lstStyle/>
          <a:p>
            <a:r>
              <a:rPr lang="en-US" sz="1600" dirty="0"/>
              <a:t>A Comprehensive Survey on Deep Learning Multi-Modal Fusion: Methods, Technologies and Applications </a:t>
            </a:r>
            <a:r>
              <a:rPr lang="es-AR" sz="1600" dirty="0" err="1"/>
              <a:t>Tianzhe</a:t>
            </a:r>
            <a:r>
              <a:rPr lang="es-AR" sz="1600" dirty="0"/>
              <a:t> </a:t>
            </a:r>
            <a:r>
              <a:rPr lang="es-AR" sz="1600" dirty="0" err="1"/>
              <a:t>Jiao</a:t>
            </a:r>
            <a:r>
              <a:rPr lang="es-AR" sz="1600" dirty="0"/>
              <a:t>, </a:t>
            </a:r>
            <a:r>
              <a:rPr lang="es-AR" sz="1600" dirty="0" err="1"/>
              <a:t>Chaopeng</a:t>
            </a:r>
            <a:r>
              <a:rPr lang="es-AR" sz="1600" dirty="0"/>
              <a:t> </a:t>
            </a:r>
            <a:r>
              <a:rPr lang="es-AR" sz="1600" dirty="0" err="1"/>
              <a:t>Guo</a:t>
            </a:r>
            <a:r>
              <a:rPr lang="es-AR" sz="1600" dirty="0"/>
              <a:t>, </a:t>
            </a:r>
            <a:r>
              <a:rPr lang="es-AR" sz="1600" dirty="0" err="1"/>
              <a:t>Xiaoyue</a:t>
            </a:r>
            <a:r>
              <a:rPr lang="es-AR" sz="1600" dirty="0"/>
              <a:t> Feng, </a:t>
            </a:r>
            <a:r>
              <a:rPr lang="es-AR" sz="1600" dirty="0" err="1"/>
              <a:t>Yuming</a:t>
            </a:r>
            <a:r>
              <a:rPr lang="es-AR" sz="1600" dirty="0"/>
              <a:t> Chen and Jie </a:t>
            </a:r>
            <a:r>
              <a:rPr lang="es-AR" sz="1600" dirty="0" err="1"/>
              <a:t>Song</a:t>
            </a:r>
            <a:r>
              <a:rPr lang="es-AR" sz="1600" dirty="0"/>
              <a:t> 2024</a:t>
            </a:r>
          </a:p>
          <a:p>
            <a:r>
              <a:rPr lang="en-US" sz="1600" dirty="0"/>
              <a:t>Multimodal Machine Learning: A Survey and Taxonomy Tadas Baltrusaitis, Chaitanya Ahuja, and Louis-Philippe Morency 2017</a:t>
            </a:r>
          </a:p>
          <a:p>
            <a:r>
              <a:rPr lang="es-AR" sz="1600" dirty="0"/>
              <a:t>Multimodal </a:t>
            </a:r>
            <a:r>
              <a:rPr lang="es-AR" sz="1600" dirty="0" err="1"/>
              <a:t>Co-learning</a:t>
            </a:r>
            <a:r>
              <a:rPr lang="es-AR" sz="1600" dirty="0"/>
              <a:t>: </a:t>
            </a:r>
            <a:r>
              <a:rPr lang="es-AR" sz="1600" dirty="0" err="1"/>
              <a:t>Challenges</a:t>
            </a:r>
            <a:r>
              <a:rPr lang="es-AR" sz="1600" dirty="0"/>
              <a:t>, </a:t>
            </a:r>
            <a:r>
              <a:rPr lang="es-AR" sz="1600" dirty="0" err="1"/>
              <a:t>Applications</a:t>
            </a:r>
            <a:r>
              <a:rPr lang="es-AR" sz="1600" dirty="0"/>
              <a:t> </a:t>
            </a:r>
            <a:r>
              <a:rPr lang="es-AR" sz="1600" dirty="0" err="1"/>
              <a:t>with</a:t>
            </a:r>
            <a:r>
              <a:rPr lang="es-AR" sz="1600" dirty="0"/>
              <a:t> </a:t>
            </a:r>
            <a:r>
              <a:rPr lang="es-AR" sz="1600" dirty="0" err="1"/>
              <a:t>Datasets</a:t>
            </a:r>
            <a:r>
              <a:rPr lang="es-AR" sz="1600" dirty="0"/>
              <a:t>, </a:t>
            </a:r>
            <a:r>
              <a:rPr lang="es-AR" sz="1600" dirty="0" err="1"/>
              <a:t>Recent</a:t>
            </a:r>
            <a:r>
              <a:rPr lang="es-AR" sz="1600" dirty="0"/>
              <a:t> </a:t>
            </a:r>
            <a:r>
              <a:rPr lang="es-AR" sz="1600" dirty="0" err="1"/>
              <a:t>Advances</a:t>
            </a:r>
            <a:r>
              <a:rPr lang="es-AR" sz="1600" dirty="0"/>
              <a:t> and Future </a:t>
            </a:r>
            <a:r>
              <a:rPr lang="es-AR" sz="1600" dirty="0" err="1"/>
              <a:t>Directions</a:t>
            </a:r>
            <a:r>
              <a:rPr lang="es-AR" sz="1600" dirty="0"/>
              <a:t> Anil </a:t>
            </a:r>
            <a:r>
              <a:rPr lang="es-AR" sz="1600" dirty="0" err="1"/>
              <a:t>Rahate</a:t>
            </a:r>
            <a:r>
              <a:rPr lang="es-AR" sz="1600" dirty="0"/>
              <a:t>, </a:t>
            </a:r>
            <a:r>
              <a:rPr lang="es-AR" sz="1600" dirty="0" err="1"/>
              <a:t>Rahee</a:t>
            </a:r>
            <a:r>
              <a:rPr lang="es-AR" sz="1600" dirty="0"/>
              <a:t> </a:t>
            </a:r>
            <a:r>
              <a:rPr lang="es-AR" sz="1600" dirty="0" err="1"/>
              <a:t>Walambe</a:t>
            </a:r>
            <a:r>
              <a:rPr lang="es-AR" sz="1600" dirty="0"/>
              <a:t>, </a:t>
            </a:r>
            <a:r>
              <a:rPr lang="es-AR" sz="1600" dirty="0" err="1"/>
              <a:t>Sheela</a:t>
            </a:r>
            <a:r>
              <a:rPr lang="es-AR" sz="1600" dirty="0"/>
              <a:t> </a:t>
            </a:r>
            <a:r>
              <a:rPr lang="es-AR" sz="1600" dirty="0" err="1"/>
              <a:t>Ramanna</a:t>
            </a:r>
            <a:r>
              <a:rPr lang="es-AR" sz="1600" dirty="0"/>
              <a:t> , </a:t>
            </a:r>
            <a:r>
              <a:rPr lang="es-AR" sz="1600" dirty="0" err="1"/>
              <a:t>Ketan</a:t>
            </a:r>
            <a:r>
              <a:rPr lang="es-AR" sz="1600" dirty="0"/>
              <a:t> </a:t>
            </a:r>
            <a:r>
              <a:rPr lang="es-AR" sz="1600" dirty="0" err="1"/>
              <a:t>Kotecha</a:t>
            </a:r>
            <a:r>
              <a:rPr lang="es-AR" sz="1600" dirty="0"/>
              <a:t> 2022 </a:t>
            </a:r>
          </a:p>
          <a:p>
            <a:r>
              <a:rPr lang="es-AR" sz="1600" dirty="0">
                <a:hlinkClick r:id="rId3">
                  <a:extLst>
                    <a:ext uri="{A12FA001-AC4F-418D-AE19-62706E023703}">
                      <ahyp:hlinkClr xmlns:ahyp="http://schemas.microsoft.com/office/drawing/2018/hyperlinkcolor" val="tx"/>
                    </a:ext>
                  </a:extLst>
                </a:hlinkClick>
              </a:rPr>
              <a:t>https://www.youtube.com/@paulliang279</a:t>
            </a:r>
            <a:r>
              <a:rPr lang="es-AR" sz="1600" dirty="0"/>
              <a:t> </a:t>
            </a:r>
            <a:r>
              <a:rPr lang="en-US" sz="1600" dirty="0"/>
              <a:t>Paul Liang, Assistant Professor at the MIT Media Lab and MIT EECS</a:t>
            </a:r>
            <a:endParaRPr lang="es-AR" sz="1600" dirty="0"/>
          </a:p>
          <a:p>
            <a:r>
              <a:rPr lang="es-AR" sz="1600" dirty="0">
                <a:hlinkClick r:id="rId4">
                  <a:extLst>
                    <a:ext uri="{A12FA001-AC4F-418D-AE19-62706E023703}">
                      <ahyp:hlinkClr xmlns:ahyp="http://schemas.microsoft.com/office/drawing/2018/hyperlinkcolor" val="tx"/>
                    </a:ext>
                  </a:extLst>
                </a:hlinkClick>
              </a:rPr>
              <a:t>https://www.youtube.com/@LPMorency</a:t>
            </a:r>
            <a:r>
              <a:rPr lang="es-AR" sz="1600" dirty="0"/>
              <a:t>  Louis-Philippe </a:t>
            </a:r>
            <a:r>
              <a:rPr lang="es-AR" sz="1600" dirty="0" err="1"/>
              <a:t>Morency</a:t>
            </a:r>
            <a:r>
              <a:rPr lang="es-AR" sz="1600" dirty="0"/>
              <a:t>, </a:t>
            </a:r>
            <a:r>
              <a:rPr lang="es-AR" sz="1600" dirty="0" err="1"/>
              <a:t>associate</a:t>
            </a:r>
            <a:r>
              <a:rPr lang="es-AR" sz="1600" dirty="0"/>
              <a:t> </a:t>
            </a:r>
            <a:r>
              <a:rPr lang="es-AR" sz="1600" dirty="0" err="1"/>
              <a:t>professor</a:t>
            </a:r>
            <a:r>
              <a:rPr lang="es-AR" sz="1600" dirty="0"/>
              <a:t> at CMU</a:t>
            </a:r>
          </a:p>
        </p:txBody>
      </p:sp>
      <p:sp>
        <p:nvSpPr>
          <p:cNvPr id="4" name="Espace réservé du numéro de diapositive 3">
            <a:extLst>
              <a:ext uri="{FF2B5EF4-FFF2-40B4-BE49-F238E27FC236}">
                <a16:creationId xmlns:a16="http://schemas.microsoft.com/office/drawing/2014/main" id="{EF68CB79-5CD9-AB4A-7239-D9C964CF7CB0}"/>
              </a:ext>
            </a:extLst>
          </p:cNvPr>
          <p:cNvSpPr>
            <a:spLocks noGrp="1"/>
          </p:cNvSpPr>
          <p:nvPr>
            <p:ph type="sldNum" sz="quarter" idx="12"/>
          </p:nvPr>
        </p:nvSpPr>
        <p:spPr/>
        <p:txBody>
          <a:bodyPr/>
          <a:lstStyle/>
          <a:p>
            <a:fld id="{BBC07E23-5D66-4BDA-857C-D8615BC30D33}" type="slidenum">
              <a:rPr lang="fr-FR" smtClean="0"/>
              <a:t>29</a:t>
            </a:fld>
            <a:endParaRPr lang="fr-FR"/>
          </a:p>
        </p:txBody>
      </p:sp>
    </p:spTree>
    <p:extLst>
      <p:ext uri="{BB962C8B-B14F-4D97-AF65-F5344CB8AC3E}">
        <p14:creationId xmlns:p14="http://schemas.microsoft.com/office/powerpoint/2010/main" val="44600429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10137</TotalTime>
  <Words>855</Words>
  <Application>Microsoft Office PowerPoint</Application>
  <PresentationFormat>Grand écran</PresentationFormat>
  <Paragraphs>194</Paragraphs>
  <Slides>29</Slides>
  <Notes>27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Aptos</vt:lpstr>
      <vt:lpstr>Aptos Display</vt:lpstr>
      <vt:lpstr>Arial</vt:lpstr>
      <vt:lpstr>Thème Office</vt:lpstr>
      <vt:lpstr>Introduction aux modèles multimodaux</vt:lpstr>
      <vt:lpstr>Sommaire :</vt:lpstr>
      <vt:lpstr>Modalité</vt:lpstr>
      <vt:lpstr>Les modèles multimodaux : </vt:lpstr>
      <vt:lpstr>Domaines d’applications</vt:lpstr>
      <vt:lpstr>Les Outils des modèles multimodaux</vt:lpstr>
      <vt:lpstr>La fusion</vt:lpstr>
      <vt:lpstr>Les méthodes de fusion</vt:lpstr>
      <vt:lpstr>Modèle unimodal</vt:lpstr>
      <vt:lpstr>Early Fusion</vt:lpstr>
      <vt:lpstr>Deep Fusion</vt:lpstr>
      <vt:lpstr>Late Fusion</vt:lpstr>
      <vt:lpstr>Hybrid Fusion</vt:lpstr>
      <vt:lpstr>Technologies de Fusion</vt:lpstr>
      <vt:lpstr>Data Representation :</vt:lpstr>
      <vt:lpstr>Data Translation</vt:lpstr>
      <vt:lpstr>Data Alignment</vt:lpstr>
      <vt:lpstr>Présentation PowerPoint</vt:lpstr>
      <vt:lpstr>Le Co-learning</vt:lpstr>
      <vt:lpstr>Présentation PowerPoint</vt:lpstr>
      <vt:lpstr>Présentation PowerPoint</vt:lpstr>
      <vt:lpstr>Qualité des données :</vt:lpstr>
      <vt:lpstr>Perte d’information :</vt:lpstr>
      <vt:lpstr>Accumulation d’erreurs :</vt:lpstr>
      <vt:lpstr>Quantité de modalités :</vt:lpstr>
      <vt:lpstr>Garantie en temps réel :</vt:lpstr>
      <vt:lpstr>Environnement dynamique :</vt:lpstr>
      <vt:lpstr>Synchronisation temporelle :</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 Mougne</dc:creator>
  <cp:lastModifiedBy>MOUGNE Robin</cp:lastModifiedBy>
  <cp:revision>44</cp:revision>
  <dcterms:created xsi:type="dcterms:W3CDTF">2025-09-05T12:51:10Z</dcterms:created>
  <dcterms:modified xsi:type="dcterms:W3CDTF">2026-01-29T09:02:10Z</dcterms:modified>
</cp:coreProperties>
</file>